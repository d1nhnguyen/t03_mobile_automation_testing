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6" r:id="rId16"/>
    <p:sldId id="267" r:id="rId17"/>
    <p:sldId id="268" r:id="rId18"/>
    <p:sldId id="269" r:id="rId19"/>
    <p:sldId id="270" r:id="rId20"/>
  </p:sldIdLst>
  <p:sldSz cx="18288000" cy="10287000"/>
  <p:notesSz cx="6858000" cy="9144000"/>
  <p:embeddedFontLst>
    <p:embeddedFont>
      <p:font typeface="Arial Bold" charset="1" panose="020B0704020202020204"/>
      <p:regular r:id="rId21"/>
    </p:embeddedFont>
    <p:embeddedFont>
      <p:font typeface="Arial Italics" charset="1" panose="020B0604020202090204"/>
      <p:regular r:id="rId22"/>
    </p:embeddedFont>
    <p:embeddedFont>
      <p:font typeface="Arial" charset="1" panose="020B0604020202020204"/>
      <p:regular r:id="rId23"/>
    </p:embeddedFont>
    <p:embeddedFont>
      <p:font typeface="DejaVu Sans Light" charset="1" panose="020B0603030804020204"/>
      <p:regular r:id="rId24"/>
    </p:embeddedFont>
    <p:embeddedFont>
      <p:font typeface="Courier New" charset="1" panose="02070309020205020404"/>
      <p:regular r:id="rId25"/>
    </p:embeddedFont>
    <p:embeddedFont>
      <p:font typeface="Courier New Bold" charset="1" panose="020706090202050204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khoảng 60 giây. Sau khi tìm hiểu Session, Locator và Appium Inspector, chúng ta kết hợp chúng để viết một test thực tế: kiểm tra chức năng tính tổng tiền của giỏ hàng EShop. Kịch bản là thêm hai chiếc iPhone 15 Pro Max, mỗi chiếc 30 triệu đồng. Tổng tiền mong đợi là 60 triệu. Đầu tiên, dùng Locator để tìm nút Thêm vào giỏ theo resource-id product-add-1. Tiếp theo là các Action: bấm nút hai lần, mỗi lần đóng hộp thoại Thành công mà app hiện ra, rồi mở giỏ hàng. Sau đó dùng Explicit Wait để chờ dòng tổng tiền hiển thị, chứ không chờ cố định vài giây. Cuối cùng, Assertion kiểm tra tổng tiền có bằng 60 triệu hay không. Đúng thì test PASS, sai thì FAIL. Đoạn code này đã chạy pass trên emulator; trong bộ test thật, các bước được gom vào Page Object home.addToCart (pages/home.page.js, tests/cart-total.test.js). Tuy nhiên, giả sử tổng tiền vẫn đúng nhưng giao diện bị lệch hoặc màu sắc thay đổi bất thường. Ở bản V2 của nhóm, Appium vẫn pass 8/8. Liệu những assertion này có phát hiện được không? Đó là lý do chúng ta cần tìm hiểu thêm Applitools Eyes.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5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2.jpeg"/><Relationship Id="rId5" Type="http://schemas.openxmlformats.org/officeDocument/2006/relationships/image" Target="../media/image13.png"/><Relationship Id="rId6" Type="http://schemas.openxmlformats.org/officeDocument/2006/relationships/image" Target="../media/image1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image" Target="../media/image21.png"/><Relationship Id="rId7" Type="http://schemas.openxmlformats.org/officeDocument/2006/relationships/image" Target="../media/image22.svg"/><Relationship Id="rId8" Type="http://schemas.openxmlformats.org/officeDocument/2006/relationships/image" Target="../media/image23.png"/><Relationship Id="rId9" Type="http://schemas.openxmlformats.org/officeDocument/2006/relationships/image" Target="../media/image24.svg"/><Relationship Id="rId10" Type="http://schemas.openxmlformats.org/officeDocument/2006/relationships/image" Target="../media/image25.png"/><Relationship Id="rId11" Type="http://schemas.openxmlformats.org/officeDocument/2006/relationships/image" Target="../media/image26.svg"/><Relationship Id="rId12" Type="http://schemas.openxmlformats.org/officeDocument/2006/relationships/image" Target="../media/image27.png"/><Relationship Id="rId13" Type="http://schemas.openxmlformats.org/officeDocument/2006/relationships/image" Target="../media/image2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4.png"/><Relationship Id="rId7" Type="http://schemas.openxmlformats.org/officeDocument/2006/relationships/image" Target="../media/image35.svg"/><Relationship Id="rId8" Type="http://schemas.openxmlformats.org/officeDocument/2006/relationships/image" Target="../media/image36.png"/><Relationship Id="rId9" Type="http://schemas.openxmlformats.org/officeDocument/2006/relationships/image" Target="../media/image37.svg"/><Relationship Id="rId10" Type="http://schemas.openxmlformats.org/officeDocument/2006/relationships/image" Target="../media/image13.png"/><Relationship Id="rId11" Type="http://schemas.openxmlformats.org/officeDocument/2006/relationships/image" Target="../media/image54.png"/><Relationship Id="rId1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image" Target="../media/image40.png"/><Relationship Id="rId5" Type="http://schemas.openxmlformats.org/officeDocument/2006/relationships/image" Target="../media/image41.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4.png"/><Relationship Id="rId9" Type="http://schemas.openxmlformats.org/officeDocument/2006/relationships/image" Target="../media/image4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image" Target="../media/image48.png"/><Relationship Id="rId5" Type="http://schemas.openxmlformats.org/officeDocument/2006/relationships/image" Target="../media/image49.svg"/><Relationship Id="rId6" Type="http://schemas.openxmlformats.org/officeDocument/2006/relationships/image" Target="../media/image50.png"/><Relationship Id="rId7" Type="http://schemas.openxmlformats.org/officeDocument/2006/relationships/image" Target="../media/image51.svg"/><Relationship Id="rId8"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14161"/>
            <a:ext cx="6215396" cy="7258679"/>
            <a:chOff x="0" y="0"/>
            <a:chExt cx="8287194" cy="9678238"/>
          </a:xfrm>
        </p:grpSpPr>
        <p:sp>
          <p:nvSpPr>
            <p:cNvPr name="Freeform 3" id="3"/>
            <p:cNvSpPr/>
            <p:nvPr/>
          </p:nvSpPr>
          <p:spPr>
            <a:xfrm flipH="false" flipV="false" rot="0">
              <a:off x="0" y="0"/>
              <a:ext cx="8287258" cy="9678289"/>
            </a:xfrm>
            <a:custGeom>
              <a:avLst/>
              <a:gdLst/>
              <a:ahLst/>
              <a:cxnLst/>
              <a:rect r="r" b="b" t="t" l="l"/>
              <a:pathLst>
                <a:path h="9678289" w="8287258">
                  <a:moveTo>
                    <a:pt x="0" y="0"/>
                  </a:moveTo>
                  <a:lnTo>
                    <a:pt x="8287258" y="0"/>
                  </a:lnTo>
                  <a:lnTo>
                    <a:pt x="8287258" y="9678289"/>
                  </a:lnTo>
                  <a:lnTo>
                    <a:pt x="0" y="9678289"/>
                  </a:lnTo>
                  <a:lnTo>
                    <a:pt x="0" y="0"/>
                  </a:lnTo>
                  <a:close/>
                </a:path>
              </a:pathLst>
            </a:custGeom>
            <a:solidFill>
              <a:srgbClr val="1F4E79"/>
            </a:solidFill>
          </p:spPr>
        </p:sp>
      </p:grpSp>
      <p:sp>
        <p:nvSpPr>
          <p:cNvPr name="Freeform 4" id="4"/>
          <p:cNvSpPr/>
          <p:nvPr/>
        </p:nvSpPr>
        <p:spPr>
          <a:xfrm flipH="false" flipV="false" rot="0">
            <a:off x="8201266" y="4725553"/>
            <a:ext cx="4291505" cy="1129315"/>
          </a:xfrm>
          <a:custGeom>
            <a:avLst/>
            <a:gdLst/>
            <a:ahLst/>
            <a:cxnLst/>
            <a:rect r="r" b="b" t="t" l="l"/>
            <a:pathLst>
              <a:path h="1129315" w="4291505">
                <a:moveTo>
                  <a:pt x="0" y="0"/>
                </a:moveTo>
                <a:lnTo>
                  <a:pt x="4291505" y="0"/>
                </a:lnTo>
                <a:lnTo>
                  <a:pt x="4291505" y="1129315"/>
                </a:lnTo>
                <a:lnTo>
                  <a:pt x="0" y="1129315"/>
                </a:lnTo>
                <a:lnTo>
                  <a:pt x="0" y="0"/>
                </a:lnTo>
                <a:close/>
              </a:path>
            </a:pathLst>
          </a:custGeom>
          <a:blipFill>
            <a:blip r:embed="rId2"/>
            <a:stretch>
              <a:fillRect l="0" t="0" r="-1525" b="0"/>
            </a:stretch>
          </a:blipFill>
        </p:spPr>
        <p:txBody>
          <a:bodyPr/>
          <a:p/>
        </p:txBody>
      </p:sp>
      <p:sp>
        <p:nvSpPr>
          <p:cNvPr name="Freeform 5" id="5"/>
          <p:cNvSpPr/>
          <p:nvPr/>
        </p:nvSpPr>
        <p:spPr>
          <a:xfrm flipH="false" flipV="false" rot="0">
            <a:off x="14113770" y="4725553"/>
            <a:ext cx="1129315" cy="1129315"/>
          </a:xfrm>
          <a:custGeom>
            <a:avLst/>
            <a:gdLst/>
            <a:ahLst/>
            <a:cxnLst/>
            <a:rect r="r" b="b" t="t" l="l"/>
            <a:pathLst>
              <a:path h="1129315" w="1129315">
                <a:moveTo>
                  <a:pt x="0" y="0"/>
                </a:moveTo>
                <a:lnTo>
                  <a:pt x="1129316" y="0"/>
                </a:lnTo>
                <a:lnTo>
                  <a:pt x="1129316" y="1129315"/>
                </a:lnTo>
                <a:lnTo>
                  <a:pt x="0" y="1129315"/>
                </a:lnTo>
                <a:lnTo>
                  <a:pt x="0" y="0"/>
                </a:lnTo>
                <a:close/>
              </a:path>
            </a:pathLst>
          </a:custGeom>
          <a:blipFill>
            <a:blip r:embed="rId3"/>
            <a:stretch>
              <a:fillRect l="0" t="0" r="0" b="0"/>
            </a:stretch>
          </a:blipFill>
        </p:spPr>
        <p:txBody>
          <a:bodyPr/>
          <a:p/>
        </p:txBody>
      </p:sp>
      <p:sp>
        <p:nvSpPr>
          <p:cNvPr name="TextBox 6" id="6"/>
          <p:cNvSpPr txBox="true"/>
          <p:nvPr/>
        </p:nvSpPr>
        <p:spPr>
          <a:xfrm rot="0">
            <a:off x="7150920" y="2233841"/>
            <a:ext cx="9799448" cy="809625"/>
          </a:xfrm>
          <a:prstGeom prst="rect">
            <a:avLst/>
          </a:prstGeom>
        </p:spPr>
        <p:txBody>
          <a:bodyPr anchor="t" rtlCol="false" tIns="0" lIns="0" bIns="0" rIns="0">
            <a:spAutoFit/>
          </a:bodyPr>
          <a:lstStyle/>
          <a:p>
            <a:pPr algn="l">
              <a:lnSpc>
                <a:spcPts val="6299"/>
              </a:lnSpc>
            </a:pPr>
            <a:r>
              <a:rPr lang="en-US" b="true" sz="5249" spc="-1">
                <a:solidFill>
                  <a:srgbClr val="1F4E79"/>
                </a:solidFill>
                <a:latin typeface="Arial Bold"/>
                <a:ea typeface="Arial Bold"/>
                <a:cs typeface="Arial Bold"/>
                <a:sym typeface="Arial Bold"/>
              </a:rPr>
              <a:t>Mobile Automation Testing với</a:t>
            </a:r>
          </a:p>
        </p:txBody>
      </p:sp>
      <p:sp>
        <p:nvSpPr>
          <p:cNvPr name="TextBox 7" id="7"/>
          <p:cNvSpPr txBox="true"/>
          <p:nvPr/>
        </p:nvSpPr>
        <p:spPr>
          <a:xfrm rot="0">
            <a:off x="7150920" y="2876436"/>
            <a:ext cx="9142512" cy="809625"/>
          </a:xfrm>
          <a:prstGeom prst="rect">
            <a:avLst/>
          </a:prstGeom>
        </p:spPr>
        <p:txBody>
          <a:bodyPr anchor="t" rtlCol="false" tIns="0" lIns="0" bIns="0" rIns="0">
            <a:spAutoFit/>
          </a:bodyPr>
          <a:lstStyle/>
          <a:p>
            <a:pPr algn="l">
              <a:lnSpc>
                <a:spcPts val="6299"/>
              </a:lnSpc>
            </a:pPr>
            <a:r>
              <a:rPr lang="en-US" b="true" sz="5249" spc="-1">
                <a:solidFill>
                  <a:srgbClr val="1F4E79"/>
                </a:solidFill>
                <a:latin typeface="Arial Bold"/>
                <a:ea typeface="Arial Bold"/>
                <a:cs typeface="Arial Bold"/>
                <a:sym typeface="Arial Bold"/>
              </a:rPr>
              <a:t>Appium 2 và Applitools Eyes</a:t>
            </a:r>
          </a:p>
        </p:txBody>
      </p:sp>
      <p:sp>
        <p:nvSpPr>
          <p:cNvPr name="TextBox 8" id="8"/>
          <p:cNvSpPr txBox="true"/>
          <p:nvPr/>
        </p:nvSpPr>
        <p:spPr>
          <a:xfrm rot="0">
            <a:off x="7319696" y="7202719"/>
            <a:ext cx="9904809" cy="333375"/>
          </a:xfrm>
          <a:prstGeom prst="rect">
            <a:avLst/>
          </a:prstGeom>
        </p:spPr>
        <p:txBody>
          <a:bodyPr anchor="t" rtlCol="false" tIns="0" lIns="0" bIns="0" rIns="0">
            <a:spAutoFit/>
          </a:bodyPr>
          <a:lstStyle/>
          <a:p>
            <a:pPr algn="l">
              <a:lnSpc>
                <a:spcPts val="2574"/>
              </a:lnSpc>
            </a:pPr>
            <a:r>
              <a:rPr lang="en-US" b="true" sz="2145" spc="-1">
                <a:solidFill>
                  <a:srgbClr val="1F4E79"/>
                </a:solidFill>
                <a:latin typeface="Arial Bold"/>
                <a:ea typeface="Arial Bold"/>
                <a:cs typeface="Arial Bold"/>
                <a:sym typeface="Arial Bold"/>
              </a:rPr>
              <a:t>DEMO: Appium 2 + UiAutomator2 (truyền thống) · Applitools Eyes (AI visual)</a:t>
            </a:r>
          </a:p>
        </p:txBody>
      </p:sp>
      <p:sp>
        <p:nvSpPr>
          <p:cNvPr name="TextBox 9" id="9"/>
          <p:cNvSpPr txBox="true"/>
          <p:nvPr/>
        </p:nvSpPr>
        <p:spPr>
          <a:xfrm rot="0">
            <a:off x="1239775" y="2062391"/>
            <a:ext cx="2707630" cy="1924050"/>
          </a:xfrm>
          <a:prstGeom prst="rect">
            <a:avLst/>
          </a:prstGeom>
        </p:spPr>
        <p:txBody>
          <a:bodyPr anchor="t" rtlCol="false" tIns="0" lIns="0" bIns="0" rIns="0">
            <a:spAutoFit/>
          </a:bodyPr>
          <a:lstStyle/>
          <a:p>
            <a:pPr algn="l">
              <a:lnSpc>
                <a:spcPts val="14850"/>
              </a:lnSpc>
            </a:pPr>
            <a:r>
              <a:rPr lang="en-US" b="true" sz="12375" spc="-1">
                <a:solidFill>
                  <a:srgbClr val="FFFFFF"/>
                </a:solidFill>
                <a:latin typeface="Arial Bold"/>
                <a:ea typeface="Arial Bold"/>
                <a:cs typeface="Arial Bold"/>
                <a:sym typeface="Arial Bold"/>
              </a:rPr>
              <a:t>T03</a:t>
            </a:r>
          </a:p>
        </p:txBody>
      </p:sp>
      <p:sp>
        <p:nvSpPr>
          <p:cNvPr name="TextBox 10" id="10"/>
          <p:cNvSpPr txBox="true"/>
          <p:nvPr/>
        </p:nvSpPr>
        <p:spPr>
          <a:xfrm rot="0">
            <a:off x="457381" y="8123415"/>
            <a:ext cx="2748601" cy="215808"/>
          </a:xfrm>
          <a:prstGeom prst="rect">
            <a:avLst/>
          </a:prstGeom>
        </p:spPr>
        <p:txBody>
          <a:bodyPr anchor="t" rtlCol="false" tIns="0" lIns="0" bIns="0" rIns="0">
            <a:spAutoFit/>
          </a:bodyPr>
          <a:lstStyle/>
          <a:p>
            <a:pPr algn="l">
              <a:lnSpc>
                <a:spcPts val="1764"/>
              </a:lnSpc>
            </a:pPr>
            <a:r>
              <a:rPr lang="en-US" sz="1470" i="true" spc="-1">
                <a:solidFill>
                  <a:srgbClr val="FFFFFF"/>
                </a:solidFill>
                <a:latin typeface="Arial Italics"/>
                <a:ea typeface="Arial Italics"/>
                <a:cs typeface="Arial Italics"/>
                <a:sym typeface="Arial Italics"/>
              </a:rPr>
              <a:t>2026 AI-First · CS423/CSC15003</a:t>
            </a:r>
          </a:p>
        </p:txBody>
      </p:sp>
      <p:sp>
        <p:nvSpPr>
          <p:cNvPr name="TextBox 11" id="11"/>
          <p:cNvSpPr txBox="true"/>
          <p:nvPr/>
        </p:nvSpPr>
        <p:spPr>
          <a:xfrm rot="0">
            <a:off x="61257" y="6002569"/>
            <a:ext cx="6092881" cy="1533525"/>
          </a:xfrm>
          <a:prstGeom prst="rect">
            <a:avLst/>
          </a:prstGeom>
        </p:spPr>
        <p:txBody>
          <a:bodyPr anchor="t" rtlCol="false" tIns="0" lIns="0" bIns="0" rIns="0">
            <a:spAutoFit/>
          </a:bodyPr>
          <a:lstStyle/>
          <a:p>
            <a:pPr algn="just">
              <a:lnSpc>
                <a:spcPts val="3053"/>
              </a:lnSpc>
            </a:pPr>
            <a:r>
              <a:rPr lang="en-US" b="true" sz="2544">
                <a:solidFill>
                  <a:srgbClr val="FFFFFF"/>
                </a:solidFill>
                <a:latin typeface="Arial Bold"/>
                <a:ea typeface="Arial Bold"/>
                <a:cs typeface="Arial Bold"/>
                <a:sym typeface="Arial Bold"/>
              </a:rPr>
              <a:t>Danh sách thành viên:</a:t>
            </a:r>
          </a:p>
          <a:p>
            <a:pPr algn="just">
              <a:lnSpc>
                <a:spcPts val="3053"/>
              </a:lnSpc>
            </a:pPr>
            <a:r>
              <a:rPr lang="en-US" b="true" sz="2544">
                <a:solidFill>
                  <a:srgbClr val="FFFFFF"/>
                </a:solidFill>
                <a:latin typeface="Arial Bold"/>
                <a:ea typeface="Arial Bold"/>
                <a:cs typeface="Arial Bold"/>
                <a:sym typeface="Arial Bold"/>
              </a:rPr>
              <a:t>23120027 - Nguyễn Hải Đăng</a:t>
            </a:r>
          </a:p>
          <a:p>
            <a:pPr algn="just">
              <a:lnSpc>
                <a:spcPts val="3053"/>
              </a:lnSpc>
            </a:pPr>
            <a:r>
              <a:rPr lang="en-US" b="true" sz="2544">
                <a:solidFill>
                  <a:srgbClr val="FFFFFF"/>
                </a:solidFill>
                <a:latin typeface="Arial Bold"/>
                <a:ea typeface="Arial Bold"/>
                <a:cs typeface="Arial Bold"/>
                <a:sym typeface="Arial Bold"/>
              </a:rPr>
              <a:t>23120031 - Nguyễn Phú Dinh</a:t>
            </a:r>
          </a:p>
          <a:p>
            <a:pPr algn="just">
              <a:lnSpc>
                <a:spcPts val="3053"/>
              </a:lnSpc>
            </a:pPr>
            <a:r>
              <a:rPr lang="en-US" b="true" sz="2544" spc="-1">
                <a:solidFill>
                  <a:srgbClr val="FFFFFF"/>
                </a:solidFill>
                <a:latin typeface="Arial Bold"/>
                <a:ea typeface="Arial Bold"/>
                <a:cs typeface="Arial Bold"/>
                <a:sym typeface="Arial Bold"/>
              </a:rPr>
              <a:t>23120034 - Ứng Thị Thuỳ Dương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43104"/>
            <a:chOff x="0" y="0"/>
            <a:chExt cx="24384241" cy="190805"/>
          </a:xfrm>
        </p:grpSpPr>
        <p:sp>
          <p:nvSpPr>
            <p:cNvPr name="Freeform 5" id="5"/>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6" id="6"/>
          <p:cNvGrpSpPr/>
          <p:nvPr/>
        </p:nvGrpSpPr>
        <p:grpSpPr>
          <a:xfrm rot="0">
            <a:off x="-181" y="9942205"/>
            <a:ext cx="18288181" cy="343443"/>
            <a:chOff x="0" y="0"/>
            <a:chExt cx="24384241" cy="457924"/>
          </a:xfrm>
        </p:grpSpPr>
        <p:sp>
          <p:nvSpPr>
            <p:cNvPr name="Freeform 7" id="7"/>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8" id="8"/>
          <p:cNvSpPr txBox="true"/>
          <p:nvPr/>
        </p:nvSpPr>
        <p:spPr>
          <a:xfrm rot="0">
            <a:off x="1028700" y="1009650"/>
            <a:ext cx="16315020"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Tại sao kiểm thử mobile khó khăn?</a:t>
            </a:r>
          </a:p>
        </p:txBody>
      </p:sp>
      <p:sp>
        <p:nvSpPr>
          <p:cNvPr name="TextBox 9" id="9"/>
          <p:cNvSpPr txBox="true"/>
          <p:nvPr/>
        </p:nvSpPr>
        <p:spPr>
          <a:xfrm rot="0">
            <a:off x="1028700" y="1882497"/>
            <a:ext cx="11636722" cy="1419225"/>
          </a:xfrm>
          <a:prstGeom prst="rect">
            <a:avLst/>
          </a:prstGeom>
        </p:spPr>
        <p:txBody>
          <a:bodyPr anchor="t" rtlCol="false" tIns="0" lIns="0" bIns="0" rIns="0">
            <a:spAutoFit/>
          </a:bodyPr>
          <a:lstStyle/>
          <a:p>
            <a:pPr algn="l" marL="511683" indent="-255842" lvl="1">
              <a:lnSpc>
                <a:spcPts val="2844"/>
              </a:lnSpc>
              <a:buFont typeface="Arial"/>
              <a:buChar char="•"/>
            </a:pPr>
            <a:r>
              <a:rPr lang="en-US" sz="2370">
                <a:solidFill>
                  <a:srgbClr val="222222"/>
                </a:solidFill>
                <a:latin typeface="Arial"/>
                <a:ea typeface="Arial"/>
                <a:cs typeface="Arial"/>
                <a:sym typeface="Arial"/>
              </a:rPr>
              <a:t>Phâ</a:t>
            </a:r>
            <a:r>
              <a:rPr lang="en-US" sz="2370">
                <a:solidFill>
                  <a:srgbClr val="222222"/>
                </a:solidFill>
                <a:latin typeface="Arial"/>
                <a:ea typeface="Arial"/>
                <a:cs typeface="Arial"/>
                <a:sym typeface="Arial"/>
              </a:rPr>
              <a:t>n mảnh thiết bị: phiên bản Android/iOS, kích thước và mật độ màn hình.</a:t>
            </a:r>
          </a:p>
          <a:p>
            <a:pPr algn="l" marL="511683" indent="-255842" lvl="1">
              <a:lnSpc>
                <a:spcPts val="2844"/>
              </a:lnSpc>
              <a:buFont typeface="Arial"/>
              <a:buChar char="•"/>
            </a:pPr>
            <a:r>
              <a:rPr lang="en-US" sz="2370">
                <a:solidFill>
                  <a:srgbClr val="222222"/>
                </a:solidFill>
                <a:latin typeface="Arial"/>
                <a:ea typeface="Arial"/>
                <a:cs typeface="Arial"/>
                <a:sym typeface="Arial"/>
              </a:rPr>
              <a:t>Giao diện thay đổi theo trạng thái: bàn </a:t>
            </a:r>
            <a:r>
              <a:rPr lang="en-US" sz="2370">
                <a:solidFill>
                  <a:srgbClr val="222222"/>
                </a:solidFill>
                <a:latin typeface="Arial"/>
                <a:ea typeface="Arial"/>
                <a:cs typeface="Arial"/>
                <a:sym typeface="Arial"/>
              </a:rPr>
              <a:t>ph</a:t>
            </a:r>
            <a:r>
              <a:rPr lang="en-US" sz="2370">
                <a:solidFill>
                  <a:srgbClr val="222222"/>
                </a:solidFill>
                <a:latin typeface="Arial"/>
                <a:ea typeface="Arial"/>
                <a:cs typeface="Arial"/>
                <a:sym typeface="Arial"/>
              </a:rPr>
              <a:t>ím, thô</a:t>
            </a:r>
            <a:r>
              <a:rPr lang="en-US" sz="2370">
                <a:solidFill>
                  <a:srgbClr val="222222"/>
                </a:solidFill>
                <a:latin typeface="Arial"/>
                <a:ea typeface="Arial"/>
                <a:cs typeface="Arial"/>
                <a:sym typeface="Arial"/>
              </a:rPr>
              <a:t>n</a:t>
            </a:r>
            <a:r>
              <a:rPr lang="en-US" sz="2370">
                <a:solidFill>
                  <a:srgbClr val="222222"/>
                </a:solidFill>
                <a:latin typeface="Arial"/>
                <a:ea typeface="Arial"/>
                <a:cs typeface="Arial"/>
                <a:sym typeface="Arial"/>
              </a:rPr>
              <a:t>g</a:t>
            </a:r>
            <a:r>
              <a:rPr lang="en-US" sz="2370">
                <a:solidFill>
                  <a:srgbClr val="222222"/>
                </a:solidFill>
                <a:latin typeface="Arial"/>
                <a:ea typeface="Arial"/>
                <a:cs typeface="Arial"/>
                <a:sym typeface="Arial"/>
              </a:rPr>
              <a:t> </a:t>
            </a:r>
            <a:r>
              <a:rPr lang="en-US" sz="2370">
                <a:solidFill>
                  <a:srgbClr val="222222"/>
                </a:solidFill>
                <a:latin typeface="Arial"/>
                <a:ea typeface="Arial"/>
                <a:cs typeface="Arial"/>
                <a:sym typeface="Arial"/>
              </a:rPr>
              <a:t>báo, quyền, ani</a:t>
            </a:r>
            <a:r>
              <a:rPr lang="en-US" sz="2370">
                <a:solidFill>
                  <a:srgbClr val="222222"/>
                </a:solidFill>
                <a:latin typeface="Arial"/>
                <a:ea typeface="Arial"/>
                <a:cs typeface="Arial"/>
                <a:sym typeface="Arial"/>
              </a:rPr>
              <a:t>m</a:t>
            </a:r>
            <a:r>
              <a:rPr lang="en-US" sz="2370">
                <a:solidFill>
                  <a:srgbClr val="222222"/>
                </a:solidFill>
                <a:latin typeface="Arial"/>
                <a:ea typeface="Arial"/>
                <a:cs typeface="Arial"/>
                <a:sym typeface="Arial"/>
              </a:rPr>
              <a:t>atio</a:t>
            </a:r>
            <a:r>
              <a:rPr lang="en-US" sz="2370">
                <a:solidFill>
                  <a:srgbClr val="222222"/>
                </a:solidFill>
                <a:latin typeface="Arial"/>
                <a:ea typeface="Arial"/>
                <a:cs typeface="Arial"/>
                <a:sym typeface="Arial"/>
              </a:rPr>
              <a:t>n</a:t>
            </a:r>
            <a:r>
              <a:rPr lang="en-US" sz="2370">
                <a:solidFill>
                  <a:srgbClr val="222222"/>
                </a:solidFill>
                <a:latin typeface="Arial"/>
                <a:ea typeface="Arial"/>
                <a:cs typeface="Arial"/>
                <a:sym typeface="Arial"/>
              </a:rPr>
              <a:t>,</a:t>
            </a:r>
            <a:r>
              <a:rPr lang="en-US" sz="2370">
                <a:solidFill>
                  <a:srgbClr val="222222"/>
                </a:solidFill>
                <a:latin typeface="Arial"/>
                <a:ea typeface="Arial"/>
                <a:cs typeface="Arial"/>
                <a:sym typeface="Arial"/>
              </a:rPr>
              <a:t> </a:t>
            </a:r>
            <a:r>
              <a:rPr lang="en-US" sz="2370">
                <a:solidFill>
                  <a:srgbClr val="222222"/>
                </a:solidFill>
                <a:latin typeface="Arial"/>
                <a:ea typeface="Arial"/>
                <a:cs typeface="Arial"/>
                <a:sym typeface="Arial"/>
              </a:rPr>
              <a:t>network.</a:t>
            </a:r>
          </a:p>
          <a:p>
            <a:pPr algn="l" marL="511683" indent="-255842" lvl="1">
              <a:lnSpc>
                <a:spcPts val="2844"/>
              </a:lnSpc>
              <a:buFont typeface="Arial"/>
              <a:buChar char="•"/>
            </a:pPr>
            <a:r>
              <a:rPr lang="en-US" sz="2370">
                <a:solidFill>
                  <a:srgbClr val="222222"/>
                </a:solidFill>
                <a:latin typeface="Arial"/>
                <a:ea typeface="Arial"/>
                <a:cs typeface="Arial"/>
                <a:sym typeface="Arial"/>
              </a:rPr>
              <a:t>Regression testing: phải kiểm thử lại sau khi app được cập nhật.</a:t>
            </a:r>
          </a:p>
          <a:p>
            <a:pPr algn="l">
              <a:lnSpc>
                <a:spcPts val="2844"/>
              </a:lnSpc>
            </a:pPr>
          </a:p>
        </p:txBody>
      </p:sp>
      <p:sp>
        <p:nvSpPr>
          <p:cNvPr name="TextBox 10" id="10"/>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Freeform 11" id="11"/>
          <p:cNvSpPr/>
          <p:nvPr/>
        </p:nvSpPr>
        <p:spPr>
          <a:xfrm flipH="false" flipV="false" rot="0">
            <a:off x="1373954" y="3301722"/>
            <a:ext cx="4473044" cy="2544044"/>
          </a:xfrm>
          <a:custGeom>
            <a:avLst/>
            <a:gdLst/>
            <a:ahLst/>
            <a:cxnLst/>
            <a:rect r="r" b="b" t="t" l="l"/>
            <a:pathLst>
              <a:path h="2544044" w="4473044">
                <a:moveTo>
                  <a:pt x="0" y="0"/>
                </a:moveTo>
                <a:lnTo>
                  <a:pt x="4473044" y="0"/>
                </a:lnTo>
                <a:lnTo>
                  <a:pt x="4473044" y="2544044"/>
                </a:lnTo>
                <a:lnTo>
                  <a:pt x="0" y="2544044"/>
                </a:lnTo>
                <a:lnTo>
                  <a:pt x="0" y="0"/>
                </a:lnTo>
                <a:close/>
              </a:path>
            </a:pathLst>
          </a:custGeom>
          <a:blipFill>
            <a:blip r:embed="rId2"/>
            <a:stretch>
              <a:fillRect l="0" t="0" r="0" b="0"/>
            </a:stretch>
          </a:blipFill>
        </p:spPr>
      </p:sp>
      <p:pic>
        <p:nvPicPr>
          <p:cNvPr id="12" name="Picture 11" descr="keyboard_state.jpg"/>
          <p:cNvPicPr>
            <a:picLocks noChangeAspect="1"/>
          </p:cNvPicPr>
          <p:nvPr/>
        </p:nvPicPr>
        <p:blipFill>
          <a:blip r:embed="rId3"/>
          <a:stretch>
            <a:fillRect/>
          </a:stretch>
        </p:blipFill>
        <p:spPr>
          <a:xfrm>
            <a:off x="6212758" y="3301722"/>
            <a:ext cx="3816066" cy="2544044"/>
          </a:xfrm>
          <a:prstGeom prst="rect">
            <a:avLst/>
          </a:prstGeom>
        </p:spPr>
      </p:pic>
      <p:sp>
        <p:nvSpPr>
          <p:cNvPr name="TextBox 211" id="211"/>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2 · Thách thức của kiểm thử mobile</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sp>
        <p:nvSpPr>
          <p:cNvPr name="TextBox 8" id="8"/>
          <p:cNvSpPr txBox="true"/>
          <p:nvPr/>
        </p:nvSpPr>
        <p:spPr>
          <a:xfrm rot="0">
            <a:off x="600413" y="1418881"/>
            <a:ext cx="16315020"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Hai khía cạnh của kiểm thử giao diện</a:t>
            </a:r>
          </a:p>
        </p:txBody>
      </p:sp>
      <p:grpSp>
        <p:nvGrpSpPr>
          <p:cNvPr name="Group 9" id="9"/>
          <p:cNvGrpSpPr/>
          <p:nvPr/>
        </p:nvGrpSpPr>
        <p:grpSpPr>
          <a:xfrm rot="0">
            <a:off x="569347" y="3930470"/>
            <a:ext cx="8287379" cy="500577"/>
            <a:chOff x="0" y="0"/>
            <a:chExt cx="11049838" cy="667436"/>
          </a:xfrm>
        </p:grpSpPr>
        <p:sp>
          <p:nvSpPr>
            <p:cNvPr name="Freeform 10" id="10"/>
            <p:cNvSpPr/>
            <p:nvPr/>
          </p:nvSpPr>
          <p:spPr>
            <a:xfrm flipH="false" flipV="false" rot="0">
              <a:off x="0" y="0"/>
              <a:ext cx="11049889" cy="667385"/>
            </a:xfrm>
            <a:custGeom>
              <a:avLst/>
              <a:gdLst/>
              <a:ahLst/>
              <a:cxnLst/>
              <a:rect r="r" b="b" t="t" l="l"/>
              <a:pathLst>
                <a:path h="667385" w="11049889">
                  <a:moveTo>
                    <a:pt x="0" y="0"/>
                  </a:moveTo>
                  <a:lnTo>
                    <a:pt x="11049889" y="0"/>
                  </a:lnTo>
                  <a:lnTo>
                    <a:pt x="11049889" y="667385"/>
                  </a:lnTo>
                  <a:lnTo>
                    <a:pt x="0" y="667385"/>
                  </a:lnTo>
                  <a:lnTo>
                    <a:pt x="0" y="0"/>
                  </a:lnTo>
                  <a:close/>
                </a:path>
              </a:pathLst>
            </a:custGeom>
            <a:solidFill>
              <a:srgbClr val="1F4E79"/>
            </a:solidFill>
          </p:spPr>
        </p:sp>
      </p:grpSp>
      <p:grpSp>
        <p:nvGrpSpPr>
          <p:cNvPr name="Group 11" id="11"/>
          <p:cNvGrpSpPr/>
          <p:nvPr/>
        </p:nvGrpSpPr>
        <p:grpSpPr>
          <a:xfrm rot="0">
            <a:off x="583930" y="4516372"/>
            <a:ext cx="1414796" cy="500577"/>
            <a:chOff x="0" y="0"/>
            <a:chExt cx="1886394" cy="667436"/>
          </a:xfrm>
        </p:grpSpPr>
        <p:sp>
          <p:nvSpPr>
            <p:cNvPr name="Freeform 12" id="12"/>
            <p:cNvSpPr/>
            <p:nvPr/>
          </p:nvSpPr>
          <p:spPr>
            <a:xfrm flipH="false" flipV="false" rot="0">
              <a:off x="0" y="0"/>
              <a:ext cx="1886458" cy="667385"/>
            </a:xfrm>
            <a:custGeom>
              <a:avLst/>
              <a:gdLst/>
              <a:ahLst/>
              <a:cxnLst/>
              <a:rect r="r" b="b" t="t" l="l"/>
              <a:pathLst>
                <a:path h="667385" w="1886458">
                  <a:moveTo>
                    <a:pt x="0" y="0"/>
                  </a:moveTo>
                  <a:lnTo>
                    <a:pt x="1886458" y="0"/>
                  </a:lnTo>
                  <a:lnTo>
                    <a:pt x="1886458" y="667385"/>
                  </a:lnTo>
                  <a:lnTo>
                    <a:pt x="0" y="667385"/>
                  </a:lnTo>
                  <a:lnTo>
                    <a:pt x="0" y="0"/>
                  </a:lnTo>
                  <a:close/>
                </a:path>
              </a:pathLst>
            </a:custGeom>
            <a:solidFill>
              <a:srgbClr val="FFFFFF"/>
            </a:solidFill>
          </p:spPr>
        </p:sp>
      </p:grpSp>
      <p:grpSp>
        <p:nvGrpSpPr>
          <p:cNvPr name="Group 13" id="13"/>
          <p:cNvGrpSpPr/>
          <p:nvPr/>
        </p:nvGrpSpPr>
        <p:grpSpPr>
          <a:xfrm rot="0">
            <a:off x="1998192" y="4516372"/>
            <a:ext cx="3158461" cy="500577"/>
            <a:chOff x="0" y="0"/>
            <a:chExt cx="4211282" cy="667436"/>
          </a:xfrm>
        </p:grpSpPr>
        <p:sp>
          <p:nvSpPr>
            <p:cNvPr name="Freeform 14" id="14"/>
            <p:cNvSpPr/>
            <p:nvPr/>
          </p:nvSpPr>
          <p:spPr>
            <a:xfrm flipH="false" flipV="false" rot="0">
              <a:off x="0" y="0"/>
              <a:ext cx="4211320" cy="667385"/>
            </a:xfrm>
            <a:custGeom>
              <a:avLst/>
              <a:gdLst/>
              <a:ahLst/>
              <a:cxnLst/>
              <a:rect r="r" b="b" t="t" l="l"/>
              <a:pathLst>
                <a:path h="667385" w="4211320">
                  <a:moveTo>
                    <a:pt x="0" y="0"/>
                  </a:moveTo>
                  <a:lnTo>
                    <a:pt x="4211320" y="0"/>
                  </a:lnTo>
                  <a:lnTo>
                    <a:pt x="4211320" y="667385"/>
                  </a:lnTo>
                  <a:lnTo>
                    <a:pt x="0" y="667385"/>
                  </a:lnTo>
                  <a:lnTo>
                    <a:pt x="0" y="0"/>
                  </a:lnTo>
                  <a:close/>
                </a:path>
              </a:pathLst>
            </a:custGeom>
            <a:solidFill>
              <a:srgbClr val="FFFFFF"/>
            </a:solidFill>
          </p:spPr>
        </p:sp>
      </p:grpSp>
      <p:grpSp>
        <p:nvGrpSpPr>
          <p:cNvPr name="Group 15" id="15"/>
          <p:cNvGrpSpPr/>
          <p:nvPr/>
        </p:nvGrpSpPr>
        <p:grpSpPr>
          <a:xfrm rot="0">
            <a:off x="5156111" y="4516372"/>
            <a:ext cx="2972162" cy="500577"/>
            <a:chOff x="0" y="0"/>
            <a:chExt cx="3962883" cy="667436"/>
          </a:xfrm>
        </p:grpSpPr>
        <p:sp>
          <p:nvSpPr>
            <p:cNvPr name="Freeform 16" id="16"/>
            <p:cNvSpPr/>
            <p:nvPr/>
          </p:nvSpPr>
          <p:spPr>
            <a:xfrm flipH="false" flipV="false" rot="0">
              <a:off x="0" y="0"/>
              <a:ext cx="3962908" cy="667385"/>
            </a:xfrm>
            <a:custGeom>
              <a:avLst/>
              <a:gdLst/>
              <a:ahLst/>
              <a:cxnLst/>
              <a:rect r="r" b="b" t="t" l="l"/>
              <a:pathLst>
                <a:path h="667385" w="3962908">
                  <a:moveTo>
                    <a:pt x="0" y="0"/>
                  </a:moveTo>
                  <a:lnTo>
                    <a:pt x="3962908" y="0"/>
                  </a:lnTo>
                  <a:lnTo>
                    <a:pt x="3962908" y="667385"/>
                  </a:lnTo>
                  <a:lnTo>
                    <a:pt x="0" y="667385"/>
                  </a:lnTo>
                  <a:lnTo>
                    <a:pt x="0" y="0"/>
                  </a:lnTo>
                  <a:close/>
                </a:path>
              </a:pathLst>
            </a:custGeom>
            <a:solidFill>
              <a:srgbClr val="FFFFFF"/>
            </a:solidFill>
          </p:spPr>
        </p:sp>
      </p:grpSp>
      <p:grpSp>
        <p:nvGrpSpPr>
          <p:cNvPr name="Group 17" id="17"/>
          <p:cNvGrpSpPr/>
          <p:nvPr/>
        </p:nvGrpSpPr>
        <p:grpSpPr>
          <a:xfrm rot="0">
            <a:off x="583930" y="5016406"/>
            <a:ext cx="1414796" cy="500577"/>
            <a:chOff x="0" y="0"/>
            <a:chExt cx="1886394" cy="667436"/>
          </a:xfrm>
        </p:grpSpPr>
        <p:sp>
          <p:nvSpPr>
            <p:cNvPr name="Freeform 18" id="18"/>
            <p:cNvSpPr/>
            <p:nvPr/>
          </p:nvSpPr>
          <p:spPr>
            <a:xfrm flipH="false" flipV="false" rot="0">
              <a:off x="0" y="0"/>
              <a:ext cx="1886458" cy="667385"/>
            </a:xfrm>
            <a:custGeom>
              <a:avLst/>
              <a:gdLst/>
              <a:ahLst/>
              <a:cxnLst/>
              <a:rect r="r" b="b" t="t" l="l"/>
              <a:pathLst>
                <a:path h="667385" w="1886458">
                  <a:moveTo>
                    <a:pt x="0" y="0"/>
                  </a:moveTo>
                  <a:lnTo>
                    <a:pt x="1886458" y="0"/>
                  </a:lnTo>
                  <a:lnTo>
                    <a:pt x="1886458" y="667385"/>
                  </a:lnTo>
                  <a:lnTo>
                    <a:pt x="0" y="667385"/>
                  </a:lnTo>
                  <a:lnTo>
                    <a:pt x="0" y="0"/>
                  </a:lnTo>
                  <a:close/>
                </a:path>
              </a:pathLst>
            </a:custGeom>
            <a:solidFill>
              <a:srgbClr val="FFFFFF"/>
            </a:solidFill>
          </p:spPr>
        </p:sp>
      </p:grpSp>
      <p:grpSp>
        <p:nvGrpSpPr>
          <p:cNvPr name="Group 19" id="19"/>
          <p:cNvGrpSpPr/>
          <p:nvPr/>
        </p:nvGrpSpPr>
        <p:grpSpPr>
          <a:xfrm rot="0">
            <a:off x="1998192" y="5016406"/>
            <a:ext cx="3158461" cy="500577"/>
            <a:chOff x="0" y="0"/>
            <a:chExt cx="4211282" cy="667436"/>
          </a:xfrm>
        </p:grpSpPr>
        <p:sp>
          <p:nvSpPr>
            <p:cNvPr name="Freeform 20" id="20"/>
            <p:cNvSpPr/>
            <p:nvPr/>
          </p:nvSpPr>
          <p:spPr>
            <a:xfrm flipH="false" flipV="false" rot="0">
              <a:off x="0" y="0"/>
              <a:ext cx="4211320" cy="667385"/>
            </a:xfrm>
            <a:custGeom>
              <a:avLst/>
              <a:gdLst/>
              <a:ahLst/>
              <a:cxnLst/>
              <a:rect r="r" b="b" t="t" l="l"/>
              <a:pathLst>
                <a:path h="667385" w="4211320">
                  <a:moveTo>
                    <a:pt x="0" y="0"/>
                  </a:moveTo>
                  <a:lnTo>
                    <a:pt x="4211320" y="0"/>
                  </a:lnTo>
                  <a:lnTo>
                    <a:pt x="4211320" y="667385"/>
                  </a:lnTo>
                  <a:lnTo>
                    <a:pt x="0" y="667385"/>
                  </a:lnTo>
                  <a:lnTo>
                    <a:pt x="0" y="0"/>
                  </a:lnTo>
                  <a:close/>
                </a:path>
              </a:pathLst>
            </a:custGeom>
            <a:solidFill>
              <a:srgbClr val="FFFFFF"/>
            </a:solidFill>
          </p:spPr>
        </p:sp>
      </p:grpSp>
      <p:grpSp>
        <p:nvGrpSpPr>
          <p:cNvPr name="Group 21" id="21"/>
          <p:cNvGrpSpPr/>
          <p:nvPr/>
        </p:nvGrpSpPr>
        <p:grpSpPr>
          <a:xfrm rot="0">
            <a:off x="5156111" y="5016406"/>
            <a:ext cx="2972162" cy="500577"/>
            <a:chOff x="0" y="0"/>
            <a:chExt cx="3962883" cy="667436"/>
          </a:xfrm>
        </p:grpSpPr>
        <p:sp>
          <p:nvSpPr>
            <p:cNvPr name="Freeform 22" id="22"/>
            <p:cNvSpPr/>
            <p:nvPr/>
          </p:nvSpPr>
          <p:spPr>
            <a:xfrm flipH="false" flipV="false" rot="0">
              <a:off x="0" y="0"/>
              <a:ext cx="3962908" cy="667385"/>
            </a:xfrm>
            <a:custGeom>
              <a:avLst/>
              <a:gdLst/>
              <a:ahLst/>
              <a:cxnLst/>
              <a:rect r="r" b="b" t="t" l="l"/>
              <a:pathLst>
                <a:path h="667385" w="3962908">
                  <a:moveTo>
                    <a:pt x="0" y="0"/>
                  </a:moveTo>
                  <a:lnTo>
                    <a:pt x="3962908" y="0"/>
                  </a:lnTo>
                  <a:lnTo>
                    <a:pt x="3962908" y="667385"/>
                  </a:lnTo>
                  <a:lnTo>
                    <a:pt x="0" y="667385"/>
                  </a:lnTo>
                  <a:lnTo>
                    <a:pt x="0" y="0"/>
                  </a:lnTo>
                  <a:close/>
                </a:path>
              </a:pathLst>
            </a:custGeom>
            <a:solidFill>
              <a:srgbClr val="FFFFFF"/>
            </a:solidFill>
          </p:spPr>
        </p:sp>
      </p:grpSp>
      <p:grpSp>
        <p:nvGrpSpPr>
          <p:cNvPr name="Group 23" id="23"/>
          <p:cNvGrpSpPr/>
          <p:nvPr/>
        </p:nvGrpSpPr>
        <p:grpSpPr>
          <a:xfrm rot="0">
            <a:off x="583930" y="5516449"/>
            <a:ext cx="1414796" cy="500577"/>
            <a:chOff x="0" y="0"/>
            <a:chExt cx="1886394" cy="667436"/>
          </a:xfrm>
        </p:grpSpPr>
        <p:sp>
          <p:nvSpPr>
            <p:cNvPr name="Freeform 24" id="24"/>
            <p:cNvSpPr/>
            <p:nvPr/>
          </p:nvSpPr>
          <p:spPr>
            <a:xfrm flipH="false" flipV="false" rot="0">
              <a:off x="0" y="0"/>
              <a:ext cx="1886458" cy="667385"/>
            </a:xfrm>
            <a:custGeom>
              <a:avLst/>
              <a:gdLst/>
              <a:ahLst/>
              <a:cxnLst/>
              <a:rect r="r" b="b" t="t" l="l"/>
              <a:pathLst>
                <a:path h="667385" w="1886458">
                  <a:moveTo>
                    <a:pt x="0" y="0"/>
                  </a:moveTo>
                  <a:lnTo>
                    <a:pt x="1886458" y="0"/>
                  </a:lnTo>
                  <a:lnTo>
                    <a:pt x="1886458" y="667385"/>
                  </a:lnTo>
                  <a:lnTo>
                    <a:pt x="0" y="667385"/>
                  </a:lnTo>
                  <a:lnTo>
                    <a:pt x="0" y="0"/>
                  </a:lnTo>
                  <a:close/>
                </a:path>
              </a:pathLst>
            </a:custGeom>
            <a:solidFill>
              <a:srgbClr val="F6F8FA"/>
            </a:solidFill>
          </p:spPr>
        </p:sp>
      </p:grpSp>
      <p:grpSp>
        <p:nvGrpSpPr>
          <p:cNvPr name="Group 25" id="25"/>
          <p:cNvGrpSpPr/>
          <p:nvPr/>
        </p:nvGrpSpPr>
        <p:grpSpPr>
          <a:xfrm rot="0">
            <a:off x="1998192" y="5516449"/>
            <a:ext cx="3158461" cy="500577"/>
            <a:chOff x="0" y="0"/>
            <a:chExt cx="4211282" cy="667436"/>
          </a:xfrm>
        </p:grpSpPr>
        <p:sp>
          <p:nvSpPr>
            <p:cNvPr name="Freeform 26" id="26"/>
            <p:cNvSpPr/>
            <p:nvPr/>
          </p:nvSpPr>
          <p:spPr>
            <a:xfrm flipH="false" flipV="false" rot="0">
              <a:off x="0" y="0"/>
              <a:ext cx="4211320" cy="667385"/>
            </a:xfrm>
            <a:custGeom>
              <a:avLst/>
              <a:gdLst/>
              <a:ahLst/>
              <a:cxnLst/>
              <a:rect r="r" b="b" t="t" l="l"/>
              <a:pathLst>
                <a:path h="667385" w="4211320">
                  <a:moveTo>
                    <a:pt x="0" y="0"/>
                  </a:moveTo>
                  <a:lnTo>
                    <a:pt x="4211320" y="0"/>
                  </a:lnTo>
                  <a:lnTo>
                    <a:pt x="4211320" y="667385"/>
                  </a:lnTo>
                  <a:lnTo>
                    <a:pt x="0" y="667385"/>
                  </a:lnTo>
                  <a:lnTo>
                    <a:pt x="0" y="0"/>
                  </a:lnTo>
                  <a:close/>
                </a:path>
              </a:pathLst>
            </a:custGeom>
            <a:solidFill>
              <a:srgbClr val="F6F8FA"/>
            </a:solidFill>
          </p:spPr>
        </p:sp>
      </p:grpSp>
      <p:grpSp>
        <p:nvGrpSpPr>
          <p:cNvPr name="Group 27" id="27"/>
          <p:cNvGrpSpPr/>
          <p:nvPr/>
        </p:nvGrpSpPr>
        <p:grpSpPr>
          <a:xfrm rot="0">
            <a:off x="5156111" y="5516449"/>
            <a:ext cx="2972162" cy="500577"/>
            <a:chOff x="0" y="0"/>
            <a:chExt cx="3962883" cy="667436"/>
          </a:xfrm>
        </p:grpSpPr>
        <p:sp>
          <p:nvSpPr>
            <p:cNvPr name="Freeform 28" id="28"/>
            <p:cNvSpPr/>
            <p:nvPr/>
          </p:nvSpPr>
          <p:spPr>
            <a:xfrm flipH="false" flipV="false" rot="0">
              <a:off x="0" y="0"/>
              <a:ext cx="3962908" cy="667385"/>
            </a:xfrm>
            <a:custGeom>
              <a:avLst/>
              <a:gdLst/>
              <a:ahLst/>
              <a:cxnLst/>
              <a:rect r="r" b="b" t="t" l="l"/>
              <a:pathLst>
                <a:path h="667385" w="3962908">
                  <a:moveTo>
                    <a:pt x="0" y="0"/>
                  </a:moveTo>
                  <a:lnTo>
                    <a:pt x="3962908" y="0"/>
                  </a:lnTo>
                  <a:lnTo>
                    <a:pt x="3962908" y="667385"/>
                  </a:lnTo>
                  <a:lnTo>
                    <a:pt x="0" y="667385"/>
                  </a:lnTo>
                  <a:lnTo>
                    <a:pt x="0" y="0"/>
                  </a:lnTo>
                  <a:close/>
                </a:path>
              </a:pathLst>
            </a:custGeom>
            <a:solidFill>
              <a:srgbClr val="F6F8FA"/>
            </a:solidFill>
          </p:spPr>
        </p:sp>
      </p:grpSp>
      <p:grpSp>
        <p:nvGrpSpPr>
          <p:cNvPr name="Group 29" id="29"/>
          <p:cNvGrpSpPr/>
          <p:nvPr/>
        </p:nvGrpSpPr>
        <p:grpSpPr>
          <a:xfrm rot="0">
            <a:off x="583930" y="5516449"/>
            <a:ext cx="1414796" cy="500577"/>
            <a:chOff x="0" y="0"/>
            <a:chExt cx="1886394" cy="667436"/>
          </a:xfrm>
        </p:grpSpPr>
        <p:sp>
          <p:nvSpPr>
            <p:cNvPr name="Freeform 30" id="30"/>
            <p:cNvSpPr/>
            <p:nvPr/>
          </p:nvSpPr>
          <p:spPr>
            <a:xfrm flipH="false" flipV="false" rot="0">
              <a:off x="0" y="0"/>
              <a:ext cx="1886458" cy="667385"/>
            </a:xfrm>
            <a:custGeom>
              <a:avLst/>
              <a:gdLst/>
              <a:ahLst/>
              <a:cxnLst/>
              <a:rect r="r" b="b" t="t" l="l"/>
              <a:pathLst>
                <a:path h="667385" w="1886458">
                  <a:moveTo>
                    <a:pt x="0" y="0"/>
                  </a:moveTo>
                  <a:lnTo>
                    <a:pt x="1886458" y="0"/>
                  </a:lnTo>
                  <a:lnTo>
                    <a:pt x="1886458" y="667385"/>
                  </a:lnTo>
                  <a:lnTo>
                    <a:pt x="0" y="667385"/>
                  </a:lnTo>
                  <a:lnTo>
                    <a:pt x="0" y="0"/>
                  </a:lnTo>
                  <a:close/>
                </a:path>
              </a:pathLst>
            </a:custGeom>
            <a:solidFill>
              <a:srgbClr val="EEF3FA"/>
            </a:solidFill>
          </p:spPr>
        </p:sp>
      </p:grpSp>
      <p:grpSp>
        <p:nvGrpSpPr>
          <p:cNvPr name="Group 31" id="31"/>
          <p:cNvGrpSpPr/>
          <p:nvPr/>
        </p:nvGrpSpPr>
        <p:grpSpPr>
          <a:xfrm rot="0">
            <a:off x="1998192" y="5516449"/>
            <a:ext cx="3158461" cy="500577"/>
            <a:chOff x="0" y="0"/>
            <a:chExt cx="4211282" cy="667436"/>
          </a:xfrm>
        </p:grpSpPr>
        <p:sp>
          <p:nvSpPr>
            <p:cNvPr name="Freeform 32" id="32"/>
            <p:cNvSpPr/>
            <p:nvPr/>
          </p:nvSpPr>
          <p:spPr>
            <a:xfrm flipH="false" flipV="false" rot="0">
              <a:off x="0" y="0"/>
              <a:ext cx="4211320" cy="667385"/>
            </a:xfrm>
            <a:custGeom>
              <a:avLst/>
              <a:gdLst/>
              <a:ahLst/>
              <a:cxnLst/>
              <a:rect r="r" b="b" t="t" l="l"/>
              <a:pathLst>
                <a:path h="667385" w="4211320">
                  <a:moveTo>
                    <a:pt x="0" y="0"/>
                  </a:moveTo>
                  <a:lnTo>
                    <a:pt x="4211320" y="0"/>
                  </a:lnTo>
                  <a:lnTo>
                    <a:pt x="4211320" y="667385"/>
                  </a:lnTo>
                  <a:lnTo>
                    <a:pt x="0" y="667385"/>
                  </a:lnTo>
                  <a:lnTo>
                    <a:pt x="0" y="0"/>
                  </a:lnTo>
                  <a:close/>
                </a:path>
              </a:pathLst>
            </a:custGeom>
            <a:solidFill>
              <a:srgbClr val="EEF3FA"/>
            </a:solidFill>
          </p:spPr>
        </p:sp>
      </p:grpSp>
      <p:grpSp>
        <p:nvGrpSpPr>
          <p:cNvPr name="Group 33" id="33"/>
          <p:cNvGrpSpPr/>
          <p:nvPr/>
        </p:nvGrpSpPr>
        <p:grpSpPr>
          <a:xfrm rot="0">
            <a:off x="5156111" y="5516449"/>
            <a:ext cx="2972162" cy="500577"/>
            <a:chOff x="0" y="0"/>
            <a:chExt cx="3962883" cy="667436"/>
          </a:xfrm>
        </p:grpSpPr>
        <p:sp>
          <p:nvSpPr>
            <p:cNvPr name="Freeform 34" id="34"/>
            <p:cNvSpPr/>
            <p:nvPr/>
          </p:nvSpPr>
          <p:spPr>
            <a:xfrm flipH="false" flipV="false" rot="0">
              <a:off x="0" y="0"/>
              <a:ext cx="3962908" cy="667385"/>
            </a:xfrm>
            <a:custGeom>
              <a:avLst/>
              <a:gdLst/>
              <a:ahLst/>
              <a:cxnLst/>
              <a:rect r="r" b="b" t="t" l="l"/>
              <a:pathLst>
                <a:path h="667385" w="3962908">
                  <a:moveTo>
                    <a:pt x="0" y="0"/>
                  </a:moveTo>
                  <a:lnTo>
                    <a:pt x="3962908" y="0"/>
                  </a:lnTo>
                  <a:lnTo>
                    <a:pt x="3962908" y="667385"/>
                  </a:lnTo>
                  <a:lnTo>
                    <a:pt x="0" y="667385"/>
                  </a:lnTo>
                  <a:lnTo>
                    <a:pt x="0" y="0"/>
                  </a:lnTo>
                  <a:close/>
                </a:path>
              </a:pathLst>
            </a:custGeom>
            <a:solidFill>
              <a:srgbClr val="EEF3FA"/>
            </a:solidFill>
          </p:spPr>
        </p:sp>
      </p:grpSp>
      <p:grpSp>
        <p:nvGrpSpPr>
          <p:cNvPr name="Group 35" id="35"/>
          <p:cNvGrpSpPr/>
          <p:nvPr/>
        </p:nvGrpSpPr>
        <p:grpSpPr>
          <a:xfrm rot="0">
            <a:off x="583930" y="6016483"/>
            <a:ext cx="1414796" cy="500577"/>
            <a:chOff x="0" y="0"/>
            <a:chExt cx="1886394" cy="667436"/>
          </a:xfrm>
        </p:grpSpPr>
        <p:sp>
          <p:nvSpPr>
            <p:cNvPr name="Freeform 36" id="36"/>
            <p:cNvSpPr/>
            <p:nvPr/>
          </p:nvSpPr>
          <p:spPr>
            <a:xfrm flipH="false" flipV="false" rot="0">
              <a:off x="0" y="0"/>
              <a:ext cx="1886458" cy="667385"/>
            </a:xfrm>
            <a:custGeom>
              <a:avLst/>
              <a:gdLst/>
              <a:ahLst/>
              <a:cxnLst/>
              <a:rect r="r" b="b" t="t" l="l"/>
              <a:pathLst>
                <a:path h="667385" w="1886458">
                  <a:moveTo>
                    <a:pt x="0" y="0"/>
                  </a:moveTo>
                  <a:lnTo>
                    <a:pt x="1886458" y="0"/>
                  </a:lnTo>
                  <a:lnTo>
                    <a:pt x="1886458" y="667385"/>
                  </a:lnTo>
                  <a:lnTo>
                    <a:pt x="0" y="667385"/>
                  </a:lnTo>
                  <a:lnTo>
                    <a:pt x="0" y="0"/>
                  </a:lnTo>
                  <a:close/>
                </a:path>
              </a:pathLst>
            </a:custGeom>
            <a:solidFill>
              <a:srgbClr val="FFFFFF"/>
            </a:solidFill>
          </p:spPr>
        </p:sp>
      </p:grpSp>
      <p:grpSp>
        <p:nvGrpSpPr>
          <p:cNvPr name="Group 37" id="37"/>
          <p:cNvGrpSpPr/>
          <p:nvPr/>
        </p:nvGrpSpPr>
        <p:grpSpPr>
          <a:xfrm rot="0">
            <a:off x="1998192" y="6016483"/>
            <a:ext cx="3158461" cy="500577"/>
            <a:chOff x="0" y="0"/>
            <a:chExt cx="4211282" cy="667436"/>
          </a:xfrm>
        </p:grpSpPr>
        <p:sp>
          <p:nvSpPr>
            <p:cNvPr name="Freeform 38" id="38"/>
            <p:cNvSpPr/>
            <p:nvPr/>
          </p:nvSpPr>
          <p:spPr>
            <a:xfrm flipH="false" flipV="false" rot="0">
              <a:off x="0" y="0"/>
              <a:ext cx="4211320" cy="667385"/>
            </a:xfrm>
            <a:custGeom>
              <a:avLst/>
              <a:gdLst/>
              <a:ahLst/>
              <a:cxnLst/>
              <a:rect r="r" b="b" t="t" l="l"/>
              <a:pathLst>
                <a:path h="667385" w="4211320">
                  <a:moveTo>
                    <a:pt x="0" y="0"/>
                  </a:moveTo>
                  <a:lnTo>
                    <a:pt x="4211320" y="0"/>
                  </a:lnTo>
                  <a:lnTo>
                    <a:pt x="4211320" y="667385"/>
                  </a:lnTo>
                  <a:lnTo>
                    <a:pt x="0" y="667385"/>
                  </a:lnTo>
                  <a:lnTo>
                    <a:pt x="0" y="0"/>
                  </a:lnTo>
                  <a:close/>
                </a:path>
              </a:pathLst>
            </a:custGeom>
            <a:solidFill>
              <a:srgbClr val="FFFFFF"/>
            </a:solidFill>
          </p:spPr>
        </p:sp>
      </p:grpSp>
      <p:grpSp>
        <p:nvGrpSpPr>
          <p:cNvPr name="Group 39" id="39"/>
          <p:cNvGrpSpPr/>
          <p:nvPr/>
        </p:nvGrpSpPr>
        <p:grpSpPr>
          <a:xfrm rot="0">
            <a:off x="5156111" y="6016483"/>
            <a:ext cx="2972162" cy="500577"/>
            <a:chOff x="0" y="0"/>
            <a:chExt cx="3962883" cy="667436"/>
          </a:xfrm>
        </p:grpSpPr>
        <p:sp>
          <p:nvSpPr>
            <p:cNvPr name="Freeform 40" id="40"/>
            <p:cNvSpPr/>
            <p:nvPr/>
          </p:nvSpPr>
          <p:spPr>
            <a:xfrm flipH="false" flipV="false" rot="0">
              <a:off x="0" y="0"/>
              <a:ext cx="3962908" cy="667385"/>
            </a:xfrm>
            <a:custGeom>
              <a:avLst/>
              <a:gdLst/>
              <a:ahLst/>
              <a:cxnLst/>
              <a:rect r="r" b="b" t="t" l="l"/>
              <a:pathLst>
                <a:path h="667385" w="3962908">
                  <a:moveTo>
                    <a:pt x="0" y="0"/>
                  </a:moveTo>
                  <a:lnTo>
                    <a:pt x="3962908" y="0"/>
                  </a:lnTo>
                  <a:lnTo>
                    <a:pt x="3962908" y="667385"/>
                  </a:lnTo>
                  <a:lnTo>
                    <a:pt x="0" y="667385"/>
                  </a:lnTo>
                  <a:lnTo>
                    <a:pt x="0" y="0"/>
                  </a:lnTo>
                  <a:close/>
                </a:path>
              </a:pathLst>
            </a:custGeom>
            <a:solidFill>
              <a:srgbClr val="FFFFFF"/>
            </a:solidFill>
          </p:spPr>
        </p:sp>
      </p:grpSp>
      <p:grpSp>
        <p:nvGrpSpPr>
          <p:cNvPr name="Group 41" id="41"/>
          <p:cNvGrpSpPr/>
          <p:nvPr/>
        </p:nvGrpSpPr>
        <p:grpSpPr>
          <a:xfrm rot="0">
            <a:off x="569347" y="4516372"/>
            <a:ext cx="15116" cy="514617"/>
            <a:chOff x="0" y="0"/>
            <a:chExt cx="20155" cy="686156"/>
          </a:xfrm>
        </p:grpSpPr>
        <p:sp>
          <p:nvSpPr>
            <p:cNvPr name="Freeform 42" id="42"/>
            <p:cNvSpPr/>
            <p:nvPr/>
          </p:nvSpPr>
          <p:spPr>
            <a:xfrm flipH="false" flipV="false" rot="0">
              <a:off x="0" y="0"/>
              <a:ext cx="20193" cy="686181"/>
            </a:xfrm>
            <a:custGeom>
              <a:avLst/>
              <a:gdLst/>
              <a:ahLst/>
              <a:cxnLst/>
              <a:rect r="r" b="b" t="t" l="l"/>
              <a:pathLst>
                <a:path h="686181" w="20193">
                  <a:moveTo>
                    <a:pt x="0" y="0"/>
                  </a:moveTo>
                  <a:lnTo>
                    <a:pt x="20193" y="0"/>
                  </a:lnTo>
                  <a:lnTo>
                    <a:pt x="20193" y="686181"/>
                  </a:lnTo>
                  <a:lnTo>
                    <a:pt x="0" y="686181"/>
                  </a:lnTo>
                  <a:lnTo>
                    <a:pt x="0" y="0"/>
                  </a:lnTo>
                  <a:close/>
                </a:path>
              </a:pathLst>
            </a:custGeom>
            <a:solidFill>
              <a:srgbClr val="D1D9E0"/>
            </a:solidFill>
          </p:spPr>
        </p:sp>
      </p:grpSp>
      <p:grpSp>
        <p:nvGrpSpPr>
          <p:cNvPr name="Group 43" id="43"/>
          <p:cNvGrpSpPr/>
          <p:nvPr/>
        </p:nvGrpSpPr>
        <p:grpSpPr>
          <a:xfrm rot="0">
            <a:off x="569347" y="4516372"/>
            <a:ext cx="1443961" cy="14583"/>
            <a:chOff x="0" y="0"/>
            <a:chExt cx="1925282" cy="19444"/>
          </a:xfrm>
        </p:grpSpPr>
        <p:sp>
          <p:nvSpPr>
            <p:cNvPr name="Freeform 44" id="44"/>
            <p:cNvSpPr/>
            <p:nvPr/>
          </p:nvSpPr>
          <p:spPr>
            <a:xfrm flipH="false" flipV="false" rot="0">
              <a:off x="0" y="0"/>
              <a:ext cx="1925320" cy="19431"/>
            </a:xfrm>
            <a:custGeom>
              <a:avLst/>
              <a:gdLst/>
              <a:ahLst/>
              <a:cxnLst/>
              <a:rect r="r" b="b" t="t" l="l"/>
              <a:pathLst>
                <a:path h="19431" w="1925320">
                  <a:moveTo>
                    <a:pt x="0" y="0"/>
                  </a:moveTo>
                  <a:lnTo>
                    <a:pt x="1925320" y="0"/>
                  </a:lnTo>
                  <a:lnTo>
                    <a:pt x="1925320" y="19431"/>
                  </a:lnTo>
                  <a:lnTo>
                    <a:pt x="0" y="19431"/>
                  </a:lnTo>
                  <a:lnTo>
                    <a:pt x="0" y="0"/>
                  </a:lnTo>
                  <a:close/>
                </a:path>
              </a:pathLst>
            </a:custGeom>
            <a:solidFill>
              <a:srgbClr val="D1D9E0"/>
            </a:solidFill>
          </p:spPr>
        </p:sp>
      </p:grpSp>
      <p:grpSp>
        <p:nvGrpSpPr>
          <p:cNvPr name="Group 45" id="45"/>
          <p:cNvGrpSpPr/>
          <p:nvPr/>
        </p:nvGrpSpPr>
        <p:grpSpPr>
          <a:xfrm rot="0">
            <a:off x="1998192" y="4516372"/>
            <a:ext cx="15116" cy="514617"/>
            <a:chOff x="0" y="0"/>
            <a:chExt cx="20155" cy="686156"/>
          </a:xfrm>
        </p:grpSpPr>
        <p:sp>
          <p:nvSpPr>
            <p:cNvPr name="Freeform 46" id="46"/>
            <p:cNvSpPr/>
            <p:nvPr/>
          </p:nvSpPr>
          <p:spPr>
            <a:xfrm flipH="false" flipV="false" rot="0">
              <a:off x="0" y="0"/>
              <a:ext cx="20193" cy="686181"/>
            </a:xfrm>
            <a:custGeom>
              <a:avLst/>
              <a:gdLst/>
              <a:ahLst/>
              <a:cxnLst/>
              <a:rect r="r" b="b" t="t" l="l"/>
              <a:pathLst>
                <a:path h="686181" w="20193">
                  <a:moveTo>
                    <a:pt x="0" y="0"/>
                  </a:moveTo>
                  <a:lnTo>
                    <a:pt x="20193" y="0"/>
                  </a:lnTo>
                  <a:lnTo>
                    <a:pt x="20193" y="686181"/>
                  </a:lnTo>
                  <a:lnTo>
                    <a:pt x="0" y="686181"/>
                  </a:lnTo>
                  <a:lnTo>
                    <a:pt x="0" y="0"/>
                  </a:lnTo>
                  <a:close/>
                </a:path>
              </a:pathLst>
            </a:custGeom>
            <a:solidFill>
              <a:srgbClr val="D1D9E0"/>
            </a:solidFill>
          </p:spPr>
        </p:sp>
      </p:grpSp>
      <p:grpSp>
        <p:nvGrpSpPr>
          <p:cNvPr name="Group 47" id="47"/>
          <p:cNvGrpSpPr/>
          <p:nvPr/>
        </p:nvGrpSpPr>
        <p:grpSpPr>
          <a:xfrm rot="0">
            <a:off x="2012765" y="4516372"/>
            <a:ext cx="3157919" cy="14583"/>
            <a:chOff x="0" y="0"/>
            <a:chExt cx="4210558" cy="19444"/>
          </a:xfrm>
        </p:grpSpPr>
        <p:sp>
          <p:nvSpPr>
            <p:cNvPr name="Freeform 48" id="48"/>
            <p:cNvSpPr/>
            <p:nvPr/>
          </p:nvSpPr>
          <p:spPr>
            <a:xfrm flipH="false" flipV="false" rot="0">
              <a:off x="0" y="0"/>
              <a:ext cx="4210558" cy="19431"/>
            </a:xfrm>
            <a:custGeom>
              <a:avLst/>
              <a:gdLst/>
              <a:ahLst/>
              <a:cxnLst/>
              <a:rect r="r" b="b" t="t" l="l"/>
              <a:pathLst>
                <a:path h="19431" w="4210558">
                  <a:moveTo>
                    <a:pt x="0" y="0"/>
                  </a:moveTo>
                  <a:lnTo>
                    <a:pt x="4210558" y="0"/>
                  </a:lnTo>
                  <a:lnTo>
                    <a:pt x="4210558" y="19431"/>
                  </a:lnTo>
                  <a:lnTo>
                    <a:pt x="0" y="19431"/>
                  </a:lnTo>
                  <a:lnTo>
                    <a:pt x="0" y="0"/>
                  </a:lnTo>
                  <a:close/>
                </a:path>
              </a:pathLst>
            </a:custGeom>
            <a:solidFill>
              <a:srgbClr val="D1D9E0"/>
            </a:solidFill>
          </p:spPr>
        </p:sp>
      </p:grpSp>
      <p:grpSp>
        <p:nvGrpSpPr>
          <p:cNvPr name="Group 49" id="49"/>
          <p:cNvGrpSpPr/>
          <p:nvPr/>
        </p:nvGrpSpPr>
        <p:grpSpPr>
          <a:xfrm rot="0">
            <a:off x="5156111" y="4516372"/>
            <a:ext cx="14583" cy="514617"/>
            <a:chOff x="0" y="0"/>
            <a:chExt cx="19444" cy="686156"/>
          </a:xfrm>
        </p:grpSpPr>
        <p:sp>
          <p:nvSpPr>
            <p:cNvPr name="Freeform 50" id="50"/>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51" id="51"/>
          <p:cNvGrpSpPr/>
          <p:nvPr/>
        </p:nvGrpSpPr>
        <p:grpSpPr>
          <a:xfrm rot="0">
            <a:off x="5170150" y="4516372"/>
            <a:ext cx="2972162" cy="14583"/>
            <a:chOff x="0" y="0"/>
            <a:chExt cx="3962883" cy="19444"/>
          </a:xfrm>
        </p:grpSpPr>
        <p:sp>
          <p:nvSpPr>
            <p:cNvPr name="Freeform 52" id="52"/>
            <p:cNvSpPr/>
            <p:nvPr/>
          </p:nvSpPr>
          <p:spPr>
            <a:xfrm flipH="false" flipV="false" rot="0">
              <a:off x="0" y="0"/>
              <a:ext cx="3962908" cy="19431"/>
            </a:xfrm>
            <a:custGeom>
              <a:avLst/>
              <a:gdLst/>
              <a:ahLst/>
              <a:cxnLst/>
              <a:rect r="r" b="b" t="t" l="l"/>
              <a:pathLst>
                <a:path h="19431" w="3962908">
                  <a:moveTo>
                    <a:pt x="0" y="0"/>
                  </a:moveTo>
                  <a:lnTo>
                    <a:pt x="3962908" y="0"/>
                  </a:lnTo>
                  <a:lnTo>
                    <a:pt x="3962908" y="19431"/>
                  </a:lnTo>
                  <a:lnTo>
                    <a:pt x="0" y="19431"/>
                  </a:lnTo>
                  <a:lnTo>
                    <a:pt x="0" y="0"/>
                  </a:lnTo>
                  <a:close/>
                </a:path>
              </a:pathLst>
            </a:custGeom>
            <a:solidFill>
              <a:srgbClr val="D1D9E0"/>
            </a:solidFill>
          </p:spPr>
        </p:sp>
      </p:grpSp>
      <p:grpSp>
        <p:nvGrpSpPr>
          <p:cNvPr name="Group 53" id="53"/>
          <p:cNvGrpSpPr/>
          <p:nvPr/>
        </p:nvGrpSpPr>
        <p:grpSpPr>
          <a:xfrm rot="0">
            <a:off x="8127730" y="4516372"/>
            <a:ext cx="14583" cy="514617"/>
            <a:chOff x="0" y="0"/>
            <a:chExt cx="19444" cy="686156"/>
          </a:xfrm>
        </p:grpSpPr>
        <p:sp>
          <p:nvSpPr>
            <p:cNvPr name="Freeform 54" id="54"/>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55" id="55"/>
          <p:cNvGrpSpPr/>
          <p:nvPr/>
        </p:nvGrpSpPr>
        <p:grpSpPr>
          <a:xfrm rot="0">
            <a:off x="569347" y="5016406"/>
            <a:ext cx="1443961" cy="14583"/>
            <a:chOff x="0" y="0"/>
            <a:chExt cx="1925282" cy="19444"/>
          </a:xfrm>
        </p:grpSpPr>
        <p:sp>
          <p:nvSpPr>
            <p:cNvPr name="Freeform 56" id="56"/>
            <p:cNvSpPr/>
            <p:nvPr/>
          </p:nvSpPr>
          <p:spPr>
            <a:xfrm flipH="false" flipV="false" rot="0">
              <a:off x="0" y="0"/>
              <a:ext cx="1925320" cy="19431"/>
            </a:xfrm>
            <a:custGeom>
              <a:avLst/>
              <a:gdLst/>
              <a:ahLst/>
              <a:cxnLst/>
              <a:rect r="r" b="b" t="t" l="l"/>
              <a:pathLst>
                <a:path h="19431" w="1925320">
                  <a:moveTo>
                    <a:pt x="0" y="0"/>
                  </a:moveTo>
                  <a:lnTo>
                    <a:pt x="1925320" y="0"/>
                  </a:lnTo>
                  <a:lnTo>
                    <a:pt x="1925320" y="19431"/>
                  </a:lnTo>
                  <a:lnTo>
                    <a:pt x="0" y="19431"/>
                  </a:lnTo>
                  <a:lnTo>
                    <a:pt x="0" y="0"/>
                  </a:lnTo>
                  <a:close/>
                </a:path>
              </a:pathLst>
            </a:custGeom>
            <a:solidFill>
              <a:srgbClr val="D1D9E0"/>
            </a:solidFill>
          </p:spPr>
        </p:sp>
      </p:grpSp>
      <p:grpSp>
        <p:nvGrpSpPr>
          <p:cNvPr name="Group 57" id="57"/>
          <p:cNvGrpSpPr/>
          <p:nvPr/>
        </p:nvGrpSpPr>
        <p:grpSpPr>
          <a:xfrm rot="0">
            <a:off x="2012765" y="5016406"/>
            <a:ext cx="3157919" cy="14583"/>
            <a:chOff x="0" y="0"/>
            <a:chExt cx="4210558" cy="19444"/>
          </a:xfrm>
        </p:grpSpPr>
        <p:sp>
          <p:nvSpPr>
            <p:cNvPr name="Freeform 58" id="58"/>
            <p:cNvSpPr/>
            <p:nvPr/>
          </p:nvSpPr>
          <p:spPr>
            <a:xfrm flipH="false" flipV="false" rot="0">
              <a:off x="0" y="0"/>
              <a:ext cx="4210558" cy="19431"/>
            </a:xfrm>
            <a:custGeom>
              <a:avLst/>
              <a:gdLst/>
              <a:ahLst/>
              <a:cxnLst/>
              <a:rect r="r" b="b" t="t" l="l"/>
              <a:pathLst>
                <a:path h="19431" w="4210558">
                  <a:moveTo>
                    <a:pt x="0" y="0"/>
                  </a:moveTo>
                  <a:lnTo>
                    <a:pt x="4210558" y="0"/>
                  </a:lnTo>
                  <a:lnTo>
                    <a:pt x="4210558" y="19431"/>
                  </a:lnTo>
                  <a:lnTo>
                    <a:pt x="0" y="19431"/>
                  </a:lnTo>
                  <a:lnTo>
                    <a:pt x="0" y="0"/>
                  </a:lnTo>
                  <a:close/>
                </a:path>
              </a:pathLst>
            </a:custGeom>
            <a:solidFill>
              <a:srgbClr val="D1D9E0"/>
            </a:solidFill>
          </p:spPr>
        </p:sp>
      </p:grpSp>
      <p:grpSp>
        <p:nvGrpSpPr>
          <p:cNvPr name="Group 59" id="59"/>
          <p:cNvGrpSpPr/>
          <p:nvPr/>
        </p:nvGrpSpPr>
        <p:grpSpPr>
          <a:xfrm rot="0">
            <a:off x="5170150" y="5016406"/>
            <a:ext cx="2972162" cy="14583"/>
            <a:chOff x="0" y="0"/>
            <a:chExt cx="3962883" cy="19444"/>
          </a:xfrm>
        </p:grpSpPr>
        <p:sp>
          <p:nvSpPr>
            <p:cNvPr name="Freeform 60" id="60"/>
            <p:cNvSpPr/>
            <p:nvPr/>
          </p:nvSpPr>
          <p:spPr>
            <a:xfrm flipH="false" flipV="false" rot="0">
              <a:off x="0" y="0"/>
              <a:ext cx="3962908" cy="19431"/>
            </a:xfrm>
            <a:custGeom>
              <a:avLst/>
              <a:gdLst/>
              <a:ahLst/>
              <a:cxnLst/>
              <a:rect r="r" b="b" t="t" l="l"/>
              <a:pathLst>
                <a:path h="19431" w="3962908">
                  <a:moveTo>
                    <a:pt x="0" y="0"/>
                  </a:moveTo>
                  <a:lnTo>
                    <a:pt x="3962908" y="0"/>
                  </a:lnTo>
                  <a:lnTo>
                    <a:pt x="3962908" y="19431"/>
                  </a:lnTo>
                  <a:lnTo>
                    <a:pt x="0" y="19431"/>
                  </a:lnTo>
                  <a:lnTo>
                    <a:pt x="0" y="0"/>
                  </a:lnTo>
                  <a:close/>
                </a:path>
              </a:pathLst>
            </a:custGeom>
            <a:solidFill>
              <a:srgbClr val="D1D9E0"/>
            </a:solidFill>
          </p:spPr>
        </p:sp>
      </p:grpSp>
      <p:grpSp>
        <p:nvGrpSpPr>
          <p:cNvPr name="Group 61" id="61"/>
          <p:cNvGrpSpPr/>
          <p:nvPr/>
        </p:nvGrpSpPr>
        <p:grpSpPr>
          <a:xfrm rot="0">
            <a:off x="569347" y="5030445"/>
            <a:ext cx="15116" cy="500577"/>
            <a:chOff x="0" y="0"/>
            <a:chExt cx="20155" cy="667436"/>
          </a:xfrm>
        </p:grpSpPr>
        <p:sp>
          <p:nvSpPr>
            <p:cNvPr name="Freeform 62" id="62"/>
            <p:cNvSpPr/>
            <p:nvPr/>
          </p:nvSpPr>
          <p:spPr>
            <a:xfrm flipH="false" flipV="false" rot="0">
              <a:off x="0" y="0"/>
              <a:ext cx="20193" cy="667385"/>
            </a:xfrm>
            <a:custGeom>
              <a:avLst/>
              <a:gdLst/>
              <a:ahLst/>
              <a:cxnLst/>
              <a:rect r="r" b="b" t="t" l="l"/>
              <a:pathLst>
                <a:path h="667385" w="20193">
                  <a:moveTo>
                    <a:pt x="0" y="0"/>
                  </a:moveTo>
                  <a:lnTo>
                    <a:pt x="20193" y="0"/>
                  </a:lnTo>
                  <a:lnTo>
                    <a:pt x="20193" y="667385"/>
                  </a:lnTo>
                  <a:lnTo>
                    <a:pt x="0" y="667385"/>
                  </a:lnTo>
                  <a:lnTo>
                    <a:pt x="0" y="0"/>
                  </a:lnTo>
                  <a:close/>
                </a:path>
              </a:pathLst>
            </a:custGeom>
            <a:solidFill>
              <a:srgbClr val="D1D9E0"/>
            </a:solidFill>
          </p:spPr>
        </p:sp>
      </p:grpSp>
      <p:grpSp>
        <p:nvGrpSpPr>
          <p:cNvPr name="Group 63" id="63"/>
          <p:cNvGrpSpPr/>
          <p:nvPr/>
        </p:nvGrpSpPr>
        <p:grpSpPr>
          <a:xfrm rot="0">
            <a:off x="1998192" y="5030445"/>
            <a:ext cx="15116" cy="500577"/>
            <a:chOff x="0" y="0"/>
            <a:chExt cx="20155" cy="667436"/>
          </a:xfrm>
        </p:grpSpPr>
        <p:sp>
          <p:nvSpPr>
            <p:cNvPr name="Freeform 64" id="64"/>
            <p:cNvSpPr/>
            <p:nvPr/>
          </p:nvSpPr>
          <p:spPr>
            <a:xfrm flipH="false" flipV="false" rot="0">
              <a:off x="0" y="0"/>
              <a:ext cx="20193" cy="667385"/>
            </a:xfrm>
            <a:custGeom>
              <a:avLst/>
              <a:gdLst/>
              <a:ahLst/>
              <a:cxnLst/>
              <a:rect r="r" b="b" t="t" l="l"/>
              <a:pathLst>
                <a:path h="667385" w="20193">
                  <a:moveTo>
                    <a:pt x="0" y="0"/>
                  </a:moveTo>
                  <a:lnTo>
                    <a:pt x="20193" y="0"/>
                  </a:lnTo>
                  <a:lnTo>
                    <a:pt x="20193" y="667385"/>
                  </a:lnTo>
                  <a:lnTo>
                    <a:pt x="0" y="667385"/>
                  </a:lnTo>
                  <a:lnTo>
                    <a:pt x="0" y="0"/>
                  </a:lnTo>
                  <a:close/>
                </a:path>
              </a:pathLst>
            </a:custGeom>
            <a:solidFill>
              <a:srgbClr val="D1D9E0"/>
            </a:solidFill>
          </p:spPr>
        </p:sp>
      </p:grpSp>
      <p:grpSp>
        <p:nvGrpSpPr>
          <p:cNvPr name="Group 65" id="65"/>
          <p:cNvGrpSpPr/>
          <p:nvPr/>
        </p:nvGrpSpPr>
        <p:grpSpPr>
          <a:xfrm rot="0">
            <a:off x="5156111" y="5030445"/>
            <a:ext cx="14583" cy="500577"/>
            <a:chOff x="0" y="0"/>
            <a:chExt cx="19444" cy="667436"/>
          </a:xfrm>
        </p:grpSpPr>
        <p:sp>
          <p:nvSpPr>
            <p:cNvPr name="Freeform 66" id="66"/>
            <p:cNvSpPr/>
            <p:nvPr/>
          </p:nvSpPr>
          <p:spPr>
            <a:xfrm flipH="false" flipV="false" rot="0">
              <a:off x="0" y="0"/>
              <a:ext cx="19431" cy="667385"/>
            </a:xfrm>
            <a:custGeom>
              <a:avLst/>
              <a:gdLst/>
              <a:ahLst/>
              <a:cxnLst/>
              <a:rect r="r" b="b" t="t" l="l"/>
              <a:pathLst>
                <a:path h="667385" w="19431">
                  <a:moveTo>
                    <a:pt x="0" y="0"/>
                  </a:moveTo>
                  <a:lnTo>
                    <a:pt x="19431" y="0"/>
                  </a:lnTo>
                  <a:lnTo>
                    <a:pt x="19431" y="667385"/>
                  </a:lnTo>
                  <a:lnTo>
                    <a:pt x="0" y="667385"/>
                  </a:lnTo>
                  <a:lnTo>
                    <a:pt x="0" y="0"/>
                  </a:lnTo>
                  <a:close/>
                </a:path>
              </a:pathLst>
            </a:custGeom>
            <a:solidFill>
              <a:srgbClr val="D1D9E0"/>
            </a:solidFill>
          </p:spPr>
        </p:sp>
      </p:grpSp>
      <p:grpSp>
        <p:nvGrpSpPr>
          <p:cNvPr name="Group 67" id="67"/>
          <p:cNvGrpSpPr/>
          <p:nvPr/>
        </p:nvGrpSpPr>
        <p:grpSpPr>
          <a:xfrm rot="0">
            <a:off x="8127730" y="5030445"/>
            <a:ext cx="14583" cy="500577"/>
            <a:chOff x="0" y="0"/>
            <a:chExt cx="19444" cy="667436"/>
          </a:xfrm>
        </p:grpSpPr>
        <p:sp>
          <p:nvSpPr>
            <p:cNvPr name="Freeform 68" id="68"/>
            <p:cNvSpPr/>
            <p:nvPr/>
          </p:nvSpPr>
          <p:spPr>
            <a:xfrm flipH="false" flipV="false" rot="0">
              <a:off x="0" y="0"/>
              <a:ext cx="19431" cy="667385"/>
            </a:xfrm>
            <a:custGeom>
              <a:avLst/>
              <a:gdLst/>
              <a:ahLst/>
              <a:cxnLst/>
              <a:rect r="r" b="b" t="t" l="l"/>
              <a:pathLst>
                <a:path h="667385" w="19431">
                  <a:moveTo>
                    <a:pt x="0" y="0"/>
                  </a:moveTo>
                  <a:lnTo>
                    <a:pt x="19431" y="0"/>
                  </a:lnTo>
                  <a:lnTo>
                    <a:pt x="19431" y="667385"/>
                  </a:lnTo>
                  <a:lnTo>
                    <a:pt x="0" y="667385"/>
                  </a:lnTo>
                  <a:lnTo>
                    <a:pt x="0" y="0"/>
                  </a:lnTo>
                  <a:close/>
                </a:path>
              </a:pathLst>
            </a:custGeom>
            <a:solidFill>
              <a:srgbClr val="D1D9E0"/>
            </a:solidFill>
          </p:spPr>
        </p:sp>
      </p:grpSp>
      <p:grpSp>
        <p:nvGrpSpPr>
          <p:cNvPr name="Group 69" id="69"/>
          <p:cNvGrpSpPr/>
          <p:nvPr/>
        </p:nvGrpSpPr>
        <p:grpSpPr>
          <a:xfrm rot="0">
            <a:off x="569347" y="5530489"/>
            <a:ext cx="15116" cy="500577"/>
            <a:chOff x="0" y="0"/>
            <a:chExt cx="20155" cy="667436"/>
          </a:xfrm>
        </p:grpSpPr>
        <p:sp>
          <p:nvSpPr>
            <p:cNvPr name="Freeform 70" id="70"/>
            <p:cNvSpPr/>
            <p:nvPr/>
          </p:nvSpPr>
          <p:spPr>
            <a:xfrm flipH="false" flipV="false" rot="0">
              <a:off x="0" y="0"/>
              <a:ext cx="20193" cy="667385"/>
            </a:xfrm>
            <a:custGeom>
              <a:avLst/>
              <a:gdLst/>
              <a:ahLst/>
              <a:cxnLst/>
              <a:rect r="r" b="b" t="t" l="l"/>
              <a:pathLst>
                <a:path h="667385" w="20193">
                  <a:moveTo>
                    <a:pt x="0" y="0"/>
                  </a:moveTo>
                  <a:lnTo>
                    <a:pt x="20193" y="0"/>
                  </a:lnTo>
                  <a:lnTo>
                    <a:pt x="20193" y="667385"/>
                  </a:lnTo>
                  <a:lnTo>
                    <a:pt x="0" y="667385"/>
                  </a:lnTo>
                  <a:lnTo>
                    <a:pt x="0" y="0"/>
                  </a:lnTo>
                  <a:close/>
                </a:path>
              </a:pathLst>
            </a:custGeom>
            <a:solidFill>
              <a:srgbClr val="D1D9E0"/>
            </a:solidFill>
          </p:spPr>
        </p:sp>
      </p:grpSp>
      <p:grpSp>
        <p:nvGrpSpPr>
          <p:cNvPr name="Group 71" id="71"/>
          <p:cNvGrpSpPr/>
          <p:nvPr/>
        </p:nvGrpSpPr>
        <p:grpSpPr>
          <a:xfrm rot="0">
            <a:off x="569347" y="5516449"/>
            <a:ext cx="1443961" cy="14583"/>
            <a:chOff x="0" y="0"/>
            <a:chExt cx="1925282" cy="19444"/>
          </a:xfrm>
        </p:grpSpPr>
        <p:sp>
          <p:nvSpPr>
            <p:cNvPr name="Freeform 72" id="72"/>
            <p:cNvSpPr/>
            <p:nvPr/>
          </p:nvSpPr>
          <p:spPr>
            <a:xfrm flipH="false" flipV="false" rot="0">
              <a:off x="0" y="0"/>
              <a:ext cx="1925320" cy="19431"/>
            </a:xfrm>
            <a:custGeom>
              <a:avLst/>
              <a:gdLst/>
              <a:ahLst/>
              <a:cxnLst/>
              <a:rect r="r" b="b" t="t" l="l"/>
              <a:pathLst>
                <a:path h="19431" w="1925320">
                  <a:moveTo>
                    <a:pt x="0" y="0"/>
                  </a:moveTo>
                  <a:lnTo>
                    <a:pt x="1925320" y="0"/>
                  </a:lnTo>
                  <a:lnTo>
                    <a:pt x="1925320" y="19431"/>
                  </a:lnTo>
                  <a:lnTo>
                    <a:pt x="0" y="19431"/>
                  </a:lnTo>
                  <a:lnTo>
                    <a:pt x="0" y="0"/>
                  </a:lnTo>
                  <a:close/>
                </a:path>
              </a:pathLst>
            </a:custGeom>
            <a:solidFill>
              <a:srgbClr val="D1D9E0"/>
            </a:solidFill>
          </p:spPr>
        </p:sp>
      </p:grpSp>
      <p:grpSp>
        <p:nvGrpSpPr>
          <p:cNvPr name="Group 73" id="73"/>
          <p:cNvGrpSpPr/>
          <p:nvPr/>
        </p:nvGrpSpPr>
        <p:grpSpPr>
          <a:xfrm rot="0">
            <a:off x="1998192" y="5530489"/>
            <a:ext cx="15116" cy="500577"/>
            <a:chOff x="0" y="0"/>
            <a:chExt cx="20155" cy="667436"/>
          </a:xfrm>
        </p:grpSpPr>
        <p:sp>
          <p:nvSpPr>
            <p:cNvPr name="Freeform 74" id="74"/>
            <p:cNvSpPr/>
            <p:nvPr/>
          </p:nvSpPr>
          <p:spPr>
            <a:xfrm flipH="false" flipV="false" rot="0">
              <a:off x="0" y="0"/>
              <a:ext cx="20193" cy="667385"/>
            </a:xfrm>
            <a:custGeom>
              <a:avLst/>
              <a:gdLst/>
              <a:ahLst/>
              <a:cxnLst/>
              <a:rect r="r" b="b" t="t" l="l"/>
              <a:pathLst>
                <a:path h="667385" w="20193">
                  <a:moveTo>
                    <a:pt x="0" y="0"/>
                  </a:moveTo>
                  <a:lnTo>
                    <a:pt x="20193" y="0"/>
                  </a:lnTo>
                  <a:lnTo>
                    <a:pt x="20193" y="667385"/>
                  </a:lnTo>
                  <a:lnTo>
                    <a:pt x="0" y="667385"/>
                  </a:lnTo>
                  <a:lnTo>
                    <a:pt x="0" y="0"/>
                  </a:lnTo>
                  <a:close/>
                </a:path>
              </a:pathLst>
            </a:custGeom>
            <a:solidFill>
              <a:srgbClr val="D1D9E0"/>
            </a:solidFill>
          </p:spPr>
        </p:sp>
      </p:grpSp>
      <p:grpSp>
        <p:nvGrpSpPr>
          <p:cNvPr name="Group 75" id="75"/>
          <p:cNvGrpSpPr/>
          <p:nvPr/>
        </p:nvGrpSpPr>
        <p:grpSpPr>
          <a:xfrm rot="0">
            <a:off x="2012765" y="5516449"/>
            <a:ext cx="3157919" cy="14583"/>
            <a:chOff x="0" y="0"/>
            <a:chExt cx="4210558" cy="19444"/>
          </a:xfrm>
        </p:grpSpPr>
        <p:sp>
          <p:nvSpPr>
            <p:cNvPr name="Freeform 76" id="76"/>
            <p:cNvSpPr/>
            <p:nvPr/>
          </p:nvSpPr>
          <p:spPr>
            <a:xfrm flipH="false" flipV="false" rot="0">
              <a:off x="0" y="0"/>
              <a:ext cx="4210558" cy="19431"/>
            </a:xfrm>
            <a:custGeom>
              <a:avLst/>
              <a:gdLst/>
              <a:ahLst/>
              <a:cxnLst/>
              <a:rect r="r" b="b" t="t" l="l"/>
              <a:pathLst>
                <a:path h="19431" w="4210558">
                  <a:moveTo>
                    <a:pt x="0" y="0"/>
                  </a:moveTo>
                  <a:lnTo>
                    <a:pt x="4210558" y="0"/>
                  </a:lnTo>
                  <a:lnTo>
                    <a:pt x="4210558" y="19431"/>
                  </a:lnTo>
                  <a:lnTo>
                    <a:pt x="0" y="19431"/>
                  </a:lnTo>
                  <a:lnTo>
                    <a:pt x="0" y="0"/>
                  </a:lnTo>
                  <a:close/>
                </a:path>
              </a:pathLst>
            </a:custGeom>
            <a:solidFill>
              <a:srgbClr val="D1D9E0"/>
            </a:solidFill>
          </p:spPr>
        </p:sp>
      </p:grpSp>
      <p:grpSp>
        <p:nvGrpSpPr>
          <p:cNvPr name="Group 77" id="77"/>
          <p:cNvGrpSpPr/>
          <p:nvPr/>
        </p:nvGrpSpPr>
        <p:grpSpPr>
          <a:xfrm rot="0">
            <a:off x="5156111" y="5530489"/>
            <a:ext cx="14583" cy="500577"/>
            <a:chOff x="0" y="0"/>
            <a:chExt cx="19444" cy="667436"/>
          </a:xfrm>
        </p:grpSpPr>
        <p:sp>
          <p:nvSpPr>
            <p:cNvPr name="Freeform 78" id="78"/>
            <p:cNvSpPr/>
            <p:nvPr/>
          </p:nvSpPr>
          <p:spPr>
            <a:xfrm flipH="false" flipV="false" rot="0">
              <a:off x="0" y="0"/>
              <a:ext cx="19431" cy="667385"/>
            </a:xfrm>
            <a:custGeom>
              <a:avLst/>
              <a:gdLst/>
              <a:ahLst/>
              <a:cxnLst/>
              <a:rect r="r" b="b" t="t" l="l"/>
              <a:pathLst>
                <a:path h="667385" w="19431">
                  <a:moveTo>
                    <a:pt x="0" y="0"/>
                  </a:moveTo>
                  <a:lnTo>
                    <a:pt x="19431" y="0"/>
                  </a:lnTo>
                  <a:lnTo>
                    <a:pt x="19431" y="667385"/>
                  </a:lnTo>
                  <a:lnTo>
                    <a:pt x="0" y="667385"/>
                  </a:lnTo>
                  <a:lnTo>
                    <a:pt x="0" y="0"/>
                  </a:lnTo>
                  <a:close/>
                </a:path>
              </a:pathLst>
            </a:custGeom>
            <a:solidFill>
              <a:srgbClr val="D1D9E0"/>
            </a:solidFill>
          </p:spPr>
        </p:sp>
      </p:grpSp>
      <p:grpSp>
        <p:nvGrpSpPr>
          <p:cNvPr name="Group 79" id="79"/>
          <p:cNvGrpSpPr/>
          <p:nvPr/>
        </p:nvGrpSpPr>
        <p:grpSpPr>
          <a:xfrm rot="0">
            <a:off x="5170150" y="5516449"/>
            <a:ext cx="2972162" cy="14583"/>
            <a:chOff x="0" y="0"/>
            <a:chExt cx="3962883" cy="19444"/>
          </a:xfrm>
        </p:grpSpPr>
        <p:sp>
          <p:nvSpPr>
            <p:cNvPr name="Freeform 80" id="80"/>
            <p:cNvSpPr/>
            <p:nvPr/>
          </p:nvSpPr>
          <p:spPr>
            <a:xfrm flipH="false" flipV="false" rot="0">
              <a:off x="0" y="0"/>
              <a:ext cx="3962908" cy="19431"/>
            </a:xfrm>
            <a:custGeom>
              <a:avLst/>
              <a:gdLst/>
              <a:ahLst/>
              <a:cxnLst/>
              <a:rect r="r" b="b" t="t" l="l"/>
              <a:pathLst>
                <a:path h="19431" w="3962908">
                  <a:moveTo>
                    <a:pt x="0" y="0"/>
                  </a:moveTo>
                  <a:lnTo>
                    <a:pt x="3962908" y="0"/>
                  </a:lnTo>
                  <a:lnTo>
                    <a:pt x="3962908" y="19431"/>
                  </a:lnTo>
                  <a:lnTo>
                    <a:pt x="0" y="19431"/>
                  </a:lnTo>
                  <a:lnTo>
                    <a:pt x="0" y="0"/>
                  </a:lnTo>
                  <a:close/>
                </a:path>
              </a:pathLst>
            </a:custGeom>
            <a:solidFill>
              <a:srgbClr val="D1D9E0"/>
            </a:solidFill>
          </p:spPr>
        </p:sp>
      </p:grpSp>
      <p:grpSp>
        <p:nvGrpSpPr>
          <p:cNvPr name="Group 81" id="81"/>
          <p:cNvGrpSpPr/>
          <p:nvPr/>
        </p:nvGrpSpPr>
        <p:grpSpPr>
          <a:xfrm rot="0">
            <a:off x="8127730" y="5530489"/>
            <a:ext cx="14583" cy="500577"/>
            <a:chOff x="0" y="0"/>
            <a:chExt cx="19444" cy="667436"/>
          </a:xfrm>
        </p:grpSpPr>
        <p:sp>
          <p:nvSpPr>
            <p:cNvPr name="Freeform 82" id="82"/>
            <p:cNvSpPr/>
            <p:nvPr/>
          </p:nvSpPr>
          <p:spPr>
            <a:xfrm flipH="false" flipV="false" rot="0">
              <a:off x="0" y="0"/>
              <a:ext cx="19431" cy="667385"/>
            </a:xfrm>
            <a:custGeom>
              <a:avLst/>
              <a:gdLst/>
              <a:ahLst/>
              <a:cxnLst/>
              <a:rect r="r" b="b" t="t" l="l"/>
              <a:pathLst>
                <a:path h="667385" w="19431">
                  <a:moveTo>
                    <a:pt x="0" y="0"/>
                  </a:moveTo>
                  <a:lnTo>
                    <a:pt x="19431" y="0"/>
                  </a:lnTo>
                  <a:lnTo>
                    <a:pt x="19431" y="667385"/>
                  </a:lnTo>
                  <a:lnTo>
                    <a:pt x="0" y="667385"/>
                  </a:lnTo>
                  <a:lnTo>
                    <a:pt x="0" y="0"/>
                  </a:lnTo>
                  <a:close/>
                </a:path>
              </a:pathLst>
            </a:custGeom>
            <a:solidFill>
              <a:srgbClr val="D1D9E0"/>
            </a:solidFill>
          </p:spPr>
        </p:sp>
      </p:grpSp>
      <p:grpSp>
        <p:nvGrpSpPr>
          <p:cNvPr name="Group 83" id="83"/>
          <p:cNvGrpSpPr/>
          <p:nvPr/>
        </p:nvGrpSpPr>
        <p:grpSpPr>
          <a:xfrm rot="0">
            <a:off x="569347" y="6030523"/>
            <a:ext cx="15116" cy="500577"/>
            <a:chOff x="0" y="0"/>
            <a:chExt cx="20155" cy="667436"/>
          </a:xfrm>
        </p:grpSpPr>
        <p:sp>
          <p:nvSpPr>
            <p:cNvPr name="Freeform 84" id="84"/>
            <p:cNvSpPr/>
            <p:nvPr/>
          </p:nvSpPr>
          <p:spPr>
            <a:xfrm flipH="false" flipV="false" rot="0">
              <a:off x="0" y="0"/>
              <a:ext cx="20193" cy="667385"/>
            </a:xfrm>
            <a:custGeom>
              <a:avLst/>
              <a:gdLst/>
              <a:ahLst/>
              <a:cxnLst/>
              <a:rect r="r" b="b" t="t" l="l"/>
              <a:pathLst>
                <a:path h="667385" w="20193">
                  <a:moveTo>
                    <a:pt x="0" y="0"/>
                  </a:moveTo>
                  <a:lnTo>
                    <a:pt x="20193" y="0"/>
                  </a:lnTo>
                  <a:lnTo>
                    <a:pt x="20193" y="667385"/>
                  </a:lnTo>
                  <a:lnTo>
                    <a:pt x="0" y="667385"/>
                  </a:lnTo>
                  <a:lnTo>
                    <a:pt x="0" y="0"/>
                  </a:lnTo>
                  <a:close/>
                </a:path>
              </a:pathLst>
            </a:custGeom>
            <a:solidFill>
              <a:srgbClr val="D1D9E0"/>
            </a:solidFill>
          </p:spPr>
        </p:sp>
      </p:grpSp>
      <p:grpSp>
        <p:nvGrpSpPr>
          <p:cNvPr name="Group 85" id="85"/>
          <p:cNvGrpSpPr/>
          <p:nvPr/>
        </p:nvGrpSpPr>
        <p:grpSpPr>
          <a:xfrm rot="0">
            <a:off x="569347" y="6016483"/>
            <a:ext cx="1443961" cy="14583"/>
            <a:chOff x="0" y="0"/>
            <a:chExt cx="1925282" cy="19444"/>
          </a:xfrm>
        </p:grpSpPr>
        <p:sp>
          <p:nvSpPr>
            <p:cNvPr name="Freeform 86" id="86"/>
            <p:cNvSpPr/>
            <p:nvPr/>
          </p:nvSpPr>
          <p:spPr>
            <a:xfrm flipH="false" flipV="false" rot="0">
              <a:off x="0" y="0"/>
              <a:ext cx="1925320" cy="19431"/>
            </a:xfrm>
            <a:custGeom>
              <a:avLst/>
              <a:gdLst/>
              <a:ahLst/>
              <a:cxnLst/>
              <a:rect r="r" b="b" t="t" l="l"/>
              <a:pathLst>
                <a:path h="19431" w="1925320">
                  <a:moveTo>
                    <a:pt x="0" y="0"/>
                  </a:moveTo>
                  <a:lnTo>
                    <a:pt x="1925320" y="0"/>
                  </a:lnTo>
                  <a:lnTo>
                    <a:pt x="1925320" y="19431"/>
                  </a:lnTo>
                  <a:lnTo>
                    <a:pt x="0" y="19431"/>
                  </a:lnTo>
                  <a:lnTo>
                    <a:pt x="0" y="0"/>
                  </a:lnTo>
                  <a:close/>
                </a:path>
              </a:pathLst>
            </a:custGeom>
            <a:solidFill>
              <a:srgbClr val="D1D9E0"/>
            </a:solidFill>
          </p:spPr>
        </p:sp>
      </p:grpSp>
      <p:grpSp>
        <p:nvGrpSpPr>
          <p:cNvPr name="Group 87" id="87"/>
          <p:cNvGrpSpPr/>
          <p:nvPr/>
        </p:nvGrpSpPr>
        <p:grpSpPr>
          <a:xfrm rot="0">
            <a:off x="1998192" y="6030523"/>
            <a:ext cx="15116" cy="500577"/>
            <a:chOff x="0" y="0"/>
            <a:chExt cx="20155" cy="667436"/>
          </a:xfrm>
        </p:grpSpPr>
        <p:sp>
          <p:nvSpPr>
            <p:cNvPr name="Freeform 88" id="88"/>
            <p:cNvSpPr/>
            <p:nvPr/>
          </p:nvSpPr>
          <p:spPr>
            <a:xfrm flipH="false" flipV="false" rot="0">
              <a:off x="0" y="0"/>
              <a:ext cx="20193" cy="667385"/>
            </a:xfrm>
            <a:custGeom>
              <a:avLst/>
              <a:gdLst/>
              <a:ahLst/>
              <a:cxnLst/>
              <a:rect r="r" b="b" t="t" l="l"/>
              <a:pathLst>
                <a:path h="667385" w="20193">
                  <a:moveTo>
                    <a:pt x="0" y="0"/>
                  </a:moveTo>
                  <a:lnTo>
                    <a:pt x="20193" y="0"/>
                  </a:lnTo>
                  <a:lnTo>
                    <a:pt x="20193" y="667385"/>
                  </a:lnTo>
                  <a:lnTo>
                    <a:pt x="0" y="667385"/>
                  </a:lnTo>
                  <a:lnTo>
                    <a:pt x="0" y="0"/>
                  </a:lnTo>
                  <a:close/>
                </a:path>
              </a:pathLst>
            </a:custGeom>
            <a:solidFill>
              <a:srgbClr val="D1D9E0"/>
            </a:solidFill>
          </p:spPr>
        </p:sp>
      </p:grpSp>
      <p:grpSp>
        <p:nvGrpSpPr>
          <p:cNvPr name="Group 89" id="89"/>
          <p:cNvGrpSpPr/>
          <p:nvPr/>
        </p:nvGrpSpPr>
        <p:grpSpPr>
          <a:xfrm rot="0">
            <a:off x="2012765" y="6016483"/>
            <a:ext cx="3157919" cy="14583"/>
            <a:chOff x="0" y="0"/>
            <a:chExt cx="4210558" cy="19444"/>
          </a:xfrm>
        </p:grpSpPr>
        <p:sp>
          <p:nvSpPr>
            <p:cNvPr name="Freeform 90" id="90"/>
            <p:cNvSpPr/>
            <p:nvPr/>
          </p:nvSpPr>
          <p:spPr>
            <a:xfrm flipH="false" flipV="false" rot="0">
              <a:off x="0" y="0"/>
              <a:ext cx="4210558" cy="19431"/>
            </a:xfrm>
            <a:custGeom>
              <a:avLst/>
              <a:gdLst/>
              <a:ahLst/>
              <a:cxnLst/>
              <a:rect r="r" b="b" t="t" l="l"/>
              <a:pathLst>
                <a:path h="19431" w="4210558">
                  <a:moveTo>
                    <a:pt x="0" y="0"/>
                  </a:moveTo>
                  <a:lnTo>
                    <a:pt x="4210558" y="0"/>
                  </a:lnTo>
                  <a:lnTo>
                    <a:pt x="4210558" y="19431"/>
                  </a:lnTo>
                  <a:lnTo>
                    <a:pt x="0" y="19431"/>
                  </a:lnTo>
                  <a:lnTo>
                    <a:pt x="0" y="0"/>
                  </a:lnTo>
                  <a:close/>
                </a:path>
              </a:pathLst>
            </a:custGeom>
            <a:solidFill>
              <a:srgbClr val="D1D9E0"/>
            </a:solidFill>
          </p:spPr>
        </p:sp>
      </p:grpSp>
      <p:grpSp>
        <p:nvGrpSpPr>
          <p:cNvPr name="Group 91" id="91"/>
          <p:cNvGrpSpPr/>
          <p:nvPr/>
        </p:nvGrpSpPr>
        <p:grpSpPr>
          <a:xfrm rot="0">
            <a:off x="5156111" y="6030523"/>
            <a:ext cx="14583" cy="500577"/>
            <a:chOff x="0" y="0"/>
            <a:chExt cx="19444" cy="667436"/>
          </a:xfrm>
        </p:grpSpPr>
        <p:sp>
          <p:nvSpPr>
            <p:cNvPr name="Freeform 92" id="92"/>
            <p:cNvSpPr/>
            <p:nvPr/>
          </p:nvSpPr>
          <p:spPr>
            <a:xfrm flipH="false" flipV="false" rot="0">
              <a:off x="0" y="0"/>
              <a:ext cx="19431" cy="667385"/>
            </a:xfrm>
            <a:custGeom>
              <a:avLst/>
              <a:gdLst/>
              <a:ahLst/>
              <a:cxnLst/>
              <a:rect r="r" b="b" t="t" l="l"/>
              <a:pathLst>
                <a:path h="667385" w="19431">
                  <a:moveTo>
                    <a:pt x="0" y="0"/>
                  </a:moveTo>
                  <a:lnTo>
                    <a:pt x="19431" y="0"/>
                  </a:lnTo>
                  <a:lnTo>
                    <a:pt x="19431" y="667385"/>
                  </a:lnTo>
                  <a:lnTo>
                    <a:pt x="0" y="667385"/>
                  </a:lnTo>
                  <a:lnTo>
                    <a:pt x="0" y="0"/>
                  </a:lnTo>
                  <a:close/>
                </a:path>
              </a:pathLst>
            </a:custGeom>
            <a:solidFill>
              <a:srgbClr val="D1D9E0"/>
            </a:solidFill>
          </p:spPr>
        </p:sp>
      </p:grpSp>
      <p:grpSp>
        <p:nvGrpSpPr>
          <p:cNvPr name="Group 93" id="93"/>
          <p:cNvGrpSpPr/>
          <p:nvPr/>
        </p:nvGrpSpPr>
        <p:grpSpPr>
          <a:xfrm rot="0">
            <a:off x="5170150" y="6016483"/>
            <a:ext cx="2972162" cy="14583"/>
            <a:chOff x="0" y="0"/>
            <a:chExt cx="3962883" cy="19444"/>
          </a:xfrm>
        </p:grpSpPr>
        <p:sp>
          <p:nvSpPr>
            <p:cNvPr name="Freeform 94" id="94"/>
            <p:cNvSpPr/>
            <p:nvPr/>
          </p:nvSpPr>
          <p:spPr>
            <a:xfrm flipH="false" flipV="false" rot="0">
              <a:off x="0" y="0"/>
              <a:ext cx="3962908" cy="19431"/>
            </a:xfrm>
            <a:custGeom>
              <a:avLst/>
              <a:gdLst/>
              <a:ahLst/>
              <a:cxnLst/>
              <a:rect r="r" b="b" t="t" l="l"/>
              <a:pathLst>
                <a:path h="19431" w="3962908">
                  <a:moveTo>
                    <a:pt x="0" y="0"/>
                  </a:moveTo>
                  <a:lnTo>
                    <a:pt x="3962908" y="0"/>
                  </a:lnTo>
                  <a:lnTo>
                    <a:pt x="3962908" y="19431"/>
                  </a:lnTo>
                  <a:lnTo>
                    <a:pt x="0" y="19431"/>
                  </a:lnTo>
                  <a:lnTo>
                    <a:pt x="0" y="0"/>
                  </a:lnTo>
                  <a:close/>
                </a:path>
              </a:pathLst>
            </a:custGeom>
            <a:solidFill>
              <a:srgbClr val="D1D9E0"/>
            </a:solidFill>
          </p:spPr>
        </p:sp>
      </p:grpSp>
      <p:grpSp>
        <p:nvGrpSpPr>
          <p:cNvPr name="Group 95" id="95"/>
          <p:cNvGrpSpPr/>
          <p:nvPr/>
        </p:nvGrpSpPr>
        <p:grpSpPr>
          <a:xfrm rot="0">
            <a:off x="8127730" y="6030523"/>
            <a:ext cx="14583" cy="500577"/>
            <a:chOff x="0" y="0"/>
            <a:chExt cx="19444" cy="667436"/>
          </a:xfrm>
        </p:grpSpPr>
        <p:sp>
          <p:nvSpPr>
            <p:cNvPr name="Freeform 96" id="96"/>
            <p:cNvSpPr/>
            <p:nvPr/>
          </p:nvSpPr>
          <p:spPr>
            <a:xfrm flipH="false" flipV="false" rot="0">
              <a:off x="0" y="0"/>
              <a:ext cx="19431" cy="667385"/>
            </a:xfrm>
            <a:custGeom>
              <a:avLst/>
              <a:gdLst/>
              <a:ahLst/>
              <a:cxnLst/>
              <a:rect r="r" b="b" t="t" l="l"/>
              <a:pathLst>
                <a:path h="667385" w="19431">
                  <a:moveTo>
                    <a:pt x="0" y="0"/>
                  </a:moveTo>
                  <a:lnTo>
                    <a:pt x="19431" y="0"/>
                  </a:lnTo>
                  <a:lnTo>
                    <a:pt x="19431" y="667385"/>
                  </a:lnTo>
                  <a:lnTo>
                    <a:pt x="0" y="667385"/>
                  </a:lnTo>
                  <a:lnTo>
                    <a:pt x="0" y="0"/>
                  </a:lnTo>
                  <a:close/>
                </a:path>
              </a:pathLst>
            </a:custGeom>
            <a:solidFill>
              <a:srgbClr val="D1D9E0"/>
            </a:solidFill>
          </p:spPr>
        </p:sp>
      </p:grpSp>
      <p:grpSp>
        <p:nvGrpSpPr>
          <p:cNvPr name="Group 97" id="97"/>
          <p:cNvGrpSpPr/>
          <p:nvPr/>
        </p:nvGrpSpPr>
        <p:grpSpPr>
          <a:xfrm rot="0">
            <a:off x="569347" y="6516526"/>
            <a:ext cx="1443961" cy="14583"/>
            <a:chOff x="0" y="0"/>
            <a:chExt cx="1925282" cy="19444"/>
          </a:xfrm>
        </p:grpSpPr>
        <p:sp>
          <p:nvSpPr>
            <p:cNvPr name="Freeform 98" id="98"/>
            <p:cNvSpPr/>
            <p:nvPr/>
          </p:nvSpPr>
          <p:spPr>
            <a:xfrm flipH="false" flipV="false" rot="0">
              <a:off x="0" y="0"/>
              <a:ext cx="1925320" cy="19431"/>
            </a:xfrm>
            <a:custGeom>
              <a:avLst/>
              <a:gdLst/>
              <a:ahLst/>
              <a:cxnLst/>
              <a:rect r="r" b="b" t="t" l="l"/>
              <a:pathLst>
                <a:path h="19431" w="1925320">
                  <a:moveTo>
                    <a:pt x="0" y="0"/>
                  </a:moveTo>
                  <a:lnTo>
                    <a:pt x="1925320" y="0"/>
                  </a:lnTo>
                  <a:lnTo>
                    <a:pt x="1925320" y="19431"/>
                  </a:lnTo>
                  <a:lnTo>
                    <a:pt x="0" y="19431"/>
                  </a:lnTo>
                  <a:lnTo>
                    <a:pt x="0" y="0"/>
                  </a:lnTo>
                  <a:close/>
                </a:path>
              </a:pathLst>
            </a:custGeom>
            <a:solidFill>
              <a:srgbClr val="D1D9E0"/>
            </a:solidFill>
          </p:spPr>
        </p:sp>
      </p:grpSp>
      <p:grpSp>
        <p:nvGrpSpPr>
          <p:cNvPr name="Group 99" id="99"/>
          <p:cNvGrpSpPr/>
          <p:nvPr/>
        </p:nvGrpSpPr>
        <p:grpSpPr>
          <a:xfrm rot="0">
            <a:off x="2012765" y="6516526"/>
            <a:ext cx="3157919" cy="14583"/>
            <a:chOff x="0" y="0"/>
            <a:chExt cx="4210558" cy="19444"/>
          </a:xfrm>
        </p:grpSpPr>
        <p:sp>
          <p:nvSpPr>
            <p:cNvPr name="Freeform 100" id="100"/>
            <p:cNvSpPr/>
            <p:nvPr/>
          </p:nvSpPr>
          <p:spPr>
            <a:xfrm flipH="false" flipV="false" rot="0">
              <a:off x="0" y="0"/>
              <a:ext cx="4210558" cy="19431"/>
            </a:xfrm>
            <a:custGeom>
              <a:avLst/>
              <a:gdLst/>
              <a:ahLst/>
              <a:cxnLst/>
              <a:rect r="r" b="b" t="t" l="l"/>
              <a:pathLst>
                <a:path h="19431" w="4210558">
                  <a:moveTo>
                    <a:pt x="0" y="0"/>
                  </a:moveTo>
                  <a:lnTo>
                    <a:pt x="4210558" y="0"/>
                  </a:lnTo>
                  <a:lnTo>
                    <a:pt x="4210558" y="19431"/>
                  </a:lnTo>
                  <a:lnTo>
                    <a:pt x="0" y="19431"/>
                  </a:lnTo>
                  <a:lnTo>
                    <a:pt x="0" y="0"/>
                  </a:lnTo>
                  <a:close/>
                </a:path>
              </a:pathLst>
            </a:custGeom>
            <a:solidFill>
              <a:srgbClr val="D1D9E0"/>
            </a:solidFill>
          </p:spPr>
        </p:sp>
      </p:grpSp>
      <p:grpSp>
        <p:nvGrpSpPr>
          <p:cNvPr name="Group 101" id="101"/>
          <p:cNvGrpSpPr/>
          <p:nvPr/>
        </p:nvGrpSpPr>
        <p:grpSpPr>
          <a:xfrm rot="0">
            <a:off x="5170150" y="6516526"/>
            <a:ext cx="2972162" cy="14583"/>
            <a:chOff x="0" y="0"/>
            <a:chExt cx="3962883" cy="19444"/>
          </a:xfrm>
        </p:grpSpPr>
        <p:sp>
          <p:nvSpPr>
            <p:cNvPr name="Freeform 102" id="102"/>
            <p:cNvSpPr/>
            <p:nvPr/>
          </p:nvSpPr>
          <p:spPr>
            <a:xfrm flipH="false" flipV="false" rot="0">
              <a:off x="0" y="0"/>
              <a:ext cx="3962908" cy="19431"/>
            </a:xfrm>
            <a:custGeom>
              <a:avLst/>
              <a:gdLst/>
              <a:ahLst/>
              <a:cxnLst/>
              <a:rect r="r" b="b" t="t" l="l"/>
              <a:pathLst>
                <a:path h="19431" w="3962908">
                  <a:moveTo>
                    <a:pt x="0" y="0"/>
                  </a:moveTo>
                  <a:lnTo>
                    <a:pt x="3962908" y="0"/>
                  </a:lnTo>
                  <a:lnTo>
                    <a:pt x="3962908" y="19431"/>
                  </a:lnTo>
                  <a:lnTo>
                    <a:pt x="0" y="19431"/>
                  </a:lnTo>
                  <a:lnTo>
                    <a:pt x="0" y="0"/>
                  </a:lnTo>
                  <a:close/>
                </a:path>
              </a:pathLst>
            </a:custGeom>
            <a:solidFill>
              <a:srgbClr val="D1D9E0"/>
            </a:solidFill>
          </p:spPr>
        </p:sp>
      </p:grpSp>
      <p:sp>
        <p:nvSpPr>
          <p:cNvPr name="TextBox 103" id="103"/>
          <p:cNvSpPr txBox="true"/>
          <p:nvPr/>
        </p:nvSpPr>
        <p:spPr>
          <a:xfrm rot="0">
            <a:off x="2472851" y="4004098"/>
            <a:ext cx="4490637"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Hai câu hỏi của kiểm thử giao diện</a:t>
            </a:r>
          </a:p>
        </p:txBody>
      </p:sp>
      <p:sp>
        <p:nvSpPr>
          <p:cNvPr name="TextBox 104" id="104"/>
          <p:cNvSpPr txBox="true"/>
          <p:nvPr/>
        </p:nvSpPr>
        <p:spPr>
          <a:xfrm rot="0">
            <a:off x="2195293" y="4606402"/>
            <a:ext cx="1224182" cy="289589"/>
          </a:xfrm>
          <a:prstGeom prst="rect">
            <a:avLst/>
          </a:prstGeom>
        </p:spPr>
        <p:txBody>
          <a:bodyPr anchor="t" rtlCol="false" tIns="0" lIns="0" bIns="0" rIns="0">
            <a:spAutoFit/>
          </a:bodyPr>
          <a:lstStyle/>
          <a:p>
            <a:pPr algn="l">
              <a:lnSpc>
                <a:spcPts val="2304"/>
              </a:lnSpc>
            </a:pPr>
            <a:r>
              <a:rPr lang="en-US" b="true" sz="1920" spc="-1">
                <a:solidFill>
                  <a:srgbClr val="222222"/>
                </a:solidFill>
                <a:latin typeface="Arial Bold"/>
                <a:ea typeface="Arial Bold"/>
                <a:cs typeface="Arial Bold"/>
                <a:sym typeface="Arial Bold"/>
              </a:rPr>
              <a:t>Functional</a:t>
            </a:r>
          </a:p>
        </p:txBody>
      </p:sp>
      <p:sp>
        <p:nvSpPr>
          <p:cNvPr name="TextBox 105" id="105"/>
          <p:cNvSpPr txBox="true"/>
          <p:nvPr/>
        </p:nvSpPr>
        <p:spPr>
          <a:xfrm rot="0">
            <a:off x="5348887" y="4606402"/>
            <a:ext cx="714423" cy="289589"/>
          </a:xfrm>
          <a:prstGeom prst="rect">
            <a:avLst/>
          </a:prstGeom>
        </p:spPr>
        <p:txBody>
          <a:bodyPr anchor="t" rtlCol="false" tIns="0" lIns="0" bIns="0" rIns="0">
            <a:spAutoFit/>
          </a:bodyPr>
          <a:lstStyle/>
          <a:p>
            <a:pPr algn="l">
              <a:lnSpc>
                <a:spcPts val="2304"/>
              </a:lnSpc>
            </a:pPr>
            <a:r>
              <a:rPr lang="en-US" b="true" sz="1920" spc="-1">
                <a:solidFill>
                  <a:srgbClr val="222222"/>
                </a:solidFill>
                <a:latin typeface="Arial Bold"/>
                <a:ea typeface="Arial Bold"/>
                <a:cs typeface="Arial Bold"/>
                <a:sym typeface="Arial Bold"/>
              </a:rPr>
              <a:t>Visual</a:t>
            </a:r>
          </a:p>
        </p:txBody>
      </p:sp>
      <p:sp>
        <p:nvSpPr>
          <p:cNvPr name="TextBox 106" id="106"/>
          <p:cNvSpPr txBox="true"/>
          <p:nvPr/>
        </p:nvSpPr>
        <p:spPr>
          <a:xfrm rot="0">
            <a:off x="769686" y="5106436"/>
            <a:ext cx="364503"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Hỏi</a:t>
            </a:r>
          </a:p>
        </p:txBody>
      </p:sp>
      <p:sp>
        <p:nvSpPr>
          <p:cNvPr name="TextBox 107" id="107"/>
          <p:cNvSpPr txBox="true"/>
          <p:nvPr/>
        </p:nvSpPr>
        <p:spPr>
          <a:xfrm rot="0">
            <a:off x="2195293" y="5106436"/>
            <a:ext cx="2385184"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App </a:t>
            </a:r>
            <a:r>
              <a:rPr lang="en-US" b="true" sz="1920" spc="-1">
                <a:solidFill>
                  <a:srgbClr val="222222"/>
                </a:solidFill>
                <a:latin typeface="Arial Bold"/>
                <a:ea typeface="Arial Bold"/>
                <a:cs typeface="Arial Bold"/>
                <a:sym typeface="Arial Bold"/>
              </a:rPr>
              <a:t>làm </a:t>
            </a:r>
            <a:r>
              <a:rPr lang="en-US" sz="1920" spc="-1">
                <a:solidFill>
                  <a:srgbClr val="222222"/>
                </a:solidFill>
                <a:latin typeface="Arial"/>
                <a:ea typeface="Arial"/>
                <a:cs typeface="Arial"/>
                <a:sym typeface="Arial"/>
              </a:rPr>
              <a:t>đúng không?</a:t>
            </a:r>
          </a:p>
        </p:txBody>
      </p:sp>
      <p:sp>
        <p:nvSpPr>
          <p:cNvPr name="TextBox 108" id="108"/>
          <p:cNvSpPr txBox="true"/>
          <p:nvPr/>
        </p:nvSpPr>
        <p:spPr>
          <a:xfrm rot="0">
            <a:off x="5348887" y="5106436"/>
            <a:ext cx="2586599"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App </a:t>
            </a:r>
            <a:r>
              <a:rPr lang="en-US" b="true" sz="1920" spc="-1">
                <a:solidFill>
                  <a:srgbClr val="222222"/>
                </a:solidFill>
                <a:latin typeface="Arial Bold"/>
                <a:ea typeface="Arial Bold"/>
                <a:cs typeface="Arial Bold"/>
                <a:sym typeface="Arial Bold"/>
              </a:rPr>
              <a:t>trông </a:t>
            </a:r>
            <a:r>
              <a:rPr lang="en-US" sz="1920" spc="-1">
                <a:solidFill>
                  <a:srgbClr val="222222"/>
                </a:solidFill>
                <a:latin typeface="Arial"/>
                <a:ea typeface="Arial"/>
                <a:cs typeface="Arial"/>
                <a:sym typeface="Arial"/>
              </a:rPr>
              <a:t>đúng không?</a:t>
            </a:r>
          </a:p>
        </p:txBody>
      </p:sp>
      <p:sp>
        <p:nvSpPr>
          <p:cNvPr name="TextBox 109" id="109"/>
          <p:cNvSpPr txBox="true"/>
          <p:nvPr/>
        </p:nvSpPr>
        <p:spPr>
          <a:xfrm rot="0">
            <a:off x="769686" y="5606479"/>
            <a:ext cx="1036796"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Chuẩn so</a:t>
            </a:r>
          </a:p>
        </p:txBody>
      </p:sp>
      <p:sp>
        <p:nvSpPr>
          <p:cNvPr name="TextBox 110" id="110"/>
          <p:cNvSpPr txBox="true"/>
          <p:nvPr/>
        </p:nvSpPr>
        <p:spPr>
          <a:xfrm rot="0">
            <a:off x="2195293" y="5606479"/>
            <a:ext cx="2760478"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Giá trị kỳ vọng trong code</a:t>
            </a:r>
          </a:p>
        </p:txBody>
      </p:sp>
      <p:sp>
        <p:nvSpPr>
          <p:cNvPr name="TextBox 111" id="111"/>
          <p:cNvSpPr txBox="true"/>
          <p:nvPr/>
        </p:nvSpPr>
        <p:spPr>
          <a:xfrm rot="0">
            <a:off x="5348887" y="5606479"/>
            <a:ext cx="2399224"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Ảnh baseline đã duyệt</a:t>
            </a:r>
          </a:p>
        </p:txBody>
      </p:sp>
      <p:sp>
        <p:nvSpPr>
          <p:cNvPr name="TextBox 112" id="112"/>
          <p:cNvSpPr txBox="true"/>
          <p:nvPr/>
        </p:nvSpPr>
        <p:spPr>
          <a:xfrm rot="0">
            <a:off x="769686" y="6106513"/>
            <a:ext cx="901798"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Công cụ</a:t>
            </a:r>
          </a:p>
        </p:txBody>
      </p:sp>
      <p:sp>
        <p:nvSpPr>
          <p:cNvPr name="TextBox 113" id="113"/>
          <p:cNvSpPr txBox="true"/>
          <p:nvPr/>
        </p:nvSpPr>
        <p:spPr>
          <a:xfrm rot="0">
            <a:off x="2195293" y="6106513"/>
            <a:ext cx="821884"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Appium</a:t>
            </a:r>
          </a:p>
        </p:txBody>
      </p:sp>
      <p:grpSp>
        <p:nvGrpSpPr>
          <p:cNvPr name="Group 114" id="114"/>
          <p:cNvGrpSpPr/>
          <p:nvPr/>
        </p:nvGrpSpPr>
        <p:grpSpPr>
          <a:xfrm rot="0">
            <a:off x="9199092" y="3930470"/>
            <a:ext cx="8287379" cy="500577"/>
            <a:chOff x="0" y="0"/>
            <a:chExt cx="11049838" cy="667436"/>
          </a:xfrm>
        </p:grpSpPr>
        <p:sp>
          <p:nvSpPr>
            <p:cNvPr name="Freeform 115" id="115"/>
            <p:cNvSpPr/>
            <p:nvPr/>
          </p:nvSpPr>
          <p:spPr>
            <a:xfrm flipH="false" flipV="false" rot="0">
              <a:off x="0" y="0"/>
              <a:ext cx="11049889" cy="667385"/>
            </a:xfrm>
            <a:custGeom>
              <a:avLst/>
              <a:gdLst/>
              <a:ahLst/>
              <a:cxnLst/>
              <a:rect r="r" b="b" t="t" l="l"/>
              <a:pathLst>
                <a:path h="667385" w="11049889">
                  <a:moveTo>
                    <a:pt x="0" y="0"/>
                  </a:moveTo>
                  <a:lnTo>
                    <a:pt x="11049889" y="0"/>
                  </a:lnTo>
                  <a:lnTo>
                    <a:pt x="11049889" y="667385"/>
                  </a:lnTo>
                  <a:lnTo>
                    <a:pt x="0" y="667385"/>
                  </a:lnTo>
                  <a:lnTo>
                    <a:pt x="0" y="0"/>
                  </a:lnTo>
                  <a:close/>
                </a:path>
              </a:pathLst>
            </a:custGeom>
            <a:solidFill>
              <a:srgbClr val="C00000"/>
            </a:solidFill>
          </p:spPr>
        </p:sp>
      </p:grpSp>
      <p:sp>
        <p:nvSpPr>
          <p:cNvPr name="TextBox 116" id="116"/>
          <p:cNvSpPr txBox="true"/>
          <p:nvPr/>
        </p:nvSpPr>
        <p:spPr>
          <a:xfrm rot="0">
            <a:off x="5348887" y="6106513"/>
            <a:ext cx="1656178"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Applitools Eyes</a:t>
            </a:r>
          </a:p>
        </p:txBody>
      </p:sp>
      <p:sp>
        <p:nvSpPr>
          <p:cNvPr name="Freeform 117" id="117"/>
          <p:cNvSpPr/>
          <p:nvPr/>
        </p:nvSpPr>
        <p:spPr>
          <a:xfrm flipH="false" flipV="false" rot="0">
            <a:off x="9242288" y="4687545"/>
            <a:ext cx="85858" cy="86401"/>
          </a:xfrm>
          <a:custGeom>
            <a:avLst/>
            <a:gdLst/>
            <a:ahLst/>
            <a:cxnLst/>
            <a:rect r="r" b="b" t="t" l="l"/>
            <a:pathLst>
              <a:path h="86401" w="85858">
                <a:moveTo>
                  <a:pt x="0" y="0"/>
                </a:moveTo>
                <a:lnTo>
                  <a:pt x="85858" y="0"/>
                </a:lnTo>
                <a:lnTo>
                  <a:pt x="85858" y="86402"/>
                </a:lnTo>
                <a:lnTo>
                  <a:pt x="0" y="86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8" id="118"/>
          <p:cNvSpPr txBox="true"/>
          <p:nvPr/>
        </p:nvSpPr>
        <p:spPr>
          <a:xfrm rot="0">
            <a:off x="12249007" y="4004098"/>
            <a:ext cx="2193484"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Vì sao cần cả hai</a:t>
            </a:r>
          </a:p>
        </p:txBody>
      </p:sp>
      <p:sp>
        <p:nvSpPr>
          <p:cNvPr name="TextBox 119" id="119"/>
          <p:cNvSpPr txBox="true"/>
          <p:nvPr/>
        </p:nvSpPr>
        <p:spPr>
          <a:xfrm rot="0">
            <a:off x="9513912" y="4535460"/>
            <a:ext cx="6816923" cy="361950"/>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Functional pass </a:t>
            </a:r>
            <a:r>
              <a:rPr lang="en-US" b="true" sz="2370" spc="-1">
                <a:solidFill>
                  <a:srgbClr val="222222"/>
                </a:solidFill>
                <a:latin typeface="Arial Bold"/>
                <a:ea typeface="Arial Bold"/>
                <a:cs typeface="Arial Bold"/>
                <a:sym typeface="Arial Bold"/>
              </a:rPr>
              <a:t>không </a:t>
            </a:r>
            <a:r>
              <a:rPr lang="en-US" sz="2370" spc="-1">
                <a:solidFill>
                  <a:srgbClr val="222222"/>
                </a:solidFill>
                <a:latin typeface="Arial"/>
                <a:ea typeface="Arial"/>
                <a:cs typeface="Arial"/>
                <a:sym typeface="Arial"/>
              </a:rPr>
              <a:t>chứng minh giao diện đúng</a:t>
            </a:r>
          </a:p>
        </p:txBody>
      </p:sp>
      <p:sp>
        <p:nvSpPr>
          <p:cNvPr name="Freeform 120" id="120"/>
          <p:cNvSpPr/>
          <p:nvPr/>
        </p:nvSpPr>
        <p:spPr>
          <a:xfrm flipH="false" flipV="false" rot="0">
            <a:off x="9199092" y="5173549"/>
            <a:ext cx="85858" cy="86401"/>
          </a:xfrm>
          <a:custGeom>
            <a:avLst/>
            <a:gdLst/>
            <a:ahLst/>
            <a:cxnLst/>
            <a:rect r="r" b="b" t="t" l="l"/>
            <a:pathLst>
              <a:path h="86401" w="85858">
                <a:moveTo>
                  <a:pt x="0" y="0"/>
                </a:moveTo>
                <a:lnTo>
                  <a:pt x="85858" y="0"/>
                </a:lnTo>
                <a:lnTo>
                  <a:pt x="85858" y="86401"/>
                </a:lnTo>
                <a:lnTo>
                  <a:pt x="0" y="86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1" id="121"/>
          <p:cNvSpPr txBox="true"/>
          <p:nvPr/>
        </p:nvSpPr>
        <p:spPr>
          <a:xfrm rot="0">
            <a:off x="9513912" y="5047490"/>
            <a:ext cx="6032153" cy="361950"/>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Visual pass </a:t>
            </a:r>
            <a:r>
              <a:rPr lang="en-US" b="true" sz="2370" spc="-1">
                <a:solidFill>
                  <a:srgbClr val="222222"/>
                </a:solidFill>
                <a:latin typeface="Arial Bold"/>
                <a:ea typeface="Arial Bold"/>
                <a:cs typeface="Arial Bold"/>
                <a:sym typeface="Arial Bold"/>
              </a:rPr>
              <a:t>không </a:t>
            </a:r>
            <a:r>
              <a:rPr lang="en-US" sz="2370" spc="-1">
                <a:solidFill>
                  <a:srgbClr val="222222"/>
                </a:solidFill>
                <a:latin typeface="Arial"/>
                <a:ea typeface="Arial"/>
                <a:cs typeface="Arial"/>
                <a:sym typeface="Arial"/>
              </a:rPr>
              <a:t>chứng minh dữ liệu đúng </a:t>
            </a:r>
          </a:p>
        </p:txBody>
      </p:sp>
      <p:sp>
        <p:nvSpPr>
          <p:cNvPr name="Freeform 122" id="122"/>
          <p:cNvSpPr/>
          <p:nvPr/>
        </p:nvSpPr>
        <p:spPr>
          <a:xfrm flipH="false" flipV="false" rot="0">
            <a:off x="9199092" y="5640807"/>
            <a:ext cx="85858" cy="85858"/>
          </a:xfrm>
          <a:custGeom>
            <a:avLst/>
            <a:gdLst/>
            <a:ahLst/>
            <a:cxnLst/>
            <a:rect r="r" b="b" t="t" l="l"/>
            <a:pathLst>
              <a:path h="85858" w="85858">
                <a:moveTo>
                  <a:pt x="0" y="0"/>
                </a:moveTo>
                <a:lnTo>
                  <a:pt x="85858" y="0"/>
                </a:lnTo>
                <a:lnTo>
                  <a:pt x="85858" y="85859"/>
                </a:lnTo>
                <a:lnTo>
                  <a:pt x="0" y="858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3" id="123"/>
          <p:cNvSpPr txBox="true"/>
          <p:nvPr/>
        </p:nvSpPr>
        <p:spPr>
          <a:xfrm rot="0">
            <a:off x="9513912" y="5514215"/>
            <a:ext cx="7493198" cy="361950"/>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Chạy ở đâu: emulator (rẻ, lặp lại được) hay thiết bị thật /</a:t>
            </a:r>
          </a:p>
        </p:txBody>
      </p:sp>
      <p:grpSp>
        <p:nvGrpSpPr>
          <p:cNvPr name="Group 124" id="124"/>
          <p:cNvGrpSpPr/>
          <p:nvPr/>
        </p:nvGrpSpPr>
        <p:grpSpPr>
          <a:xfrm rot="0">
            <a:off x="0" y="0"/>
            <a:ext cx="18288181" cy="143104"/>
            <a:chOff x="0" y="0"/>
            <a:chExt cx="24384241" cy="190805"/>
          </a:xfrm>
        </p:grpSpPr>
        <p:sp>
          <p:nvSpPr>
            <p:cNvPr name="Freeform 125" id="125"/>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sp>
        <p:nvSpPr>
          <p:cNvPr name="TextBox 126" id="126"/>
          <p:cNvSpPr txBox="true"/>
          <p:nvPr/>
        </p:nvSpPr>
        <p:spPr>
          <a:xfrm rot="0">
            <a:off x="9513912" y="5914351"/>
            <a:ext cx="5320617"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device farm (đúng người dùng, đắt hơn)</a:t>
            </a:r>
          </a:p>
        </p:txBody>
      </p:sp>
      <p:grpSp>
        <p:nvGrpSpPr>
          <p:cNvPr name="Group 127" id="127"/>
          <p:cNvGrpSpPr/>
          <p:nvPr/>
        </p:nvGrpSpPr>
        <p:grpSpPr>
          <a:xfrm rot="0">
            <a:off x="0" y="9943557"/>
            <a:ext cx="18288181" cy="343443"/>
            <a:chOff x="0" y="0"/>
            <a:chExt cx="24384241" cy="457924"/>
          </a:xfrm>
        </p:grpSpPr>
        <p:sp>
          <p:nvSpPr>
            <p:cNvPr name="Freeform 128" id="128"/>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129" id="129"/>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211" id="211"/>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3 · Hai khía cạnh của kiểm thử giao diện</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8" id="8"/>
          <p:cNvGrpSpPr/>
          <p:nvPr/>
        </p:nvGrpSpPr>
        <p:grpSpPr>
          <a:xfrm rot="0">
            <a:off x="685257" y="6857457"/>
            <a:ext cx="16917124" cy="486537"/>
            <a:chOff x="0" y="0"/>
            <a:chExt cx="22556165" cy="648716"/>
          </a:xfrm>
        </p:grpSpPr>
        <p:sp>
          <p:nvSpPr>
            <p:cNvPr name="Freeform 9" id="9"/>
            <p:cNvSpPr/>
            <p:nvPr/>
          </p:nvSpPr>
          <p:spPr>
            <a:xfrm flipH="false" flipV="false" rot="0">
              <a:off x="0" y="0"/>
              <a:ext cx="22556215" cy="648716"/>
            </a:xfrm>
            <a:custGeom>
              <a:avLst/>
              <a:gdLst/>
              <a:ahLst/>
              <a:cxnLst/>
              <a:rect r="r" b="b" t="t" l="l"/>
              <a:pathLst>
                <a:path h="648716" w="22556215">
                  <a:moveTo>
                    <a:pt x="0" y="0"/>
                  </a:moveTo>
                  <a:lnTo>
                    <a:pt x="22556215" y="0"/>
                  </a:lnTo>
                  <a:lnTo>
                    <a:pt x="22556215" y="648716"/>
                  </a:lnTo>
                  <a:lnTo>
                    <a:pt x="0" y="648716"/>
                  </a:lnTo>
                  <a:lnTo>
                    <a:pt x="0" y="0"/>
                  </a:lnTo>
                  <a:close/>
                </a:path>
              </a:pathLst>
            </a:custGeom>
            <a:solidFill>
              <a:srgbClr val="375623"/>
            </a:solidFill>
          </p:spPr>
        </p:sp>
      </p:grpSp>
      <p:grpSp>
        <p:nvGrpSpPr>
          <p:cNvPr name="Group 10" id="10"/>
          <p:cNvGrpSpPr/>
          <p:nvPr/>
        </p:nvGrpSpPr>
        <p:grpSpPr>
          <a:xfrm rot="0">
            <a:off x="685257" y="3343142"/>
            <a:ext cx="8287379" cy="500577"/>
            <a:chOff x="0" y="0"/>
            <a:chExt cx="11049838" cy="667436"/>
          </a:xfrm>
        </p:grpSpPr>
        <p:sp>
          <p:nvSpPr>
            <p:cNvPr name="Freeform 11" id="11"/>
            <p:cNvSpPr/>
            <p:nvPr/>
          </p:nvSpPr>
          <p:spPr>
            <a:xfrm flipH="false" flipV="false" rot="0">
              <a:off x="0" y="0"/>
              <a:ext cx="11049889" cy="667385"/>
            </a:xfrm>
            <a:custGeom>
              <a:avLst/>
              <a:gdLst/>
              <a:ahLst/>
              <a:cxnLst/>
              <a:rect r="r" b="b" t="t" l="l"/>
              <a:pathLst>
                <a:path h="667385" w="11049889">
                  <a:moveTo>
                    <a:pt x="0" y="0"/>
                  </a:moveTo>
                  <a:lnTo>
                    <a:pt x="11049889" y="0"/>
                  </a:lnTo>
                  <a:lnTo>
                    <a:pt x="11049889" y="667385"/>
                  </a:lnTo>
                  <a:lnTo>
                    <a:pt x="0" y="667385"/>
                  </a:lnTo>
                  <a:lnTo>
                    <a:pt x="0" y="0"/>
                  </a:lnTo>
                  <a:close/>
                </a:path>
              </a:pathLst>
            </a:custGeom>
            <a:solidFill>
              <a:srgbClr val="1F4E79"/>
            </a:solidFill>
          </p:spPr>
        </p:sp>
      </p:grpSp>
      <p:sp>
        <p:nvSpPr>
          <p:cNvPr name="TextBox 12" id="12"/>
          <p:cNvSpPr txBox="true"/>
          <p:nvPr/>
        </p:nvSpPr>
        <p:spPr>
          <a:xfrm rot="0">
            <a:off x="685800" y="2190093"/>
            <a:ext cx="13184638" cy="625469"/>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Khảo sát công cụ — truyền thống và AI-augmented</a:t>
            </a:r>
          </a:p>
        </p:txBody>
      </p:sp>
      <p:sp>
        <p:nvSpPr>
          <p:cNvPr name="TextBox 13" id="13"/>
          <p:cNvSpPr txBox="true"/>
          <p:nvPr/>
        </p:nvSpPr>
        <p:spPr>
          <a:xfrm rot="0">
            <a:off x="3969544" y="3416779"/>
            <a:ext cx="1738255"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Truyền thống</a:t>
            </a:r>
          </a:p>
        </p:txBody>
      </p:sp>
      <p:sp>
        <p:nvSpPr>
          <p:cNvPr name="TextBox 14" id="14"/>
          <p:cNvSpPr txBox="true"/>
          <p:nvPr/>
        </p:nvSpPr>
        <p:spPr>
          <a:xfrm rot="0">
            <a:off x="685800" y="3948132"/>
            <a:ext cx="7865097"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Appium 2 </a:t>
            </a:r>
            <a:r>
              <a:rPr lang="en-US" sz="2370" spc="-1">
                <a:solidFill>
                  <a:srgbClr val="222222"/>
                </a:solidFill>
                <a:latin typeface="Arial"/>
                <a:ea typeface="Arial"/>
                <a:cs typeface="Arial"/>
                <a:sym typeface="Arial"/>
              </a:rPr>
              <a:t>— chuẩn WebDriver, đứng ngoài app, Android +</a:t>
            </a:r>
          </a:p>
        </p:txBody>
      </p:sp>
      <p:grpSp>
        <p:nvGrpSpPr>
          <p:cNvPr name="Group 15" id="15"/>
          <p:cNvGrpSpPr/>
          <p:nvPr/>
        </p:nvGrpSpPr>
        <p:grpSpPr>
          <a:xfrm rot="0">
            <a:off x="4357259" y="4343219"/>
            <a:ext cx="300780" cy="300238"/>
            <a:chOff x="0" y="0"/>
            <a:chExt cx="401041" cy="400317"/>
          </a:xfrm>
        </p:grpSpPr>
        <p:sp>
          <p:nvSpPr>
            <p:cNvPr name="Freeform 16" id="16"/>
            <p:cNvSpPr/>
            <p:nvPr/>
          </p:nvSpPr>
          <p:spPr>
            <a:xfrm flipH="false" flipV="false" rot="0">
              <a:off x="0" y="0"/>
              <a:ext cx="401066" cy="400304"/>
            </a:xfrm>
            <a:custGeom>
              <a:avLst/>
              <a:gdLst/>
              <a:ahLst/>
              <a:cxnLst/>
              <a:rect r="r" b="b" t="t" l="l"/>
              <a:pathLst>
                <a:path h="400304" w="401066">
                  <a:moveTo>
                    <a:pt x="401066" y="356362"/>
                  </a:moveTo>
                  <a:cubicBezTo>
                    <a:pt x="401066" y="380873"/>
                    <a:pt x="380238" y="400304"/>
                    <a:pt x="355727" y="400304"/>
                  </a:cubicBezTo>
                  <a:lnTo>
                    <a:pt x="44577" y="400304"/>
                  </a:lnTo>
                  <a:cubicBezTo>
                    <a:pt x="20193" y="400304"/>
                    <a:pt x="0" y="380873"/>
                    <a:pt x="0" y="356362"/>
                  </a:cubicBezTo>
                  <a:lnTo>
                    <a:pt x="0" y="45339"/>
                  </a:lnTo>
                  <a:cubicBezTo>
                    <a:pt x="0" y="20193"/>
                    <a:pt x="20193" y="0"/>
                    <a:pt x="44577" y="0"/>
                  </a:cubicBezTo>
                  <a:lnTo>
                    <a:pt x="355727" y="0"/>
                  </a:lnTo>
                  <a:cubicBezTo>
                    <a:pt x="380238" y="0"/>
                    <a:pt x="401066" y="20193"/>
                    <a:pt x="401066" y="45339"/>
                  </a:cubicBezTo>
                  <a:lnTo>
                    <a:pt x="401066" y="356362"/>
                  </a:lnTo>
                  <a:close/>
                </a:path>
              </a:pathLst>
            </a:custGeom>
            <a:solidFill>
              <a:srgbClr val="77B255"/>
            </a:solidFill>
          </p:spPr>
        </p:sp>
      </p:grpSp>
      <p:grpSp>
        <p:nvGrpSpPr>
          <p:cNvPr name="Group 17" id="17"/>
          <p:cNvGrpSpPr/>
          <p:nvPr/>
        </p:nvGrpSpPr>
        <p:grpSpPr>
          <a:xfrm rot="0">
            <a:off x="4404779" y="4392901"/>
            <a:ext cx="206283" cy="202502"/>
            <a:chOff x="0" y="0"/>
            <a:chExt cx="275044" cy="270002"/>
          </a:xfrm>
        </p:grpSpPr>
        <p:sp>
          <p:nvSpPr>
            <p:cNvPr name="Freeform 18" id="18"/>
            <p:cNvSpPr/>
            <p:nvPr/>
          </p:nvSpPr>
          <p:spPr>
            <a:xfrm flipH="false" flipV="false" rot="0">
              <a:off x="218" y="-209"/>
              <a:ext cx="275209" cy="270211"/>
            </a:xfrm>
            <a:custGeom>
              <a:avLst/>
              <a:gdLst/>
              <a:ahLst/>
              <a:cxnLst/>
              <a:rect r="r" b="b" t="t" l="l"/>
              <a:pathLst>
                <a:path h="270211" w="275209">
                  <a:moveTo>
                    <a:pt x="262545" y="4527"/>
                  </a:moveTo>
                  <a:cubicBezTo>
                    <a:pt x="249591" y="-4109"/>
                    <a:pt x="232319" y="209"/>
                    <a:pt x="224445" y="12401"/>
                  </a:cubicBezTo>
                  <a:lnTo>
                    <a:pt x="103414" y="198964"/>
                  </a:lnTo>
                  <a:lnTo>
                    <a:pt x="47280" y="147783"/>
                  </a:lnTo>
                  <a:cubicBezTo>
                    <a:pt x="36485" y="136988"/>
                    <a:pt x="17816" y="137750"/>
                    <a:pt x="7656" y="149180"/>
                  </a:cubicBezTo>
                  <a:cubicBezTo>
                    <a:pt x="-3139" y="159975"/>
                    <a:pt x="-2377" y="178009"/>
                    <a:pt x="9053" y="188042"/>
                  </a:cubicBezTo>
                  <a:lnTo>
                    <a:pt x="89698" y="262972"/>
                  </a:lnTo>
                  <a:cubicBezTo>
                    <a:pt x="94778" y="268052"/>
                    <a:pt x="101890" y="270211"/>
                    <a:pt x="108367" y="270211"/>
                  </a:cubicBezTo>
                  <a:cubicBezTo>
                    <a:pt x="116241" y="270211"/>
                    <a:pt x="125639" y="267290"/>
                    <a:pt x="132116" y="258019"/>
                  </a:cubicBezTo>
                  <a:cubicBezTo>
                    <a:pt x="135672" y="252304"/>
                    <a:pt x="271054" y="42754"/>
                    <a:pt x="271054" y="42754"/>
                  </a:cubicBezTo>
                  <a:cubicBezTo>
                    <a:pt x="278928" y="30562"/>
                    <a:pt x="275372" y="13290"/>
                    <a:pt x="262418" y="4654"/>
                  </a:cubicBezTo>
                  <a:close/>
                </a:path>
              </a:pathLst>
            </a:custGeom>
            <a:solidFill>
              <a:srgbClr val="FFFFFF"/>
            </a:solidFill>
          </p:spPr>
        </p:sp>
      </p:grpSp>
      <p:sp>
        <p:nvSpPr>
          <p:cNvPr name="TextBox 19" id="19"/>
          <p:cNvSpPr txBox="true"/>
          <p:nvPr/>
        </p:nvSpPr>
        <p:spPr>
          <a:xfrm rot="0">
            <a:off x="685800" y="4333694"/>
            <a:ext cx="3628796"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iOS, không cần mã nguồn. </a:t>
            </a:r>
          </a:p>
        </p:txBody>
      </p:sp>
      <p:sp>
        <p:nvSpPr>
          <p:cNvPr name="TextBox 20" id="20"/>
          <p:cNvSpPr txBox="true"/>
          <p:nvPr/>
        </p:nvSpPr>
        <p:spPr>
          <a:xfrm rot="0">
            <a:off x="4666678" y="4333694"/>
            <a:ext cx="3473282"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 </a:t>
            </a:r>
            <a:r>
              <a:rPr lang="en-US" b="true" sz="2370" spc="-1">
                <a:solidFill>
                  <a:srgbClr val="222222"/>
                </a:solidFill>
                <a:latin typeface="Arial Bold"/>
                <a:ea typeface="Arial Bold"/>
                <a:cs typeface="Arial Bold"/>
                <a:sym typeface="Arial Bold"/>
              </a:rPr>
              <a:t>chọn làm lớp functional</a:t>
            </a:r>
          </a:p>
        </p:txBody>
      </p:sp>
      <p:sp>
        <p:nvSpPr>
          <p:cNvPr name="TextBox 21" id="21"/>
          <p:cNvSpPr txBox="true"/>
          <p:nvPr/>
        </p:nvSpPr>
        <p:spPr>
          <a:xfrm rot="0">
            <a:off x="685800" y="4719799"/>
            <a:ext cx="8006582"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Espresso </a:t>
            </a:r>
            <a:r>
              <a:rPr lang="en-US" sz="2370" spc="-1">
                <a:solidFill>
                  <a:srgbClr val="222222"/>
                </a:solidFill>
                <a:latin typeface="Arial"/>
                <a:ea typeface="Arial"/>
                <a:cs typeface="Arial"/>
                <a:sym typeface="Arial"/>
              </a:rPr>
              <a:t>— chạy trong app, nhanh, chỉ Android, viết Kotlin.</a:t>
            </a:r>
          </a:p>
        </p:txBody>
      </p:sp>
      <p:sp>
        <p:nvSpPr>
          <p:cNvPr name="TextBox 22" id="22"/>
          <p:cNvSpPr txBox="true"/>
          <p:nvPr/>
        </p:nvSpPr>
        <p:spPr>
          <a:xfrm rot="0">
            <a:off x="685800" y="5103390"/>
            <a:ext cx="299704" cy="369513"/>
          </a:xfrm>
          <a:prstGeom prst="rect">
            <a:avLst/>
          </a:prstGeom>
        </p:spPr>
        <p:txBody>
          <a:bodyPr anchor="t" rtlCol="false" tIns="0" lIns="0" bIns="0" rIns="0">
            <a:spAutoFit/>
          </a:bodyPr>
          <a:lstStyle/>
          <a:p>
            <a:pPr algn="l">
              <a:lnSpc>
                <a:spcPts val="2844"/>
              </a:lnSpc>
            </a:pPr>
            <a:r>
              <a:rPr lang="en-US" sz="2370" spc="-1">
                <a:solidFill>
                  <a:srgbClr val="222222"/>
                </a:solidFill>
                <a:latin typeface="DejaVu Sans Light"/>
                <a:ea typeface="DejaVu Sans Light"/>
                <a:cs typeface="DejaVu Sans Light"/>
                <a:sym typeface="DejaVu Sans Light"/>
              </a:rPr>
              <a:t>✗</a:t>
            </a:r>
          </a:p>
        </p:txBody>
      </p:sp>
      <p:sp>
        <p:nvSpPr>
          <p:cNvPr name="TextBox 23" id="23"/>
          <p:cNvSpPr txBox="true"/>
          <p:nvPr/>
        </p:nvSpPr>
        <p:spPr>
          <a:xfrm rot="0">
            <a:off x="685800" y="5505498"/>
            <a:ext cx="7789497"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Detox </a:t>
            </a:r>
            <a:r>
              <a:rPr lang="en-US" sz="2370" spc="-1">
                <a:solidFill>
                  <a:srgbClr val="222222"/>
                </a:solidFill>
                <a:latin typeface="Arial"/>
                <a:ea typeface="Arial"/>
                <a:cs typeface="Arial"/>
                <a:sym typeface="Arial"/>
              </a:rPr>
              <a:t>— cho React Native, tự đồng bộ animation/network,</a:t>
            </a:r>
          </a:p>
        </p:txBody>
      </p:sp>
      <p:sp>
        <p:nvSpPr>
          <p:cNvPr name="TextBox 24" id="24"/>
          <p:cNvSpPr txBox="true"/>
          <p:nvPr/>
        </p:nvSpPr>
        <p:spPr>
          <a:xfrm rot="0">
            <a:off x="685800" y="5891051"/>
            <a:ext cx="7922343"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cần build riêng và Node 22, chỉ JS. </a:t>
            </a:r>
            <a:r>
              <a:rPr lang="en-US" b="true" sz="2370" spc="-1">
                <a:solidFill>
                  <a:srgbClr val="222222"/>
                </a:solidFill>
                <a:latin typeface="Arial Bold"/>
                <a:ea typeface="Arial Bold"/>
                <a:cs typeface="Arial Bold"/>
                <a:sym typeface="Arial Bold"/>
              </a:rPr>
              <a:t>Đã chạy thử cùng kịch</a:t>
            </a:r>
          </a:p>
        </p:txBody>
      </p:sp>
      <p:grpSp>
        <p:nvGrpSpPr>
          <p:cNvPr name="Group 25" id="25"/>
          <p:cNvGrpSpPr/>
          <p:nvPr/>
        </p:nvGrpSpPr>
        <p:grpSpPr>
          <a:xfrm rot="0">
            <a:off x="9315002" y="3343142"/>
            <a:ext cx="8287379" cy="500577"/>
            <a:chOff x="0" y="0"/>
            <a:chExt cx="11049838" cy="667436"/>
          </a:xfrm>
        </p:grpSpPr>
        <p:sp>
          <p:nvSpPr>
            <p:cNvPr name="Freeform 26" id="26"/>
            <p:cNvSpPr/>
            <p:nvPr/>
          </p:nvSpPr>
          <p:spPr>
            <a:xfrm flipH="false" flipV="false" rot="0">
              <a:off x="0" y="0"/>
              <a:ext cx="11049889" cy="667385"/>
            </a:xfrm>
            <a:custGeom>
              <a:avLst/>
              <a:gdLst/>
              <a:ahLst/>
              <a:cxnLst/>
              <a:rect r="r" b="b" t="t" l="l"/>
              <a:pathLst>
                <a:path h="667385" w="11049889">
                  <a:moveTo>
                    <a:pt x="0" y="0"/>
                  </a:moveTo>
                  <a:lnTo>
                    <a:pt x="11049889" y="0"/>
                  </a:lnTo>
                  <a:lnTo>
                    <a:pt x="11049889" y="667385"/>
                  </a:lnTo>
                  <a:lnTo>
                    <a:pt x="0" y="667385"/>
                  </a:lnTo>
                  <a:lnTo>
                    <a:pt x="0" y="0"/>
                  </a:lnTo>
                  <a:close/>
                </a:path>
              </a:pathLst>
            </a:custGeom>
            <a:solidFill>
              <a:srgbClr val="C00000"/>
            </a:solidFill>
          </p:spPr>
        </p:sp>
      </p:grpSp>
      <p:sp>
        <p:nvSpPr>
          <p:cNvPr name="TextBox 27" id="27"/>
          <p:cNvSpPr txBox="true"/>
          <p:nvPr/>
        </p:nvSpPr>
        <p:spPr>
          <a:xfrm rot="0">
            <a:off x="685800" y="6277156"/>
            <a:ext cx="7216016"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bản: 3/3 lượt pass. </a:t>
            </a:r>
            <a:r>
              <a:rPr lang="en-US" sz="2370" spc="-1">
                <a:solidFill>
                  <a:srgbClr val="222222"/>
                </a:solidFill>
                <a:latin typeface="Arial"/>
                <a:ea typeface="Arial"/>
                <a:cs typeface="Arial"/>
                <a:sym typeface="Arial"/>
              </a:rPr>
              <a:t>Hợp khi đội RN chỉ cần CI nhanh.</a:t>
            </a:r>
          </a:p>
        </p:txBody>
      </p:sp>
      <p:sp>
        <p:nvSpPr>
          <p:cNvPr name="TextBox 28" id="28"/>
          <p:cNvSpPr txBox="true"/>
          <p:nvPr/>
        </p:nvSpPr>
        <p:spPr>
          <a:xfrm rot="0">
            <a:off x="12553921" y="3416779"/>
            <a:ext cx="1813855"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AI-augmented</a:t>
            </a:r>
          </a:p>
        </p:txBody>
      </p:sp>
      <p:sp>
        <p:nvSpPr>
          <p:cNvPr name="TextBox 29" id="29"/>
          <p:cNvSpPr txBox="true"/>
          <p:nvPr/>
        </p:nvSpPr>
        <p:spPr>
          <a:xfrm rot="0">
            <a:off x="9315536" y="3948132"/>
            <a:ext cx="7803537"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Applitools Eyes </a:t>
            </a:r>
            <a:r>
              <a:rPr lang="en-US" sz="2370" spc="-1">
                <a:solidFill>
                  <a:srgbClr val="222222"/>
                </a:solidFill>
                <a:latin typeface="Arial"/>
                <a:ea typeface="Arial"/>
                <a:cs typeface="Arial"/>
                <a:sym typeface="Arial"/>
              </a:rPr>
              <a:t>— so ảnh với baseline bằng Visual AI, có</a:t>
            </a:r>
          </a:p>
        </p:txBody>
      </p:sp>
      <p:grpSp>
        <p:nvGrpSpPr>
          <p:cNvPr name="Group 30" id="30"/>
          <p:cNvGrpSpPr/>
          <p:nvPr/>
        </p:nvGrpSpPr>
        <p:grpSpPr>
          <a:xfrm rot="0">
            <a:off x="14873221" y="4343219"/>
            <a:ext cx="300238" cy="300238"/>
            <a:chOff x="0" y="0"/>
            <a:chExt cx="400317" cy="400317"/>
          </a:xfrm>
        </p:grpSpPr>
        <p:sp>
          <p:nvSpPr>
            <p:cNvPr name="Freeform 31" id="31"/>
            <p:cNvSpPr/>
            <p:nvPr/>
          </p:nvSpPr>
          <p:spPr>
            <a:xfrm flipH="false" flipV="false" rot="0">
              <a:off x="0" y="0"/>
              <a:ext cx="400304" cy="400304"/>
            </a:xfrm>
            <a:custGeom>
              <a:avLst/>
              <a:gdLst/>
              <a:ahLst/>
              <a:cxnLst/>
              <a:rect r="r" b="b" t="t" l="l"/>
              <a:pathLst>
                <a:path h="400304" w="400304">
                  <a:moveTo>
                    <a:pt x="400304" y="356362"/>
                  </a:moveTo>
                  <a:cubicBezTo>
                    <a:pt x="400304" y="380873"/>
                    <a:pt x="380873" y="400304"/>
                    <a:pt x="356362" y="400304"/>
                  </a:cubicBezTo>
                  <a:lnTo>
                    <a:pt x="43942" y="400304"/>
                  </a:lnTo>
                  <a:cubicBezTo>
                    <a:pt x="19431" y="400304"/>
                    <a:pt x="0" y="380873"/>
                    <a:pt x="0" y="356362"/>
                  </a:cubicBezTo>
                  <a:lnTo>
                    <a:pt x="0" y="45339"/>
                  </a:lnTo>
                  <a:cubicBezTo>
                    <a:pt x="0" y="20193"/>
                    <a:pt x="19431" y="0"/>
                    <a:pt x="43942" y="0"/>
                  </a:cubicBezTo>
                  <a:lnTo>
                    <a:pt x="356362" y="0"/>
                  </a:lnTo>
                  <a:cubicBezTo>
                    <a:pt x="380873" y="0"/>
                    <a:pt x="400304" y="20193"/>
                    <a:pt x="400304" y="45339"/>
                  </a:cubicBezTo>
                  <a:lnTo>
                    <a:pt x="400304" y="356362"/>
                  </a:lnTo>
                  <a:close/>
                </a:path>
              </a:pathLst>
            </a:custGeom>
            <a:solidFill>
              <a:srgbClr val="77B255"/>
            </a:solidFill>
          </p:spPr>
        </p:sp>
      </p:grpSp>
      <p:grpSp>
        <p:nvGrpSpPr>
          <p:cNvPr name="Group 32" id="32"/>
          <p:cNvGrpSpPr/>
          <p:nvPr/>
        </p:nvGrpSpPr>
        <p:grpSpPr>
          <a:xfrm rot="0">
            <a:off x="14920741" y="4392901"/>
            <a:ext cx="206283" cy="202502"/>
            <a:chOff x="0" y="0"/>
            <a:chExt cx="275044" cy="270002"/>
          </a:xfrm>
        </p:grpSpPr>
        <p:sp>
          <p:nvSpPr>
            <p:cNvPr name="Freeform 33" id="33"/>
            <p:cNvSpPr/>
            <p:nvPr/>
          </p:nvSpPr>
          <p:spPr>
            <a:xfrm flipH="false" flipV="false" rot="0">
              <a:off x="-120" y="-209"/>
              <a:ext cx="274912" cy="270211"/>
            </a:xfrm>
            <a:custGeom>
              <a:avLst/>
              <a:gdLst/>
              <a:ahLst/>
              <a:cxnLst/>
              <a:rect r="r" b="b" t="t" l="l"/>
              <a:pathLst>
                <a:path h="270211" w="274912">
                  <a:moveTo>
                    <a:pt x="262248" y="4527"/>
                  </a:moveTo>
                  <a:cubicBezTo>
                    <a:pt x="249294" y="-4109"/>
                    <a:pt x="232022" y="209"/>
                    <a:pt x="223259" y="12401"/>
                  </a:cubicBezTo>
                  <a:lnTo>
                    <a:pt x="102355" y="198964"/>
                  </a:lnTo>
                  <a:lnTo>
                    <a:pt x="46983" y="147783"/>
                  </a:lnTo>
                  <a:cubicBezTo>
                    <a:pt x="35426" y="136988"/>
                    <a:pt x="17519" y="137750"/>
                    <a:pt x="7359" y="149180"/>
                  </a:cubicBezTo>
                  <a:cubicBezTo>
                    <a:pt x="-2674" y="159975"/>
                    <a:pt x="-2674" y="178009"/>
                    <a:pt x="8756" y="188042"/>
                  </a:cubicBezTo>
                  <a:lnTo>
                    <a:pt x="88639" y="262972"/>
                  </a:lnTo>
                  <a:cubicBezTo>
                    <a:pt x="94354" y="268052"/>
                    <a:pt x="100831" y="270211"/>
                    <a:pt x="108070" y="270211"/>
                  </a:cubicBezTo>
                  <a:cubicBezTo>
                    <a:pt x="115309" y="270211"/>
                    <a:pt x="124580" y="267290"/>
                    <a:pt x="131057" y="258019"/>
                  </a:cubicBezTo>
                  <a:cubicBezTo>
                    <a:pt x="134613" y="252304"/>
                    <a:pt x="270757" y="42754"/>
                    <a:pt x="270757" y="42754"/>
                  </a:cubicBezTo>
                  <a:cubicBezTo>
                    <a:pt x="278631" y="30562"/>
                    <a:pt x="275075" y="13290"/>
                    <a:pt x="262121" y="4654"/>
                  </a:cubicBezTo>
                  <a:close/>
                </a:path>
              </a:pathLst>
            </a:custGeom>
            <a:solidFill>
              <a:srgbClr val="FFFFFF"/>
            </a:solidFill>
          </p:spPr>
        </p:sp>
      </p:grpSp>
      <p:sp>
        <p:nvSpPr>
          <p:cNvPr name="TextBox 34" id="34"/>
          <p:cNvSpPr txBox="true"/>
          <p:nvPr/>
        </p:nvSpPr>
        <p:spPr>
          <a:xfrm rot="0">
            <a:off x="9315536" y="4333694"/>
            <a:ext cx="5510155"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ignore/layout region và dashboard duyệt. </a:t>
            </a:r>
          </a:p>
        </p:txBody>
      </p:sp>
      <p:sp>
        <p:nvSpPr>
          <p:cNvPr name="TextBox 35" id="35"/>
          <p:cNvSpPr txBox="true"/>
          <p:nvPr/>
        </p:nvSpPr>
        <p:spPr>
          <a:xfrm rot="0">
            <a:off x="15181564" y="4333694"/>
            <a:ext cx="1957502"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 </a:t>
            </a:r>
            <a:r>
              <a:rPr lang="en-US" b="true" sz="2370" spc="-1">
                <a:solidFill>
                  <a:srgbClr val="222222"/>
                </a:solidFill>
                <a:latin typeface="Arial Bold"/>
                <a:ea typeface="Arial Bold"/>
                <a:cs typeface="Arial Bold"/>
                <a:sym typeface="Arial Bold"/>
              </a:rPr>
              <a:t>chọn làm lớp</a:t>
            </a:r>
          </a:p>
        </p:txBody>
      </p:sp>
      <p:sp>
        <p:nvSpPr>
          <p:cNvPr name="TextBox 36" id="36"/>
          <p:cNvSpPr txBox="true"/>
          <p:nvPr/>
        </p:nvSpPr>
        <p:spPr>
          <a:xfrm rot="0">
            <a:off x="9315536" y="4719799"/>
            <a:ext cx="849420"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visual</a:t>
            </a:r>
          </a:p>
        </p:txBody>
      </p:sp>
      <p:sp>
        <p:nvSpPr>
          <p:cNvPr name="Freeform 37" id="37"/>
          <p:cNvSpPr/>
          <p:nvPr/>
        </p:nvSpPr>
        <p:spPr>
          <a:xfrm flipH="false" flipV="false" rot="0">
            <a:off x="14558943" y="5114877"/>
            <a:ext cx="2157841" cy="414718"/>
          </a:xfrm>
          <a:custGeom>
            <a:avLst/>
            <a:gdLst/>
            <a:ahLst/>
            <a:cxnLst/>
            <a:rect r="r" b="b" t="t" l="l"/>
            <a:pathLst>
              <a:path h="414718" w="2157841">
                <a:moveTo>
                  <a:pt x="0" y="0"/>
                </a:moveTo>
                <a:lnTo>
                  <a:pt x="2157842" y="0"/>
                </a:lnTo>
                <a:lnTo>
                  <a:pt x="2157842" y="414719"/>
                </a:lnTo>
                <a:lnTo>
                  <a:pt x="0" y="4147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8" id="38"/>
          <p:cNvSpPr txBox="true"/>
          <p:nvPr/>
        </p:nvSpPr>
        <p:spPr>
          <a:xfrm rot="0">
            <a:off x="9315536" y="5119392"/>
            <a:ext cx="5265544"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Maestro + AI assertion </a:t>
            </a:r>
            <a:r>
              <a:rPr lang="en-US" sz="2370" spc="-1">
                <a:solidFill>
                  <a:srgbClr val="222222"/>
                </a:solidFill>
                <a:latin typeface="Arial"/>
                <a:ea typeface="Arial"/>
                <a:cs typeface="Arial"/>
                <a:sym typeface="Arial"/>
              </a:rPr>
              <a:t>— flow YAML, </a:t>
            </a:r>
          </a:p>
        </p:txBody>
      </p:sp>
      <p:sp>
        <p:nvSpPr>
          <p:cNvPr name="TextBox 39" id="39"/>
          <p:cNvSpPr txBox="true"/>
          <p:nvPr/>
        </p:nvSpPr>
        <p:spPr>
          <a:xfrm rot="0">
            <a:off x="14662080" y="5162598"/>
            <a:ext cx="1941843" cy="314087"/>
          </a:xfrm>
          <a:prstGeom prst="rect">
            <a:avLst/>
          </a:prstGeom>
        </p:spPr>
        <p:txBody>
          <a:bodyPr anchor="t" rtlCol="false" tIns="0" lIns="0" bIns="0" rIns="0">
            <a:spAutoFit/>
          </a:bodyPr>
          <a:lstStyle/>
          <a:p>
            <a:pPr algn="l">
              <a:lnSpc>
                <a:spcPts val="2538"/>
              </a:lnSpc>
            </a:pPr>
            <a:r>
              <a:rPr lang="en-US" sz="2115" spc="-1">
                <a:solidFill>
                  <a:srgbClr val="222222"/>
                </a:solidFill>
                <a:latin typeface="Courier New"/>
                <a:ea typeface="Courier New"/>
                <a:cs typeface="Courier New"/>
                <a:sym typeface="Courier New"/>
              </a:rPr>
              <a:t>assertWithAI</a:t>
            </a:r>
          </a:p>
        </p:txBody>
      </p:sp>
      <p:sp>
        <p:nvSpPr>
          <p:cNvPr name="TextBox 40" id="40"/>
          <p:cNvSpPr txBox="true"/>
          <p:nvPr/>
        </p:nvSpPr>
        <p:spPr>
          <a:xfrm rot="0">
            <a:off x="16713537" y="5119392"/>
            <a:ext cx="748436"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 bằng</a:t>
            </a:r>
          </a:p>
        </p:txBody>
      </p:sp>
      <p:sp>
        <p:nvSpPr>
          <p:cNvPr name="TextBox 41" id="41"/>
          <p:cNvSpPr txBox="true"/>
          <p:nvPr/>
        </p:nvSpPr>
        <p:spPr>
          <a:xfrm rot="0">
            <a:off x="9315536" y="5519537"/>
            <a:ext cx="7508157"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LLM, không có baseline, không lịch sử duyệt. Dự phòng.</a:t>
            </a:r>
          </a:p>
        </p:txBody>
      </p:sp>
      <p:sp>
        <p:nvSpPr>
          <p:cNvPr name="TextBox 42" id="42"/>
          <p:cNvSpPr txBox="true"/>
          <p:nvPr/>
        </p:nvSpPr>
        <p:spPr>
          <a:xfrm rot="0">
            <a:off x="7372617" y="6931638"/>
            <a:ext cx="3560216"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Vì sao ghép Appium + Eyes</a:t>
            </a:r>
          </a:p>
        </p:txBody>
      </p:sp>
      <p:sp>
        <p:nvSpPr>
          <p:cNvPr name="TextBox 43" id="43"/>
          <p:cNvSpPr txBox="true"/>
          <p:nvPr/>
        </p:nvSpPr>
        <p:spPr>
          <a:xfrm rot="0">
            <a:off x="685800" y="7448417"/>
            <a:ext cx="16775640"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Eyes gắn vào </a:t>
            </a:r>
            <a:r>
              <a:rPr lang="en-US" b="true" sz="2370" spc="-1">
                <a:solidFill>
                  <a:srgbClr val="222222"/>
                </a:solidFill>
                <a:latin typeface="Arial Bold"/>
                <a:ea typeface="Arial Bold"/>
                <a:cs typeface="Arial Bold"/>
                <a:sym typeface="Arial Bold"/>
              </a:rPr>
              <a:t>cùng một session </a:t>
            </a:r>
            <a:r>
              <a:rPr lang="en-US" sz="2370" spc="-1">
                <a:solidFill>
                  <a:srgbClr val="222222"/>
                </a:solidFill>
                <a:latin typeface="Arial"/>
                <a:ea typeface="Arial"/>
                <a:cs typeface="Arial"/>
                <a:sym typeface="Arial"/>
              </a:rPr>
              <a:t>Appium: assert chức năng và checkpoint visual chạy trên cùng luồng, cùng APK người dùng</a:t>
            </a:r>
          </a:p>
        </p:txBody>
      </p:sp>
      <p:grpSp>
        <p:nvGrpSpPr>
          <p:cNvPr name="Group 44" id="44"/>
          <p:cNvGrpSpPr/>
          <p:nvPr/>
        </p:nvGrpSpPr>
        <p:grpSpPr>
          <a:xfrm rot="0">
            <a:off x="0" y="0"/>
            <a:ext cx="18288181" cy="143104"/>
            <a:chOff x="0" y="0"/>
            <a:chExt cx="24384241" cy="190805"/>
          </a:xfrm>
        </p:grpSpPr>
        <p:sp>
          <p:nvSpPr>
            <p:cNvPr name="Freeform 45" id="45"/>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sp>
        <p:nvSpPr>
          <p:cNvPr name="TextBox 46" id="46"/>
          <p:cNvSpPr txBox="true"/>
          <p:nvPr/>
        </p:nvSpPr>
        <p:spPr>
          <a:xfrm rot="0">
            <a:off x="685800" y="7848552"/>
            <a:ext cx="9931679"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cài, chạy được device farm. Detox không gắn được visual AI theo cách đó.</a:t>
            </a:r>
          </a:p>
        </p:txBody>
      </p:sp>
      <p:grpSp>
        <p:nvGrpSpPr>
          <p:cNvPr name="Group 47" id="47"/>
          <p:cNvGrpSpPr/>
          <p:nvPr/>
        </p:nvGrpSpPr>
        <p:grpSpPr>
          <a:xfrm rot="0">
            <a:off x="0" y="9943557"/>
            <a:ext cx="18288181" cy="343443"/>
            <a:chOff x="0" y="0"/>
            <a:chExt cx="24384241" cy="457924"/>
          </a:xfrm>
        </p:grpSpPr>
        <p:sp>
          <p:nvSpPr>
            <p:cNvPr name="Freeform 48" id="48"/>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49" id="49"/>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211" id="211"/>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4 · Khảo sát công cụ</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640330" y="5963202"/>
            <a:ext cx="4329722" cy="1229582"/>
            <a:chOff x="0" y="0"/>
            <a:chExt cx="5772963" cy="1639443"/>
          </a:xfrm>
        </p:grpSpPr>
        <p:sp>
          <p:nvSpPr>
            <p:cNvPr name="Freeform 7" id="7"/>
            <p:cNvSpPr/>
            <p:nvPr/>
          </p:nvSpPr>
          <p:spPr>
            <a:xfrm flipH="false" flipV="false" rot="0">
              <a:off x="0" y="0"/>
              <a:ext cx="5772912" cy="1639443"/>
            </a:xfrm>
            <a:custGeom>
              <a:avLst/>
              <a:gdLst/>
              <a:ahLst/>
              <a:cxnLst/>
              <a:rect r="r" b="b" t="t" l="l"/>
              <a:pathLst>
                <a:path h="1639443" w="5772912">
                  <a:moveTo>
                    <a:pt x="0" y="0"/>
                  </a:moveTo>
                  <a:lnTo>
                    <a:pt x="5772912" y="0"/>
                  </a:lnTo>
                  <a:lnTo>
                    <a:pt x="5772912" y="1639443"/>
                  </a:lnTo>
                  <a:lnTo>
                    <a:pt x="0" y="1639443"/>
                  </a:lnTo>
                  <a:lnTo>
                    <a:pt x="0" y="0"/>
                  </a:lnTo>
                  <a:close/>
                </a:path>
              </a:pathLst>
            </a:custGeom>
            <a:solidFill>
              <a:srgbClr val="EEF3FA"/>
            </a:solidFill>
          </p:spPr>
        </p:sp>
      </p:grpSp>
      <p:grpSp>
        <p:nvGrpSpPr>
          <p:cNvPr name="Group 8" id="8"/>
          <p:cNvGrpSpPr/>
          <p:nvPr/>
        </p:nvGrpSpPr>
        <p:grpSpPr>
          <a:xfrm rot="0">
            <a:off x="640873" y="5963736"/>
            <a:ext cx="4329179" cy="1228496"/>
            <a:chOff x="0" y="0"/>
            <a:chExt cx="5772239" cy="1637995"/>
          </a:xfrm>
        </p:grpSpPr>
        <p:sp>
          <p:nvSpPr>
            <p:cNvPr name="Freeform 9" id="9"/>
            <p:cNvSpPr/>
            <p:nvPr/>
          </p:nvSpPr>
          <p:spPr>
            <a:xfrm flipH="false" flipV="false" rot="0">
              <a:off x="0" y="0"/>
              <a:ext cx="5772277" cy="1638046"/>
            </a:xfrm>
            <a:custGeom>
              <a:avLst/>
              <a:gdLst/>
              <a:ahLst/>
              <a:cxnLst/>
              <a:rect r="r" b="b" t="t" l="l"/>
              <a:pathLst>
                <a:path h="1638046" w="5772277">
                  <a:moveTo>
                    <a:pt x="0" y="0"/>
                  </a:moveTo>
                  <a:lnTo>
                    <a:pt x="5772277" y="0"/>
                  </a:lnTo>
                  <a:lnTo>
                    <a:pt x="5772277" y="1638046"/>
                  </a:lnTo>
                  <a:lnTo>
                    <a:pt x="0" y="1638046"/>
                  </a:lnTo>
                  <a:lnTo>
                    <a:pt x="0" y="0"/>
                  </a:lnTo>
                  <a:close/>
                </a:path>
              </a:pathLst>
            </a:custGeom>
            <a:blipFill>
              <a:blip r:embed="rId2">
                <a:alphaModFix amt="0"/>
              </a:blip>
              <a:stretch>
                <a:fillRect l="0" t="-18664" r="0" b="-18660"/>
              </a:stretch>
            </a:blipFill>
            <a:ln w="28080" cap="sq">
              <a:solidFill>
                <a:srgbClr val="1F4E79"/>
              </a:solidFill>
              <a:prstDash val="solid"/>
              <a:miter/>
            </a:ln>
          </p:spPr>
        </p:sp>
      </p:grpSp>
      <p:grpSp>
        <p:nvGrpSpPr>
          <p:cNvPr name="Group 10" id="10"/>
          <p:cNvGrpSpPr/>
          <p:nvPr/>
        </p:nvGrpSpPr>
        <p:grpSpPr>
          <a:xfrm rot="0">
            <a:off x="7150631" y="5963202"/>
            <a:ext cx="4329722" cy="1229582"/>
            <a:chOff x="0" y="0"/>
            <a:chExt cx="5772963" cy="1639443"/>
          </a:xfrm>
        </p:grpSpPr>
        <p:sp>
          <p:nvSpPr>
            <p:cNvPr name="Freeform 11" id="11"/>
            <p:cNvSpPr/>
            <p:nvPr/>
          </p:nvSpPr>
          <p:spPr>
            <a:xfrm flipH="false" flipV="false" rot="0">
              <a:off x="0" y="0"/>
              <a:ext cx="5772912" cy="1639443"/>
            </a:xfrm>
            <a:custGeom>
              <a:avLst/>
              <a:gdLst/>
              <a:ahLst/>
              <a:cxnLst/>
              <a:rect r="r" b="b" t="t" l="l"/>
              <a:pathLst>
                <a:path h="1639443" w="5772912">
                  <a:moveTo>
                    <a:pt x="0" y="0"/>
                  </a:moveTo>
                  <a:lnTo>
                    <a:pt x="5772912" y="0"/>
                  </a:lnTo>
                  <a:lnTo>
                    <a:pt x="5772912" y="1639443"/>
                  </a:lnTo>
                  <a:lnTo>
                    <a:pt x="0" y="1639443"/>
                  </a:lnTo>
                  <a:lnTo>
                    <a:pt x="0" y="0"/>
                  </a:lnTo>
                  <a:close/>
                </a:path>
              </a:pathLst>
            </a:custGeom>
            <a:solidFill>
              <a:srgbClr val="EEF3FA"/>
            </a:solidFill>
          </p:spPr>
        </p:sp>
      </p:grpSp>
      <p:grpSp>
        <p:nvGrpSpPr>
          <p:cNvPr name="Group 12" id="12"/>
          <p:cNvGrpSpPr/>
          <p:nvPr/>
        </p:nvGrpSpPr>
        <p:grpSpPr>
          <a:xfrm rot="0">
            <a:off x="7151164" y="5963736"/>
            <a:ext cx="4329179" cy="1228496"/>
            <a:chOff x="0" y="0"/>
            <a:chExt cx="5772239" cy="1637995"/>
          </a:xfrm>
        </p:grpSpPr>
        <p:sp>
          <p:nvSpPr>
            <p:cNvPr name="Freeform 13" id="13"/>
            <p:cNvSpPr/>
            <p:nvPr/>
          </p:nvSpPr>
          <p:spPr>
            <a:xfrm flipH="false" flipV="false" rot="0">
              <a:off x="0" y="0"/>
              <a:ext cx="5772277" cy="1638046"/>
            </a:xfrm>
            <a:custGeom>
              <a:avLst/>
              <a:gdLst/>
              <a:ahLst/>
              <a:cxnLst/>
              <a:rect r="r" b="b" t="t" l="l"/>
              <a:pathLst>
                <a:path h="1638046" w="5772277">
                  <a:moveTo>
                    <a:pt x="0" y="0"/>
                  </a:moveTo>
                  <a:lnTo>
                    <a:pt x="5772277" y="0"/>
                  </a:lnTo>
                  <a:lnTo>
                    <a:pt x="5772277" y="1638046"/>
                  </a:lnTo>
                  <a:lnTo>
                    <a:pt x="0" y="1638046"/>
                  </a:lnTo>
                  <a:lnTo>
                    <a:pt x="0" y="0"/>
                  </a:lnTo>
                  <a:close/>
                </a:path>
              </a:pathLst>
            </a:custGeom>
            <a:blipFill>
              <a:blip r:embed="rId2">
                <a:alphaModFix amt="0"/>
              </a:blip>
              <a:stretch>
                <a:fillRect l="0" t="-18664" r="0" b="-18660"/>
              </a:stretch>
            </a:blipFill>
            <a:ln w="28080" cap="sq">
              <a:solidFill>
                <a:srgbClr val="1F4E79"/>
              </a:solidFill>
              <a:prstDash val="solid"/>
              <a:miter/>
            </a:ln>
          </p:spPr>
        </p:sp>
      </p:grpSp>
      <p:grpSp>
        <p:nvGrpSpPr>
          <p:cNvPr name="Group 14" id="14"/>
          <p:cNvGrpSpPr/>
          <p:nvPr/>
        </p:nvGrpSpPr>
        <p:grpSpPr>
          <a:xfrm rot="0">
            <a:off x="13122533" y="7919187"/>
            <a:ext cx="4329722" cy="1229582"/>
            <a:chOff x="0" y="0"/>
            <a:chExt cx="5772963" cy="1639443"/>
          </a:xfrm>
        </p:grpSpPr>
        <p:sp>
          <p:nvSpPr>
            <p:cNvPr name="Freeform 15" id="15"/>
            <p:cNvSpPr/>
            <p:nvPr/>
          </p:nvSpPr>
          <p:spPr>
            <a:xfrm flipH="false" flipV="false" rot="0">
              <a:off x="0" y="0"/>
              <a:ext cx="5772912" cy="1639443"/>
            </a:xfrm>
            <a:custGeom>
              <a:avLst/>
              <a:gdLst/>
              <a:ahLst/>
              <a:cxnLst/>
              <a:rect r="r" b="b" t="t" l="l"/>
              <a:pathLst>
                <a:path h="1639443" w="5772912">
                  <a:moveTo>
                    <a:pt x="0" y="0"/>
                  </a:moveTo>
                  <a:lnTo>
                    <a:pt x="5772912" y="0"/>
                  </a:lnTo>
                  <a:lnTo>
                    <a:pt x="5772912" y="1639443"/>
                  </a:lnTo>
                  <a:lnTo>
                    <a:pt x="0" y="1639443"/>
                  </a:lnTo>
                  <a:lnTo>
                    <a:pt x="0" y="0"/>
                  </a:lnTo>
                  <a:close/>
                </a:path>
              </a:pathLst>
            </a:custGeom>
            <a:solidFill>
              <a:srgbClr val="EEF3FA"/>
            </a:solidFill>
          </p:spPr>
        </p:sp>
      </p:grpSp>
      <p:grpSp>
        <p:nvGrpSpPr>
          <p:cNvPr name="Group 16" id="16"/>
          <p:cNvGrpSpPr/>
          <p:nvPr/>
        </p:nvGrpSpPr>
        <p:grpSpPr>
          <a:xfrm rot="0">
            <a:off x="13122533" y="7919720"/>
            <a:ext cx="4329179" cy="1228496"/>
            <a:chOff x="0" y="0"/>
            <a:chExt cx="5772239" cy="1637995"/>
          </a:xfrm>
        </p:grpSpPr>
        <p:sp>
          <p:nvSpPr>
            <p:cNvPr name="Freeform 17" id="17"/>
            <p:cNvSpPr/>
            <p:nvPr/>
          </p:nvSpPr>
          <p:spPr>
            <a:xfrm flipH="false" flipV="false" rot="0">
              <a:off x="0" y="0"/>
              <a:ext cx="5772277" cy="1638046"/>
            </a:xfrm>
            <a:custGeom>
              <a:avLst/>
              <a:gdLst/>
              <a:ahLst/>
              <a:cxnLst/>
              <a:rect r="r" b="b" t="t" l="l"/>
              <a:pathLst>
                <a:path h="1638046" w="5772277">
                  <a:moveTo>
                    <a:pt x="0" y="0"/>
                  </a:moveTo>
                  <a:lnTo>
                    <a:pt x="5772277" y="0"/>
                  </a:lnTo>
                  <a:lnTo>
                    <a:pt x="5772277" y="1638046"/>
                  </a:lnTo>
                  <a:lnTo>
                    <a:pt x="0" y="1638046"/>
                  </a:lnTo>
                  <a:lnTo>
                    <a:pt x="0" y="0"/>
                  </a:lnTo>
                  <a:close/>
                </a:path>
              </a:pathLst>
            </a:custGeom>
            <a:blipFill>
              <a:blip r:embed="rId2">
                <a:alphaModFix amt="0"/>
              </a:blip>
              <a:stretch>
                <a:fillRect l="0" t="-18664" r="0" b="-18660"/>
              </a:stretch>
            </a:blipFill>
            <a:ln w="28080" cap="sq">
              <a:solidFill>
                <a:srgbClr val="1F4E79"/>
              </a:solidFill>
              <a:prstDash val="solid"/>
              <a:miter/>
            </a:ln>
          </p:spPr>
        </p:sp>
      </p:grpSp>
      <p:grpSp>
        <p:nvGrpSpPr>
          <p:cNvPr name="Group 18" id="18"/>
          <p:cNvGrpSpPr/>
          <p:nvPr/>
        </p:nvGrpSpPr>
        <p:grpSpPr>
          <a:xfrm rot="0">
            <a:off x="0" y="0"/>
            <a:ext cx="18288181" cy="143104"/>
            <a:chOff x="0" y="0"/>
            <a:chExt cx="24384241" cy="190805"/>
          </a:xfrm>
        </p:grpSpPr>
        <p:sp>
          <p:nvSpPr>
            <p:cNvPr name="Freeform 19" id="19"/>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20" id="20"/>
          <p:cNvGrpSpPr/>
          <p:nvPr/>
        </p:nvGrpSpPr>
        <p:grpSpPr>
          <a:xfrm rot="0">
            <a:off x="0" y="9943557"/>
            <a:ext cx="18288181" cy="343443"/>
            <a:chOff x="0" y="0"/>
            <a:chExt cx="24384241" cy="457924"/>
          </a:xfrm>
        </p:grpSpPr>
        <p:sp>
          <p:nvSpPr>
            <p:cNvPr name="Freeform 21" id="21"/>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22" id="22"/>
          <p:cNvSpPr txBox="true"/>
          <p:nvPr/>
        </p:nvSpPr>
        <p:spPr>
          <a:xfrm rot="0">
            <a:off x="1043211" y="1047750"/>
            <a:ext cx="3586758"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Appium là gì?</a:t>
            </a:r>
          </a:p>
        </p:txBody>
      </p:sp>
      <p:sp>
        <p:nvSpPr>
          <p:cNvPr name="TextBox 23" id="23"/>
          <p:cNvSpPr txBox="true"/>
          <p:nvPr/>
        </p:nvSpPr>
        <p:spPr>
          <a:xfrm rot="0">
            <a:off x="981736" y="3686549"/>
            <a:ext cx="7883277" cy="1419225"/>
          </a:xfrm>
          <a:prstGeom prst="rect">
            <a:avLst/>
          </a:prstGeom>
        </p:spPr>
        <p:txBody>
          <a:bodyPr anchor="t" rtlCol="false" tIns="0" lIns="0" bIns="0" rIns="0">
            <a:spAutoFit/>
          </a:bodyPr>
          <a:lstStyle/>
          <a:p>
            <a:pPr algn="l" marL="511683" indent="-255842" lvl="1">
              <a:lnSpc>
                <a:spcPts val="2844"/>
              </a:lnSpc>
              <a:buFont typeface="Arial"/>
              <a:buChar char="•"/>
            </a:pPr>
            <a:r>
              <a:rPr lang="en-US" sz="2370">
                <a:solidFill>
                  <a:srgbClr val="222222"/>
                </a:solidFill>
                <a:latin typeface="Arial"/>
                <a:ea typeface="Arial"/>
                <a:cs typeface="Arial"/>
                <a:sym typeface="Arial"/>
              </a:rPr>
              <a:t>Tự động mở ứng dụng,</a:t>
            </a:r>
            <a:r>
              <a:rPr lang="en-US" sz="2370">
                <a:solidFill>
                  <a:srgbClr val="222222"/>
                </a:solidFill>
                <a:latin typeface="Arial"/>
                <a:ea typeface="Arial"/>
                <a:cs typeface="Arial"/>
                <a:sym typeface="Arial"/>
              </a:rPr>
              <a:t> </a:t>
            </a:r>
            <a:r>
              <a:rPr lang="en-US" sz="2370">
                <a:solidFill>
                  <a:srgbClr val="222222"/>
                </a:solidFill>
                <a:latin typeface="Arial"/>
                <a:ea typeface="Arial"/>
                <a:cs typeface="Arial"/>
                <a:sym typeface="Arial"/>
              </a:rPr>
              <a:t>nhập dữ liệu, nhấn nút.</a:t>
            </a:r>
          </a:p>
          <a:p>
            <a:pPr algn="l" marL="511683" indent="-255842" lvl="1">
              <a:lnSpc>
                <a:spcPts val="2844"/>
              </a:lnSpc>
              <a:buFont typeface="Arial"/>
              <a:buChar char="•"/>
            </a:pPr>
            <a:r>
              <a:rPr lang="en-US" sz="2370">
                <a:solidFill>
                  <a:srgbClr val="222222"/>
                </a:solidFill>
                <a:latin typeface="Arial"/>
                <a:ea typeface="Arial"/>
                <a:cs typeface="Arial"/>
                <a:sym typeface="Arial"/>
              </a:rPr>
              <a:t>Tìm các</a:t>
            </a:r>
            <a:r>
              <a:rPr lang="en-US" sz="2370">
                <a:solidFill>
                  <a:srgbClr val="222222"/>
                </a:solidFill>
                <a:latin typeface="Arial"/>
                <a:ea typeface="Arial"/>
                <a:cs typeface="Arial"/>
                <a:sym typeface="Arial"/>
              </a:rPr>
              <a:t> </a:t>
            </a:r>
            <a:r>
              <a:rPr lang="en-US" sz="2370">
                <a:solidFill>
                  <a:srgbClr val="222222"/>
                </a:solidFill>
                <a:latin typeface="Arial"/>
                <a:ea typeface="Arial"/>
                <a:cs typeface="Arial"/>
                <a:sym typeface="Arial"/>
              </a:rPr>
              <a:t>thành phần giao diện và kiểm t</a:t>
            </a:r>
            <a:r>
              <a:rPr lang="en-US" sz="2370">
                <a:solidFill>
                  <a:srgbClr val="222222"/>
                </a:solidFill>
                <a:latin typeface="Arial"/>
                <a:ea typeface="Arial"/>
                <a:cs typeface="Arial"/>
                <a:sym typeface="Arial"/>
              </a:rPr>
              <a:t>ra kết</a:t>
            </a:r>
            <a:r>
              <a:rPr lang="en-US" sz="2370">
                <a:solidFill>
                  <a:srgbClr val="222222"/>
                </a:solidFill>
                <a:latin typeface="Arial"/>
                <a:ea typeface="Arial"/>
                <a:cs typeface="Arial"/>
                <a:sym typeface="Arial"/>
              </a:rPr>
              <a:t> quả.</a:t>
            </a:r>
          </a:p>
          <a:p>
            <a:pPr algn="l" marL="511683" indent="-255842" lvl="1">
              <a:lnSpc>
                <a:spcPts val="2844"/>
              </a:lnSpc>
              <a:buFont typeface="Arial"/>
              <a:buChar char="•"/>
            </a:pPr>
            <a:r>
              <a:rPr lang="en-US" sz="2370">
                <a:solidFill>
                  <a:srgbClr val="222222"/>
                </a:solidFill>
                <a:latin typeface="Arial"/>
                <a:ea typeface="Arial"/>
                <a:cs typeface="Arial"/>
                <a:sym typeface="Arial"/>
              </a:rPr>
              <a:t>Hỗ trợ Android và iOS thông qua cá</a:t>
            </a:r>
            <a:r>
              <a:rPr lang="en-US" sz="2370">
                <a:solidFill>
                  <a:srgbClr val="222222"/>
                </a:solidFill>
                <a:latin typeface="Arial"/>
                <a:ea typeface="Arial"/>
                <a:cs typeface="Arial"/>
                <a:sym typeface="Arial"/>
              </a:rPr>
              <a:t>c</a:t>
            </a:r>
            <a:r>
              <a:rPr lang="en-US" sz="2370">
                <a:solidFill>
                  <a:srgbClr val="222222"/>
                </a:solidFill>
                <a:latin typeface="Arial"/>
                <a:ea typeface="Arial"/>
                <a:cs typeface="Arial"/>
                <a:sym typeface="Arial"/>
              </a:rPr>
              <a:t> driver tương ứng.</a:t>
            </a:r>
          </a:p>
          <a:p>
            <a:pPr algn="l">
              <a:lnSpc>
                <a:spcPts val="2844"/>
              </a:lnSpc>
            </a:pPr>
          </a:p>
        </p:txBody>
      </p:sp>
      <p:sp>
        <p:nvSpPr>
          <p:cNvPr name="TextBox 24" id="24"/>
          <p:cNvSpPr txBox="true"/>
          <p:nvPr/>
        </p:nvSpPr>
        <p:spPr>
          <a:xfrm rot="0">
            <a:off x="1492456" y="6123432"/>
            <a:ext cx="2549128" cy="552450"/>
          </a:xfrm>
          <a:prstGeom prst="rect">
            <a:avLst/>
          </a:prstGeom>
        </p:spPr>
        <p:txBody>
          <a:bodyPr anchor="t" rtlCol="false" tIns="0" lIns="0" bIns="0" rIns="0">
            <a:spAutoFit/>
          </a:bodyPr>
          <a:lstStyle/>
          <a:p>
            <a:pPr algn="l">
              <a:lnSpc>
                <a:spcPts val="2160"/>
              </a:lnSpc>
            </a:pPr>
            <a:r>
              <a:rPr lang="en-US" b="true" sz="1800" spc="-1">
                <a:solidFill>
                  <a:srgbClr val="222222"/>
                </a:solidFill>
                <a:latin typeface="Arial Bold"/>
                <a:ea typeface="Arial Bold"/>
                <a:cs typeface="Arial Bold"/>
                <a:sym typeface="Arial Bold"/>
              </a:rPr>
              <a:t>Test Script (JavaScript)</a:t>
            </a:r>
          </a:p>
          <a:p>
            <a:pPr algn="l">
              <a:lnSpc>
                <a:spcPts val="2160"/>
              </a:lnSpc>
            </a:pPr>
          </a:p>
        </p:txBody>
      </p:sp>
      <p:sp>
        <p:nvSpPr>
          <p:cNvPr name="TextBox 25" id="25"/>
          <p:cNvSpPr txBox="true"/>
          <p:nvPr/>
        </p:nvSpPr>
        <p:spPr>
          <a:xfrm rot="0">
            <a:off x="1152617" y="6476105"/>
            <a:ext cx="3228806" cy="552450"/>
          </a:xfrm>
          <a:prstGeom prst="rect">
            <a:avLst/>
          </a:prstGeom>
        </p:spPr>
        <p:txBody>
          <a:bodyPr anchor="t" rtlCol="false" tIns="0" lIns="0" bIns="0" rIns="0">
            <a:spAutoFit/>
          </a:bodyPr>
          <a:lstStyle/>
          <a:p>
            <a:pPr algn="l">
              <a:lnSpc>
                <a:spcPts val="2160"/>
              </a:lnSpc>
            </a:pPr>
            <a:r>
              <a:rPr lang="en-US" sz="1800" spc="-1">
                <a:solidFill>
                  <a:srgbClr val="222222"/>
                </a:solidFill>
                <a:latin typeface="Arial"/>
                <a:ea typeface="Arial"/>
                <a:cs typeface="Arial"/>
                <a:sym typeface="Arial"/>
              </a:rPr>
              <a:t>Nhập "iPh</a:t>
            </a:r>
            <a:r>
              <a:rPr lang="en-US" sz="1800" spc="-1">
                <a:solidFill>
                  <a:srgbClr val="222222"/>
                </a:solidFill>
                <a:latin typeface="Arial"/>
                <a:ea typeface="Arial"/>
                <a:cs typeface="Arial"/>
                <a:sym typeface="Arial"/>
              </a:rPr>
              <a:t>one" → Nhấn Search → Kiểm tra kết quả</a:t>
            </a:r>
          </a:p>
        </p:txBody>
      </p:sp>
      <p:sp>
        <p:nvSpPr>
          <p:cNvPr name="TextBox 26" id="26"/>
          <p:cNvSpPr txBox="true"/>
          <p:nvPr/>
        </p:nvSpPr>
        <p:spPr>
          <a:xfrm rot="0">
            <a:off x="5122576" y="6132957"/>
            <a:ext cx="1875532" cy="247650"/>
          </a:xfrm>
          <a:prstGeom prst="rect">
            <a:avLst/>
          </a:prstGeom>
        </p:spPr>
        <p:txBody>
          <a:bodyPr anchor="t" rtlCol="false" tIns="0" lIns="0" bIns="0" rIns="0">
            <a:spAutoFit/>
          </a:bodyPr>
          <a:lstStyle/>
          <a:p>
            <a:pPr algn="l">
              <a:lnSpc>
                <a:spcPts val="1889"/>
              </a:lnSpc>
            </a:pPr>
            <a:r>
              <a:rPr lang="en-US" b="true" sz="1575" spc="-1">
                <a:solidFill>
                  <a:srgbClr val="1F4E79"/>
                </a:solidFill>
                <a:latin typeface="Arial Bold"/>
                <a:ea typeface="Arial Bold"/>
                <a:cs typeface="Arial Bold"/>
                <a:sym typeface="Arial Bold"/>
              </a:rPr>
              <a:t>Gửi</a:t>
            </a:r>
            <a:r>
              <a:rPr lang="en-US" b="true" sz="1575" spc="-1">
                <a:solidFill>
                  <a:srgbClr val="1F4E79"/>
                </a:solidFill>
                <a:latin typeface="Arial Bold"/>
                <a:ea typeface="Arial Bold"/>
                <a:cs typeface="Arial Bold"/>
                <a:sym typeface="Arial Bold"/>
              </a:rPr>
              <a:t> lệnh WebDriver</a:t>
            </a:r>
          </a:p>
        </p:txBody>
      </p:sp>
      <p:sp>
        <p:nvSpPr>
          <p:cNvPr name="TextBox 27" id="27"/>
          <p:cNvSpPr txBox="true"/>
          <p:nvPr/>
        </p:nvSpPr>
        <p:spPr>
          <a:xfrm rot="0">
            <a:off x="8679275" y="6142387"/>
            <a:ext cx="1598414" cy="285750"/>
          </a:xfrm>
          <a:prstGeom prst="rect">
            <a:avLst/>
          </a:prstGeom>
        </p:spPr>
        <p:txBody>
          <a:bodyPr anchor="t" rtlCol="false" tIns="0" lIns="0" bIns="0" rIns="0">
            <a:spAutoFit/>
          </a:bodyPr>
          <a:lstStyle/>
          <a:p>
            <a:pPr algn="l">
              <a:lnSpc>
                <a:spcPts val="2160"/>
              </a:lnSpc>
            </a:pPr>
            <a:r>
              <a:rPr lang="en-US" b="true" sz="1800" spc="-1">
                <a:solidFill>
                  <a:srgbClr val="222222"/>
                </a:solidFill>
                <a:latin typeface="Arial Bold"/>
                <a:ea typeface="Arial Bold"/>
                <a:cs typeface="Arial Bold"/>
                <a:sym typeface="Arial Bold"/>
              </a:rPr>
              <a:t>Appium server</a:t>
            </a:r>
          </a:p>
        </p:txBody>
      </p:sp>
      <p:sp>
        <p:nvSpPr>
          <p:cNvPr name="TextBox 28" id="28"/>
          <p:cNvSpPr txBox="true"/>
          <p:nvPr/>
        </p:nvSpPr>
        <p:spPr>
          <a:xfrm rot="0">
            <a:off x="14318483" y="8098371"/>
            <a:ext cx="1990874" cy="285750"/>
          </a:xfrm>
          <a:prstGeom prst="rect">
            <a:avLst/>
          </a:prstGeom>
        </p:spPr>
        <p:txBody>
          <a:bodyPr anchor="t" rtlCol="false" tIns="0" lIns="0" bIns="0" rIns="0">
            <a:spAutoFit/>
          </a:bodyPr>
          <a:lstStyle/>
          <a:p>
            <a:pPr algn="l">
              <a:lnSpc>
                <a:spcPts val="2160"/>
              </a:lnSpc>
            </a:pPr>
            <a:r>
              <a:rPr lang="en-US" b="true" sz="1800" spc="-1">
                <a:solidFill>
                  <a:srgbClr val="222222"/>
                </a:solidFill>
                <a:latin typeface="Arial Bold"/>
                <a:ea typeface="Arial Bold"/>
                <a:cs typeface="Arial Bold"/>
                <a:sym typeface="Arial Bold"/>
              </a:rPr>
              <a:t>Android Emulator </a:t>
            </a:r>
          </a:p>
        </p:txBody>
      </p:sp>
      <p:sp>
        <p:nvSpPr>
          <p:cNvPr name="TextBox 29" id="29"/>
          <p:cNvSpPr txBox="true"/>
          <p:nvPr/>
        </p:nvSpPr>
        <p:spPr>
          <a:xfrm rot="0">
            <a:off x="13613052" y="8474184"/>
            <a:ext cx="3349228" cy="285750"/>
          </a:xfrm>
          <a:prstGeom prst="rect">
            <a:avLst/>
          </a:prstGeom>
        </p:spPr>
        <p:txBody>
          <a:bodyPr anchor="t" rtlCol="false" tIns="0" lIns="0" bIns="0" rIns="0">
            <a:spAutoFit/>
          </a:bodyPr>
          <a:lstStyle/>
          <a:p>
            <a:pPr algn="l">
              <a:lnSpc>
                <a:spcPts val="2160"/>
              </a:lnSpc>
            </a:pPr>
            <a:r>
              <a:rPr lang="en-US" sz="1800" spc="-1">
                <a:solidFill>
                  <a:srgbClr val="222222"/>
                </a:solidFill>
                <a:latin typeface="Arial"/>
                <a:ea typeface="Arial"/>
                <a:cs typeface="Arial"/>
                <a:sym typeface="Arial"/>
              </a:rPr>
              <a:t>Thực</a:t>
            </a:r>
            <a:r>
              <a:rPr lang="en-US" sz="1800" spc="-1">
                <a:solidFill>
                  <a:srgbClr val="222222"/>
                </a:solidFill>
                <a:latin typeface="Arial"/>
                <a:ea typeface="Arial"/>
                <a:cs typeface="Arial"/>
                <a:sym typeface="Arial"/>
              </a:rPr>
              <a:t> hiện thao tác và trả kết quả</a:t>
            </a:r>
          </a:p>
        </p:txBody>
      </p:sp>
      <p:sp>
        <p:nvSpPr>
          <p:cNvPr name="TextBox 30" id="30"/>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31" id="31"/>
          <p:cNvSpPr txBox="true"/>
          <p:nvPr/>
        </p:nvSpPr>
        <p:spPr>
          <a:xfrm rot="0">
            <a:off x="1043211" y="2038350"/>
            <a:ext cx="16006163" cy="714375"/>
          </a:xfrm>
          <a:prstGeom prst="rect">
            <a:avLst/>
          </a:prstGeom>
        </p:spPr>
        <p:txBody>
          <a:bodyPr anchor="t" rtlCol="false" tIns="0" lIns="0" bIns="0" rIns="0">
            <a:spAutoFit/>
          </a:bodyPr>
          <a:lstStyle/>
          <a:p>
            <a:pPr algn="l">
              <a:lnSpc>
                <a:spcPts val="2844"/>
              </a:lnSpc>
              <a:spcBef>
                <a:spcPct val="0"/>
              </a:spcBef>
            </a:pPr>
            <a:r>
              <a:rPr lang="en-US" sz="2370">
                <a:solidFill>
                  <a:srgbClr val="000000"/>
                </a:solidFill>
                <a:latin typeface="Arial"/>
                <a:ea typeface="Arial"/>
                <a:cs typeface="Arial"/>
                <a:sym typeface="Arial"/>
              </a:rPr>
              <a:t>Appium là framework mã nguồn mở dùng để tự động hóa kiểm thử giao diện ứng dụng mobile thông qua các test script.</a:t>
            </a:r>
          </a:p>
          <a:p>
            <a:pPr algn="l">
              <a:lnSpc>
                <a:spcPts val="2844"/>
              </a:lnSpc>
              <a:spcBef>
                <a:spcPct val="0"/>
              </a:spcBef>
            </a:pPr>
          </a:p>
        </p:txBody>
      </p:sp>
      <p:sp>
        <p:nvSpPr>
          <p:cNvPr name="TextBox 32" id="32"/>
          <p:cNvSpPr txBox="true"/>
          <p:nvPr/>
        </p:nvSpPr>
        <p:spPr>
          <a:xfrm rot="0">
            <a:off x="981736" y="2733675"/>
            <a:ext cx="3737670"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Có thể làm gì?</a:t>
            </a:r>
          </a:p>
        </p:txBody>
      </p:sp>
      <p:sp>
        <p:nvSpPr>
          <p:cNvPr name="TextBox 33" id="33"/>
          <p:cNvSpPr txBox="true"/>
          <p:nvPr/>
        </p:nvSpPr>
        <p:spPr>
          <a:xfrm rot="0">
            <a:off x="981736" y="4962525"/>
            <a:ext cx="5093494"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Hoạt động thế nào?</a:t>
            </a:r>
          </a:p>
        </p:txBody>
      </p:sp>
      <p:sp>
        <p:nvSpPr>
          <p:cNvPr name="Freeform 34" id="34"/>
          <p:cNvSpPr/>
          <p:nvPr/>
        </p:nvSpPr>
        <p:spPr>
          <a:xfrm flipH="false" flipV="false" rot="0">
            <a:off x="11602331" y="6428137"/>
            <a:ext cx="1371699" cy="397793"/>
          </a:xfrm>
          <a:custGeom>
            <a:avLst/>
            <a:gdLst/>
            <a:ahLst/>
            <a:cxnLst/>
            <a:rect r="r" b="b" t="t" l="l"/>
            <a:pathLst>
              <a:path h="397793" w="1371699">
                <a:moveTo>
                  <a:pt x="0" y="0"/>
                </a:moveTo>
                <a:lnTo>
                  <a:pt x="1371699" y="0"/>
                </a:lnTo>
                <a:lnTo>
                  <a:pt x="1371699" y="397793"/>
                </a:lnTo>
                <a:lnTo>
                  <a:pt x="0" y="3977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false" flipV="false" rot="0">
            <a:off x="5255057" y="6428137"/>
            <a:ext cx="1371699" cy="397793"/>
          </a:xfrm>
          <a:custGeom>
            <a:avLst/>
            <a:gdLst/>
            <a:ahLst/>
            <a:cxnLst/>
            <a:rect r="r" b="b" t="t" l="l"/>
            <a:pathLst>
              <a:path h="397793" w="1371699">
                <a:moveTo>
                  <a:pt x="0" y="0"/>
                </a:moveTo>
                <a:lnTo>
                  <a:pt x="1371699" y="0"/>
                </a:lnTo>
                <a:lnTo>
                  <a:pt x="1371699" y="397793"/>
                </a:lnTo>
                <a:lnTo>
                  <a:pt x="0" y="3977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6" id="36"/>
          <p:cNvGrpSpPr/>
          <p:nvPr/>
        </p:nvGrpSpPr>
        <p:grpSpPr>
          <a:xfrm rot="0">
            <a:off x="13096008" y="5962650"/>
            <a:ext cx="4329722" cy="1229582"/>
            <a:chOff x="0" y="0"/>
            <a:chExt cx="5772963" cy="1639443"/>
          </a:xfrm>
        </p:grpSpPr>
        <p:sp>
          <p:nvSpPr>
            <p:cNvPr name="Freeform 37" id="37"/>
            <p:cNvSpPr/>
            <p:nvPr/>
          </p:nvSpPr>
          <p:spPr>
            <a:xfrm flipH="false" flipV="false" rot="0">
              <a:off x="0" y="0"/>
              <a:ext cx="5772912" cy="1639443"/>
            </a:xfrm>
            <a:custGeom>
              <a:avLst/>
              <a:gdLst/>
              <a:ahLst/>
              <a:cxnLst/>
              <a:rect r="r" b="b" t="t" l="l"/>
              <a:pathLst>
                <a:path h="1639443" w="5772912">
                  <a:moveTo>
                    <a:pt x="0" y="0"/>
                  </a:moveTo>
                  <a:lnTo>
                    <a:pt x="5772912" y="0"/>
                  </a:lnTo>
                  <a:lnTo>
                    <a:pt x="5772912" y="1639443"/>
                  </a:lnTo>
                  <a:lnTo>
                    <a:pt x="0" y="1639443"/>
                  </a:lnTo>
                  <a:lnTo>
                    <a:pt x="0" y="0"/>
                  </a:lnTo>
                  <a:close/>
                </a:path>
              </a:pathLst>
            </a:custGeom>
            <a:solidFill>
              <a:srgbClr val="EEF3FA"/>
            </a:solidFill>
          </p:spPr>
        </p:sp>
      </p:grpSp>
      <p:grpSp>
        <p:nvGrpSpPr>
          <p:cNvPr name="Group 38" id="38"/>
          <p:cNvGrpSpPr/>
          <p:nvPr/>
        </p:nvGrpSpPr>
        <p:grpSpPr>
          <a:xfrm rot="0">
            <a:off x="13096008" y="5963183"/>
            <a:ext cx="4329179" cy="1228496"/>
            <a:chOff x="0" y="0"/>
            <a:chExt cx="5772239" cy="1637995"/>
          </a:xfrm>
        </p:grpSpPr>
        <p:sp>
          <p:nvSpPr>
            <p:cNvPr name="Freeform 39" id="39"/>
            <p:cNvSpPr/>
            <p:nvPr/>
          </p:nvSpPr>
          <p:spPr>
            <a:xfrm flipH="false" flipV="false" rot="0">
              <a:off x="0" y="0"/>
              <a:ext cx="5772277" cy="1638046"/>
            </a:xfrm>
            <a:custGeom>
              <a:avLst/>
              <a:gdLst/>
              <a:ahLst/>
              <a:cxnLst/>
              <a:rect r="r" b="b" t="t" l="l"/>
              <a:pathLst>
                <a:path h="1638046" w="5772277">
                  <a:moveTo>
                    <a:pt x="0" y="0"/>
                  </a:moveTo>
                  <a:lnTo>
                    <a:pt x="5772277" y="0"/>
                  </a:lnTo>
                  <a:lnTo>
                    <a:pt x="5772277" y="1638046"/>
                  </a:lnTo>
                  <a:lnTo>
                    <a:pt x="0" y="1638046"/>
                  </a:lnTo>
                  <a:lnTo>
                    <a:pt x="0" y="0"/>
                  </a:lnTo>
                  <a:close/>
                </a:path>
              </a:pathLst>
            </a:custGeom>
            <a:blipFill>
              <a:blip r:embed="rId2">
                <a:alphaModFix amt="0"/>
              </a:blip>
              <a:stretch>
                <a:fillRect l="0" t="-18664" r="0" b="-18660"/>
              </a:stretch>
            </a:blipFill>
            <a:ln w="28080" cap="sq">
              <a:solidFill>
                <a:srgbClr val="1F4E79"/>
              </a:solidFill>
              <a:prstDash val="solid"/>
              <a:miter/>
            </a:ln>
          </p:spPr>
        </p:sp>
      </p:grpSp>
      <p:sp>
        <p:nvSpPr>
          <p:cNvPr name="TextBox 40" id="40"/>
          <p:cNvSpPr txBox="true"/>
          <p:nvPr/>
        </p:nvSpPr>
        <p:spPr>
          <a:xfrm rot="0">
            <a:off x="14291957" y="6141834"/>
            <a:ext cx="1990874" cy="285750"/>
          </a:xfrm>
          <a:prstGeom prst="rect">
            <a:avLst/>
          </a:prstGeom>
        </p:spPr>
        <p:txBody>
          <a:bodyPr anchor="t" rtlCol="false" tIns="0" lIns="0" bIns="0" rIns="0">
            <a:spAutoFit/>
          </a:bodyPr>
          <a:lstStyle/>
          <a:p>
            <a:pPr algn="l">
              <a:lnSpc>
                <a:spcPts val="2160"/>
              </a:lnSpc>
            </a:pPr>
            <a:r>
              <a:rPr lang="en-US" b="true" sz="1800" spc="-1">
                <a:solidFill>
                  <a:srgbClr val="222222"/>
                </a:solidFill>
                <a:latin typeface="Arial Bold"/>
                <a:ea typeface="Arial Bold"/>
                <a:cs typeface="Arial Bold"/>
                <a:sym typeface="Arial Bold"/>
              </a:rPr>
              <a:t>Android Emulator </a:t>
            </a:r>
          </a:p>
        </p:txBody>
      </p:sp>
      <p:sp>
        <p:nvSpPr>
          <p:cNvPr name="TextBox 41" id="41"/>
          <p:cNvSpPr txBox="true"/>
          <p:nvPr/>
        </p:nvSpPr>
        <p:spPr>
          <a:xfrm rot="0">
            <a:off x="13586526" y="6517648"/>
            <a:ext cx="3349228" cy="285750"/>
          </a:xfrm>
          <a:prstGeom prst="rect">
            <a:avLst/>
          </a:prstGeom>
        </p:spPr>
        <p:txBody>
          <a:bodyPr anchor="t" rtlCol="false" tIns="0" lIns="0" bIns="0" rIns="0">
            <a:spAutoFit/>
          </a:bodyPr>
          <a:lstStyle/>
          <a:p>
            <a:pPr algn="l">
              <a:lnSpc>
                <a:spcPts val="2160"/>
              </a:lnSpc>
            </a:pPr>
            <a:r>
              <a:rPr lang="en-US" sz="1800" spc="-1">
                <a:solidFill>
                  <a:srgbClr val="222222"/>
                </a:solidFill>
                <a:latin typeface="Arial"/>
                <a:ea typeface="Arial"/>
                <a:cs typeface="Arial"/>
                <a:sym typeface="Arial"/>
              </a:rPr>
              <a:t>Thực</a:t>
            </a:r>
            <a:r>
              <a:rPr lang="en-US" sz="1800" spc="-1">
                <a:solidFill>
                  <a:srgbClr val="222222"/>
                </a:solidFill>
                <a:latin typeface="Arial"/>
                <a:ea typeface="Arial"/>
                <a:cs typeface="Arial"/>
                <a:sym typeface="Arial"/>
              </a:rPr>
              <a:t> hiện thao tác và trả kết quả</a:t>
            </a:r>
          </a:p>
        </p:txBody>
      </p:sp>
      <p:sp>
        <p:nvSpPr>
          <p:cNvPr name="TextBox 42" id="42"/>
          <p:cNvSpPr txBox="true"/>
          <p:nvPr/>
        </p:nvSpPr>
        <p:spPr>
          <a:xfrm rot="0">
            <a:off x="7803868" y="6523482"/>
            <a:ext cx="3209479" cy="285750"/>
          </a:xfrm>
          <a:prstGeom prst="rect">
            <a:avLst/>
          </a:prstGeom>
        </p:spPr>
        <p:txBody>
          <a:bodyPr anchor="t" rtlCol="false" tIns="0" lIns="0" bIns="0" rIns="0">
            <a:spAutoFit/>
          </a:bodyPr>
          <a:lstStyle/>
          <a:p>
            <a:pPr algn="l">
              <a:lnSpc>
                <a:spcPts val="2160"/>
              </a:lnSpc>
            </a:pPr>
            <a:r>
              <a:rPr lang="en-US" sz="1800" spc="-1">
                <a:solidFill>
                  <a:srgbClr val="222222"/>
                </a:solidFill>
                <a:latin typeface="Arial"/>
                <a:ea typeface="Arial"/>
                <a:cs typeface="Arial"/>
                <a:sym typeface="Arial"/>
              </a:rPr>
              <a:t>Nhận và chuyển</a:t>
            </a:r>
            <a:r>
              <a:rPr lang="en-US" sz="1800" spc="-1">
                <a:solidFill>
                  <a:srgbClr val="222222"/>
                </a:solidFill>
                <a:latin typeface="Arial"/>
                <a:ea typeface="Arial"/>
                <a:cs typeface="Arial"/>
                <a:sym typeface="Arial"/>
              </a:rPr>
              <a:t> lệnh cho driver</a:t>
            </a:r>
          </a:p>
        </p:txBody>
      </p:sp>
      <p:sp>
        <p:nvSpPr>
          <p:cNvPr name="Freeform 43" id="43"/>
          <p:cNvSpPr/>
          <p:nvPr/>
        </p:nvSpPr>
        <p:spPr>
          <a:xfrm flipH="false" flipV="false" rot="5400000">
            <a:off x="14950452" y="7450847"/>
            <a:ext cx="726935" cy="210811"/>
          </a:xfrm>
          <a:custGeom>
            <a:avLst/>
            <a:gdLst/>
            <a:ahLst/>
            <a:cxnLst/>
            <a:rect r="r" b="b" t="t" l="l"/>
            <a:pathLst>
              <a:path h="210811" w="726935">
                <a:moveTo>
                  <a:pt x="0" y="0"/>
                </a:moveTo>
                <a:lnTo>
                  <a:pt x="726935" y="0"/>
                </a:lnTo>
                <a:lnTo>
                  <a:pt x="726935" y="210811"/>
                </a:lnTo>
                <a:lnTo>
                  <a:pt x="0" y="2108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1" id="211"/>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5 · Appium là gì</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sp>
        <p:nvSpPr>
          <p:cNvPr name="Freeform 8" id="8"/>
          <p:cNvSpPr/>
          <p:nvPr/>
        </p:nvSpPr>
        <p:spPr>
          <a:xfrm flipH="false" flipV="false" rot="0">
            <a:off x="713880" y="2250176"/>
            <a:ext cx="16881481" cy="3115256"/>
          </a:xfrm>
          <a:custGeom>
            <a:avLst/>
            <a:gdLst/>
            <a:ahLst/>
            <a:cxnLst/>
            <a:rect r="r" b="b" t="t" l="l"/>
            <a:pathLst>
              <a:path h="3115256" w="16881481">
                <a:moveTo>
                  <a:pt x="0" y="0"/>
                </a:moveTo>
                <a:lnTo>
                  <a:pt x="16881481" y="0"/>
                </a:lnTo>
                <a:lnTo>
                  <a:pt x="16881481" y="3115256"/>
                </a:lnTo>
                <a:lnTo>
                  <a:pt x="0" y="3115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85257" y="2242623"/>
            <a:ext cx="16917124" cy="3129839"/>
            <a:chOff x="0" y="0"/>
            <a:chExt cx="22556165" cy="4173118"/>
          </a:xfrm>
        </p:grpSpPr>
        <p:sp>
          <p:nvSpPr>
            <p:cNvPr name="Freeform 10" id="10"/>
            <p:cNvSpPr/>
            <p:nvPr/>
          </p:nvSpPr>
          <p:spPr>
            <a:xfrm flipH="false" flipV="false" rot="0">
              <a:off x="0" y="0"/>
              <a:ext cx="22556215" cy="4173093"/>
            </a:xfrm>
            <a:custGeom>
              <a:avLst/>
              <a:gdLst/>
              <a:ahLst/>
              <a:cxnLst/>
              <a:rect r="r" b="b" t="t" l="l"/>
              <a:pathLst>
                <a:path h="4173093" w="22556215">
                  <a:moveTo>
                    <a:pt x="0" y="0"/>
                  </a:moveTo>
                  <a:lnTo>
                    <a:pt x="22556215" y="0"/>
                  </a:lnTo>
                  <a:lnTo>
                    <a:pt x="22556215" y="4173093"/>
                  </a:lnTo>
                  <a:lnTo>
                    <a:pt x="0" y="4173093"/>
                  </a:lnTo>
                  <a:lnTo>
                    <a:pt x="0" y="0"/>
                  </a:lnTo>
                  <a:close/>
                </a:path>
              </a:pathLst>
            </a:custGeom>
            <a:solidFill>
              <a:srgbClr val="D1D9E0"/>
            </a:solidFill>
          </p:spPr>
        </p:sp>
      </p:grpSp>
      <p:grpSp>
        <p:nvGrpSpPr>
          <p:cNvPr name="Group 11" id="11"/>
          <p:cNvGrpSpPr/>
          <p:nvPr/>
        </p:nvGrpSpPr>
        <p:grpSpPr>
          <a:xfrm rot="0">
            <a:off x="685257" y="2242623"/>
            <a:ext cx="16917124" cy="3129839"/>
            <a:chOff x="0" y="0"/>
            <a:chExt cx="22556165" cy="4173118"/>
          </a:xfrm>
        </p:grpSpPr>
        <p:sp>
          <p:nvSpPr>
            <p:cNvPr name="Freeform 12" id="12"/>
            <p:cNvSpPr/>
            <p:nvPr/>
          </p:nvSpPr>
          <p:spPr>
            <a:xfrm flipH="false" flipV="false" rot="0">
              <a:off x="0" y="0"/>
              <a:ext cx="22556215" cy="4173093"/>
            </a:xfrm>
            <a:custGeom>
              <a:avLst/>
              <a:gdLst/>
              <a:ahLst/>
              <a:cxnLst/>
              <a:rect r="r" b="b" t="t" l="l"/>
              <a:pathLst>
                <a:path h="4173093" w="22556215">
                  <a:moveTo>
                    <a:pt x="0" y="0"/>
                  </a:moveTo>
                  <a:lnTo>
                    <a:pt x="22556215" y="0"/>
                  </a:lnTo>
                  <a:lnTo>
                    <a:pt x="22556215" y="4173093"/>
                  </a:lnTo>
                  <a:lnTo>
                    <a:pt x="0" y="4173093"/>
                  </a:lnTo>
                  <a:lnTo>
                    <a:pt x="0" y="0"/>
                  </a:lnTo>
                  <a:close/>
                </a:path>
              </a:pathLst>
            </a:custGeom>
            <a:solidFill>
              <a:srgbClr val="D1D9E0"/>
            </a:solidFill>
          </p:spPr>
        </p:sp>
      </p:grpSp>
      <p:grpSp>
        <p:nvGrpSpPr>
          <p:cNvPr name="Group 13" id="13"/>
          <p:cNvGrpSpPr/>
          <p:nvPr/>
        </p:nvGrpSpPr>
        <p:grpSpPr>
          <a:xfrm rot="0">
            <a:off x="685257" y="2242623"/>
            <a:ext cx="16917124" cy="3129839"/>
            <a:chOff x="0" y="0"/>
            <a:chExt cx="22556165" cy="4173118"/>
          </a:xfrm>
        </p:grpSpPr>
        <p:sp>
          <p:nvSpPr>
            <p:cNvPr name="Freeform 14" id="14"/>
            <p:cNvSpPr/>
            <p:nvPr/>
          </p:nvSpPr>
          <p:spPr>
            <a:xfrm flipH="false" flipV="false" rot="0">
              <a:off x="0" y="0"/>
              <a:ext cx="22556215" cy="4173093"/>
            </a:xfrm>
            <a:custGeom>
              <a:avLst/>
              <a:gdLst/>
              <a:ahLst/>
              <a:cxnLst/>
              <a:rect r="r" b="b" t="t" l="l"/>
              <a:pathLst>
                <a:path h="4173093" w="22556215">
                  <a:moveTo>
                    <a:pt x="0" y="0"/>
                  </a:moveTo>
                  <a:lnTo>
                    <a:pt x="22556215" y="0"/>
                  </a:lnTo>
                  <a:lnTo>
                    <a:pt x="22556215" y="4173093"/>
                  </a:lnTo>
                  <a:lnTo>
                    <a:pt x="0" y="4173093"/>
                  </a:lnTo>
                  <a:lnTo>
                    <a:pt x="0" y="0"/>
                  </a:lnTo>
                  <a:close/>
                </a:path>
              </a:pathLst>
            </a:custGeom>
            <a:solidFill>
              <a:srgbClr val="D1D9E0"/>
            </a:solidFill>
          </p:spPr>
        </p:sp>
      </p:grpSp>
      <p:grpSp>
        <p:nvGrpSpPr>
          <p:cNvPr name="Group 15" id="15"/>
          <p:cNvGrpSpPr/>
          <p:nvPr/>
        </p:nvGrpSpPr>
        <p:grpSpPr>
          <a:xfrm rot="0">
            <a:off x="685257" y="2242623"/>
            <a:ext cx="16917124" cy="3129839"/>
            <a:chOff x="0" y="0"/>
            <a:chExt cx="22556165" cy="4173118"/>
          </a:xfrm>
        </p:grpSpPr>
        <p:sp>
          <p:nvSpPr>
            <p:cNvPr name="Freeform 16" id="16"/>
            <p:cNvSpPr/>
            <p:nvPr/>
          </p:nvSpPr>
          <p:spPr>
            <a:xfrm flipH="false" flipV="false" rot="0">
              <a:off x="0" y="0"/>
              <a:ext cx="22556215" cy="4173093"/>
            </a:xfrm>
            <a:custGeom>
              <a:avLst/>
              <a:gdLst/>
              <a:ahLst/>
              <a:cxnLst/>
              <a:rect r="r" b="b" t="t" l="l"/>
              <a:pathLst>
                <a:path h="4173093" w="22556215">
                  <a:moveTo>
                    <a:pt x="0" y="0"/>
                  </a:moveTo>
                  <a:lnTo>
                    <a:pt x="22556215" y="0"/>
                  </a:lnTo>
                  <a:lnTo>
                    <a:pt x="22556215" y="4173093"/>
                  </a:lnTo>
                  <a:lnTo>
                    <a:pt x="0" y="4173093"/>
                  </a:lnTo>
                  <a:lnTo>
                    <a:pt x="0" y="0"/>
                  </a:lnTo>
                  <a:close/>
                </a:path>
              </a:pathLst>
            </a:custGeom>
            <a:solidFill>
              <a:srgbClr val="F6F8FA"/>
            </a:solidFill>
          </p:spPr>
        </p:sp>
      </p:grpSp>
      <p:sp>
        <p:nvSpPr>
          <p:cNvPr name="TextBox 17" id="17"/>
          <p:cNvSpPr txBox="true"/>
          <p:nvPr/>
        </p:nvSpPr>
        <p:spPr>
          <a:xfrm rot="0">
            <a:off x="685800" y="1204046"/>
            <a:ext cx="13234243"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Bắt đầu một Appium Test — </a:t>
            </a:r>
            <a:r>
              <a:rPr lang="en-US" b="true" sz="4275" spc="-1">
                <a:solidFill>
                  <a:srgbClr val="1F4E79"/>
                </a:solidFill>
                <a:latin typeface="Arial Bold"/>
                <a:ea typeface="Arial Bold"/>
                <a:cs typeface="Arial Bold"/>
                <a:sym typeface="Arial Bold"/>
              </a:rPr>
              <a:t>Session &amp; Capabilities</a:t>
            </a:r>
          </a:p>
        </p:txBody>
      </p:sp>
      <p:sp>
        <p:nvSpPr>
          <p:cNvPr name="TextBox 18" id="18"/>
          <p:cNvSpPr txBox="true"/>
          <p:nvPr/>
        </p:nvSpPr>
        <p:spPr>
          <a:xfrm rot="0">
            <a:off x="914219" y="2390584"/>
            <a:ext cx="3700081" cy="224638"/>
          </a:xfrm>
          <a:prstGeom prst="rect">
            <a:avLst/>
          </a:prstGeom>
        </p:spPr>
        <p:txBody>
          <a:bodyPr anchor="t" rtlCol="false" tIns="0" lIns="0" bIns="0" rIns="0">
            <a:spAutoFit/>
          </a:bodyPr>
          <a:lstStyle/>
          <a:p>
            <a:pPr algn="l">
              <a:lnSpc>
                <a:spcPts val="1889"/>
              </a:lnSpc>
            </a:pPr>
            <a:r>
              <a:rPr lang="en-US" sz="1575" spc="-1">
                <a:solidFill>
                  <a:srgbClr val="59636E"/>
                </a:solidFill>
                <a:latin typeface="Courier New"/>
                <a:ea typeface="Courier New"/>
                <a:cs typeface="Courier New"/>
                <a:sym typeface="Courier New"/>
              </a:rPr>
              <a:t>// src/appium/config/session.js</a:t>
            </a:r>
          </a:p>
        </p:txBody>
      </p:sp>
      <p:sp>
        <p:nvSpPr>
          <p:cNvPr name="TextBox 19" id="19"/>
          <p:cNvSpPr txBox="true"/>
          <p:nvPr/>
        </p:nvSpPr>
        <p:spPr>
          <a:xfrm rot="0">
            <a:off x="914219" y="2648160"/>
            <a:ext cx="3459775" cy="224638"/>
          </a:xfrm>
          <a:prstGeom prst="rect">
            <a:avLst/>
          </a:prstGeom>
        </p:spPr>
        <p:txBody>
          <a:bodyPr anchor="t" rtlCol="false" tIns="0" lIns="0" bIns="0" rIns="0">
            <a:spAutoFit/>
          </a:bodyPr>
          <a:lstStyle/>
          <a:p>
            <a:pPr algn="l">
              <a:lnSpc>
                <a:spcPts val="1889"/>
              </a:lnSpc>
            </a:pPr>
            <a:r>
              <a:rPr lang="en-US" sz="1575" spc="-1">
                <a:solidFill>
                  <a:srgbClr val="CF222E"/>
                </a:solidFill>
                <a:latin typeface="Courier New"/>
                <a:ea typeface="Courier New"/>
                <a:cs typeface="Courier New"/>
                <a:sym typeface="Courier New"/>
              </a:rPr>
              <a:t>const</a:t>
            </a:r>
            <a:r>
              <a:rPr lang="en-US" sz="1575" spc="-1">
                <a:solidFill>
                  <a:srgbClr val="1F2328"/>
                </a:solidFill>
                <a:latin typeface="Courier New"/>
                <a:ea typeface="Courier New"/>
                <a:cs typeface="Courier New"/>
                <a:sym typeface="Courier New"/>
              </a:rPr>
              <a:t> driver = </a:t>
            </a:r>
            <a:r>
              <a:rPr lang="en-US" sz="1575" spc="-1">
                <a:solidFill>
                  <a:srgbClr val="CF222E"/>
                </a:solidFill>
                <a:latin typeface="Courier New"/>
                <a:ea typeface="Courier New"/>
                <a:cs typeface="Courier New"/>
                <a:sym typeface="Courier New"/>
              </a:rPr>
              <a:t>await</a:t>
            </a:r>
            <a:r>
              <a:rPr lang="en-US" sz="1575" spc="-1">
                <a:solidFill>
                  <a:srgbClr val="1F2328"/>
                </a:solidFill>
                <a:latin typeface="Courier New"/>
                <a:ea typeface="Courier New"/>
                <a:cs typeface="Courier New"/>
                <a:sym typeface="Courier New"/>
              </a:rPr>
              <a:t> </a:t>
            </a:r>
            <a:r>
              <a:rPr lang="en-US" sz="1575" spc="-1">
                <a:solidFill>
                  <a:srgbClr val="6639BA"/>
                </a:solidFill>
                <a:latin typeface="Courier New"/>
                <a:ea typeface="Courier New"/>
                <a:cs typeface="Courier New"/>
                <a:sym typeface="Courier New"/>
              </a:rPr>
              <a:t>remote</a:t>
            </a:r>
            <a:r>
              <a:rPr lang="en-US" sz="1575" spc="-1">
                <a:solidFill>
                  <a:srgbClr val="1F2328"/>
                </a:solidFill>
                <a:latin typeface="Courier New"/>
                <a:ea typeface="Courier New"/>
                <a:cs typeface="Courier New"/>
                <a:sym typeface="Courier New"/>
              </a:rPr>
              <a:t>({</a:t>
            </a:r>
          </a:p>
        </p:txBody>
      </p:sp>
      <p:sp>
        <p:nvSpPr>
          <p:cNvPr name="TextBox 20" id="20"/>
          <p:cNvSpPr txBox="true"/>
          <p:nvPr/>
        </p:nvSpPr>
        <p:spPr>
          <a:xfrm rot="0">
            <a:off x="914219" y="2905201"/>
            <a:ext cx="11917261" cy="224638"/>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  </a:t>
            </a:r>
            <a:r>
              <a:rPr lang="en-US" sz="1575" spc="-1">
                <a:solidFill>
                  <a:srgbClr val="0550AE"/>
                </a:solidFill>
                <a:latin typeface="Courier New"/>
                <a:ea typeface="Courier New"/>
                <a:cs typeface="Courier New"/>
                <a:sym typeface="Courier New"/>
              </a:rPr>
              <a:t>hostname</a:t>
            </a: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"127.0.0.1"</a:t>
            </a:r>
            <a:r>
              <a:rPr lang="en-US" sz="1575" spc="-1">
                <a:solidFill>
                  <a:srgbClr val="1F2328"/>
                </a:solidFill>
                <a:latin typeface="Courier New"/>
                <a:ea typeface="Courier New"/>
                <a:cs typeface="Courier New"/>
                <a:sym typeface="Courier New"/>
              </a:rPr>
              <a:t>, </a:t>
            </a:r>
            <a:r>
              <a:rPr lang="en-US" sz="1575" spc="-1">
                <a:solidFill>
                  <a:srgbClr val="0550AE"/>
                </a:solidFill>
                <a:latin typeface="Courier New"/>
                <a:ea typeface="Courier New"/>
                <a:cs typeface="Courier New"/>
                <a:sym typeface="Courier New"/>
              </a:rPr>
              <a:t>port</a:t>
            </a:r>
            <a:r>
              <a:rPr lang="en-US" sz="1575" spc="-1">
                <a:solidFill>
                  <a:srgbClr val="1F2328"/>
                </a:solidFill>
                <a:latin typeface="Courier New"/>
                <a:ea typeface="Courier New"/>
                <a:cs typeface="Courier New"/>
                <a:sym typeface="Courier New"/>
              </a:rPr>
              <a:t>: </a:t>
            </a:r>
            <a:r>
              <a:rPr lang="en-US" sz="1575" spc="-1">
                <a:solidFill>
                  <a:srgbClr val="0550AE"/>
                </a:solidFill>
                <a:latin typeface="Courier New"/>
                <a:ea typeface="Courier New"/>
                <a:cs typeface="Courier New"/>
                <a:sym typeface="Courier New"/>
              </a:rPr>
              <a:t>4723</a:t>
            </a:r>
            <a:r>
              <a:rPr lang="en-US" sz="1575" spc="-1">
                <a:solidFill>
                  <a:srgbClr val="1F2328"/>
                </a:solidFill>
                <a:latin typeface="Courier New"/>
                <a:ea typeface="Courier New"/>
                <a:cs typeface="Courier New"/>
                <a:sym typeface="Courier New"/>
              </a:rPr>
              <a:t>, </a:t>
            </a:r>
            <a:r>
              <a:rPr lang="en-US" sz="1575" spc="-1">
                <a:solidFill>
                  <a:srgbClr val="0550AE"/>
                </a:solidFill>
                <a:latin typeface="Courier New"/>
                <a:ea typeface="Courier New"/>
                <a:cs typeface="Courier New"/>
                <a:sym typeface="Courier New"/>
              </a:rPr>
              <a:t>path</a:t>
            </a: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a:t>
            </a:r>
            <a:r>
              <a:rPr lang="en-US" sz="1575" spc="-1">
                <a:solidFill>
                  <a:srgbClr val="1F2328"/>
                </a:solidFill>
                <a:latin typeface="Courier New"/>
                <a:ea typeface="Courier New"/>
                <a:cs typeface="Courier New"/>
                <a:sym typeface="Courier New"/>
              </a:rPr>
              <a:t>,        </a:t>
            </a:r>
            <a:r>
              <a:rPr lang="en-US" sz="1575" spc="-1">
                <a:solidFill>
                  <a:srgbClr val="59636E"/>
                </a:solidFill>
                <a:latin typeface="Courier New"/>
                <a:ea typeface="Courier New"/>
                <a:cs typeface="Courier New"/>
                <a:sym typeface="Courier New"/>
              </a:rPr>
              <a:t>// Appium 2 dùng "/"; Appium 1 dùng "/wd/hub"</a:t>
            </a:r>
          </a:p>
        </p:txBody>
      </p:sp>
      <p:sp>
        <p:nvSpPr>
          <p:cNvPr name="TextBox 21" id="21"/>
          <p:cNvSpPr txBox="true"/>
          <p:nvPr/>
        </p:nvSpPr>
        <p:spPr>
          <a:xfrm rot="0">
            <a:off x="914219" y="3176816"/>
            <a:ext cx="2026082" cy="224638"/>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  </a:t>
            </a:r>
            <a:r>
              <a:rPr lang="en-US" sz="1575" spc="-1">
                <a:solidFill>
                  <a:srgbClr val="0550AE"/>
                </a:solidFill>
                <a:latin typeface="Courier New"/>
                <a:ea typeface="Courier New"/>
                <a:cs typeface="Courier New"/>
                <a:sym typeface="Courier New"/>
              </a:rPr>
              <a:t>capabilities</a:t>
            </a:r>
            <a:r>
              <a:rPr lang="en-US" sz="1575" spc="-1">
                <a:solidFill>
                  <a:srgbClr val="1F2328"/>
                </a:solidFill>
                <a:latin typeface="Courier New"/>
                <a:ea typeface="Courier New"/>
                <a:cs typeface="Courier New"/>
                <a:sym typeface="Courier New"/>
              </a:rPr>
              <a:t>: {</a:t>
            </a:r>
          </a:p>
        </p:txBody>
      </p:sp>
      <p:sp>
        <p:nvSpPr>
          <p:cNvPr name="TextBox 22" id="22"/>
          <p:cNvSpPr txBox="true"/>
          <p:nvPr/>
        </p:nvSpPr>
        <p:spPr>
          <a:xfrm rot="0">
            <a:off x="914219" y="3433858"/>
            <a:ext cx="3336122" cy="224638"/>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    </a:t>
            </a:r>
            <a:r>
              <a:rPr lang="en-US" sz="1575" spc="-1">
                <a:solidFill>
                  <a:srgbClr val="0550AE"/>
                </a:solidFill>
                <a:latin typeface="Courier New"/>
                <a:ea typeface="Courier New"/>
                <a:cs typeface="Courier New"/>
                <a:sym typeface="Courier New"/>
              </a:rPr>
              <a:t>platformName</a:t>
            </a: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"Android"</a:t>
            </a:r>
            <a:r>
              <a:rPr lang="en-US" sz="1575" spc="-1">
                <a:solidFill>
                  <a:srgbClr val="1F2328"/>
                </a:solidFill>
                <a:latin typeface="Courier New"/>
                <a:ea typeface="Courier New"/>
                <a:cs typeface="Courier New"/>
                <a:sym typeface="Courier New"/>
              </a:rPr>
              <a:t>,</a:t>
            </a:r>
          </a:p>
        </p:txBody>
      </p:sp>
      <p:sp>
        <p:nvSpPr>
          <p:cNvPr name="TextBox 23" id="23"/>
          <p:cNvSpPr txBox="true"/>
          <p:nvPr/>
        </p:nvSpPr>
        <p:spPr>
          <a:xfrm rot="0">
            <a:off x="914219" y="3690899"/>
            <a:ext cx="7670602" cy="238125"/>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"appium:automationName"</a:t>
            </a: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"UiAutomator2"</a:t>
            </a:r>
            <a:r>
              <a:rPr lang="en-US" sz="1575" spc="-1">
                <a:solidFill>
                  <a:srgbClr val="1F2328"/>
                </a:solidFill>
                <a:latin typeface="Courier New"/>
                <a:ea typeface="Courier New"/>
                <a:cs typeface="Courier New"/>
                <a:sym typeface="Courier New"/>
              </a:rPr>
              <a:t>,           </a:t>
            </a:r>
            <a:r>
              <a:rPr lang="en-US" sz="1575" spc="-1">
                <a:solidFill>
                  <a:srgbClr val="59636E"/>
                </a:solidFill>
                <a:latin typeface="Courier New"/>
                <a:ea typeface="Courier New"/>
                <a:cs typeface="Courier New"/>
                <a:sym typeface="Courier New"/>
              </a:rPr>
              <a:t>// driver</a:t>
            </a:r>
          </a:p>
        </p:txBody>
      </p:sp>
      <p:sp>
        <p:nvSpPr>
          <p:cNvPr name="TextBox 24" id="24"/>
          <p:cNvSpPr txBox="true"/>
          <p:nvPr/>
        </p:nvSpPr>
        <p:spPr>
          <a:xfrm rot="0">
            <a:off x="914219" y="3947941"/>
            <a:ext cx="10255682" cy="224638"/>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"appium:app"</a:t>
            </a: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".../app-debug.apk"</a:t>
            </a:r>
            <a:r>
              <a:rPr lang="en-US" sz="1575" spc="-1">
                <a:solidFill>
                  <a:srgbClr val="1F2328"/>
                </a:solidFill>
                <a:latin typeface="Courier New"/>
                <a:ea typeface="Courier New"/>
                <a:cs typeface="Courier New"/>
                <a:sym typeface="Courier New"/>
              </a:rPr>
              <a:t>,                  </a:t>
            </a:r>
            <a:r>
              <a:rPr lang="en-US" sz="1575" spc="-1">
                <a:solidFill>
                  <a:srgbClr val="59636E"/>
                </a:solidFill>
                <a:latin typeface="Courier New"/>
                <a:ea typeface="Courier New"/>
                <a:cs typeface="Courier New"/>
                <a:sym typeface="Courier New"/>
              </a:rPr>
              <a:t>// cài APK này khi tạo session</a:t>
            </a:r>
          </a:p>
        </p:txBody>
      </p:sp>
      <p:sp>
        <p:nvSpPr>
          <p:cNvPr name="TextBox 25" id="25"/>
          <p:cNvSpPr txBox="true"/>
          <p:nvPr/>
        </p:nvSpPr>
        <p:spPr>
          <a:xfrm rot="0">
            <a:off x="914219" y="4205516"/>
            <a:ext cx="4888621" cy="224638"/>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"appium:appPackage"</a:t>
            </a: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"com.eshop.sut"</a:t>
            </a:r>
            <a:r>
              <a:rPr lang="en-US" sz="1575" spc="-1">
                <a:solidFill>
                  <a:srgbClr val="1F2328"/>
                </a:solidFill>
                <a:latin typeface="Courier New"/>
                <a:ea typeface="Courier New"/>
                <a:cs typeface="Courier New"/>
                <a:sym typeface="Courier New"/>
              </a:rPr>
              <a:t>,</a:t>
            </a:r>
          </a:p>
        </p:txBody>
      </p:sp>
      <p:sp>
        <p:nvSpPr>
          <p:cNvPr name="TextBox 26" id="26"/>
          <p:cNvSpPr txBox="true"/>
          <p:nvPr/>
        </p:nvSpPr>
        <p:spPr>
          <a:xfrm rot="0">
            <a:off x="914219" y="4476598"/>
            <a:ext cx="12647343" cy="224638"/>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    </a:t>
            </a:r>
            <a:r>
              <a:rPr lang="en-US" sz="1575" spc="-1">
                <a:solidFill>
                  <a:srgbClr val="0A3069"/>
                </a:solidFill>
                <a:latin typeface="Courier New"/>
                <a:ea typeface="Courier New"/>
                <a:cs typeface="Courier New"/>
                <a:sym typeface="Courier New"/>
              </a:rPr>
              <a:t>"appium:noReset"</a:t>
            </a:r>
            <a:r>
              <a:rPr lang="en-US" sz="1575" spc="-1">
                <a:solidFill>
                  <a:srgbClr val="1F2328"/>
                </a:solidFill>
                <a:latin typeface="Courier New"/>
                <a:ea typeface="Courier New"/>
                <a:cs typeface="Courier New"/>
                <a:sym typeface="Courier New"/>
              </a:rPr>
              <a:t>: </a:t>
            </a:r>
            <a:r>
              <a:rPr lang="en-US" sz="1575" spc="-1">
                <a:solidFill>
                  <a:srgbClr val="0550AE"/>
                </a:solidFill>
                <a:latin typeface="Courier New"/>
                <a:ea typeface="Courier New"/>
                <a:cs typeface="Courier New"/>
                <a:sym typeface="Courier New"/>
              </a:rPr>
              <a:t>false</a:t>
            </a:r>
            <a:r>
              <a:rPr lang="en-US" sz="1575" spc="-1">
                <a:solidFill>
                  <a:srgbClr val="1F2328"/>
                </a:solidFill>
                <a:latin typeface="Courier New"/>
                <a:ea typeface="Courier New"/>
                <a:cs typeface="Courier New"/>
                <a:sym typeface="Courier New"/>
              </a:rPr>
              <a:t>,                            </a:t>
            </a:r>
            <a:r>
              <a:rPr lang="en-US" sz="1575" spc="-1">
                <a:solidFill>
                  <a:srgbClr val="59636E"/>
                </a:solidFill>
                <a:latin typeface="Courier New"/>
                <a:ea typeface="Courier New"/>
                <a:cs typeface="Courier New"/>
                <a:sym typeface="Courier New"/>
              </a:rPr>
              <a:t>// xoá dữ liệu app → mỗi test bắt đầu sạch (~25 s)</a:t>
            </a:r>
          </a:p>
        </p:txBody>
      </p:sp>
      <p:sp>
        <p:nvSpPr>
          <p:cNvPr name="TextBox 27" id="27"/>
          <p:cNvSpPr txBox="true"/>
          <p:nvPr/>
        </p:nvSpPr>
        <p:spPr>
          <a:xfrm rot="0">
            <a:off x="914219" y="4734182"/>
            <a:ext cx="476279" cy="224638"/>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  },</a:t>
            </a:r>
          </a:p>
        </p:txBody>
      </p:sp>
      <p:sp>
        <p:nvSpPr>
          <p:cNvPr name="TextBox 28" id="28"/>
          <p:cNvSpPr txBox="true"/>
          <p:nvPr/>
        </p:nvSpPr>
        <p:spPr>
          <a:xfrm rot="0">
            <a:off x="914219" y="4991224"/>
            <a:ext cx="357483" cy="224638"/>
          </a:xfrm>
          <a:prstGeom prst="rect">
            <a:avLst/>
          </a:prstGeom>
        </p:spPr>
        <p:txBody>
          <a:bodyPr anchor="t" rtlCol="false" tIns="0" lIns="0" bIns="0" rIns="0">
            <a:spAutoFit/>
          </a:bodyPr>
          <a:lstStyle/>
          <a:p>
            <a:pPr algn="l">
              <a:lnSpc>
                <a:spcPts val="1889"/>
              </a:lnSpc>
            </a:pPr>
            <a:r>
              <a:rPr lang="en-US" sz="1575" spc="-1">
                <a:solidFill>
                  <a:srgbClr val="1F2328"/>
                </a:solidFill>
                <a:latin typeface="Courier New"/>
                <a:ea typeface="Courier New"/>
                <a:cs typeface="Courier New"/>
                <a:sym typeface="Courier New"/>
              </a:rPr>
              <a:t>});</a:t>
            </a:r>
          </a:p>
        </p:txBody>
      </p:sp>
      <p:grpSp>
        <p:nvGrpSpPr>
          <p:cNvPr name="Group 29" id="29"/>
          <p:cNvGrpSpPr/>
          <p:nvPr/>
        </p:nvGrpSpPr>
        <p:grpSpPr>
          <a:xfrm rot="0">
            <a:off x="0" y="0"/>
            <a:ext cx="18288181" cy="143104"/>
            <a:chOff x="0" y="0"/>
            <a:chExt cx="24384241" cy="190805"/>
          </a:xfrm>
        </p:grpSpPr>
        <p:sp>
          <p:nvSpPr>
            <p:cNvPr name="Freeform 30" id="30"/>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31" id="31"/>
          <p:cNvGrpSpPr/>
          <p:nvPr/>
        </p:nvGrpSpPr>
        <p:grpSpPr>
          <a:xfrm rot="0">
            <a:off x="0" y="9943557"/>
            <a:ext cx="18288181" cy="343443"/>
            <a:chOff x="0" y="0"/>
            <a:chExt cx="24384241" cy="457924"/>
          </a:xfrm>
        </p:grpSpPr>
        <p:sp>
          <p:nvSpPr>
            <p:cNvPr name="Freeform 32" id="32"/>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33" id="33"/>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34" id="34"/>
          <p:cNvSpPr txBox="true"/>
          <p:nvPr/>
        </p:nvSpPr>
        <p:spPr>
          <a:xfrm rot="0">
            <a:off x="713880" y="5729173"/>
            <a:ext cx="13994606" cy="714375"/>
          </a:xfrm>
          <a:prstGeom prst="rect">
            <a:avLst/>
          </a:prstGeom>
        </p:spPr>
        <p:txBody>
          <a:bodyPr anchor="t" rtlCol="false" tIns="0" lIns="0" bIns="0" rIns="0">
            <a:spAutoFit/>
          </a:bodyPr>
          <a:lstStyle/>
          <a:p>
            <a:pPr algn="l" marL="511683" indent="-255842" lvl="1">
              <a:lnSpc>
                <a:spcPts val="2844"/>
              </a:lnSpc>
              <a:buFont typeface="Arial"/>
              <a:buChar char="•"/>
            </a:pPr>
            <a:r>
              <a:rPr lang="en-US" b="true" sz="2370">
                <a:solidFill>
                  <a:srgbClr val="222222"/>
                </a:solidFill>
                <a:latin typeface="Arial Bold"/>
                <a:ea typeface="Arial Bold"/>
                <a:cs typeface="Arial Bold"/>
                <a:sym typeface="Arial Bold"/>
              </a:rPr>
              <a:t>Session: </a:t>
            </a:r>
            <a:r>
              <a:rPr lang="en-US" sz="2370">
                <a:solidFill>
                  <a:srgbClr val="222222"/>
                </a:solidFill>
                <a:latin typeface="Arial"/>
                <a:ea typeface="Arial"/>
                <a:cs typeface="Arial"/>
                <a:sym typeface="Arial"/>
              </a:rPr>
              <a:t>Phiên làm việc giữa test script và Appium Server để điều khiển ứng dụng trên thiết bị.</a:t>
            </a:r>
          </a:p>
          <a:p>
            <a:pPr algn="l" marL="511683" indent="-255842" lvl="1">
              <a:lnSpc>
                <a:spcPts val="2844"/>
              </a:lnSpc>
              <a:buFont typeface="Arial"/>
              <a:buChar char="•"/>
            </a:pPr>
            <a:r>
              <a:rPr lang="en-US" b="true" sz="2370" spc="-1">
                <a:solidFill>
                  <a:srgbClr val="222222"/>
                </a:solidFill>
                <a:latin typeface="Arial Bold"/>
                <a:ea typeface="Arial Bold"/>
                <a:cs typeface="Arial Bold"/>
                <a:sym typeface="Arial Bold"/>
              </a:rPr>
              <a:t>Capabilities: </a:t>
            </a:r>
            <a:r>
              <a:rPr lang="en-US" sz="2370" spc="-1">
                <a:solidFill>
                  <a:srgbClr val="222222"/>
                </a:solidFill>
                <a:latin typeface="Arial"/>
                <a:ea typeface="Arial"/>
                <a:cs typeface="Arial"/>
                <a:sym typeface="Arial"/>
              </a:rPr>
              <a:t>Các thông tin cấu hình cho Appium biết cần sử dụng nền tảng, driver và ứng dụng nào.</a:t>
            </a:r>
          </a:p>
        </p:txBody>
      </p:sp>
      <p:grpSp>
        <p:nvGrpSpPr>
          <p:cNvPr name="Group 35" id="35"/>
          <p:cNvGrpSpPr/>
          <p:nvPr/>
        </p:nvGrpSpPr>
        <p:grpSpPr>
          <a:xfrm rot="0">
            <a:off x="914219" y="7263251"/>
            <a:ext cx="4329722" cy="1229582"/>
            <a:chOff x="0" y="0"/>
            <a:chExt cx="5772963" cy="1639443"/>
          </a:xfrm>
        </p:grpSpPr>
        <p:sp>
          <p:nvSpPr>
            <p:cNvPr name="Freeform 36" id="36"/>
            <p:cNvSpPr/>
            <p:nvPr/>
          </p:nvSpPr>
          <p:spPr>
            <a:xfrm flipH="false" flipV="false" rot="0">
              <a:off x="0" y="0"/>
              <a:ext cx="5772912" cy="1639443"/>
            </a:xfrm>
            <a:custGeom>
              <a:avLst/>
              <a:gdLst/>
              <a:ahLst/>
              <a:cxnLst/>
              <a:rect r="r" b="b" t="t" l="l"/>
              <a:pathLst>
                <a:path h="1639443" w="5772912">
                  <a:moveTo>
                    <a:pt x="0" y="0"/>
                  </a:moveTo>
                  <a:lnTo>
                    <a:pt x="5772912" y="0"/>
                  </a:lnTo>
                  <a:lnTo>
                    <a:pt x="5772912" y="1639443"/>
                  </a:lnTo>
                  <a:lnTo>
                    <a:pt x="0" y="1639443"/>
                  </a:lnTo>
                  <a:lnTo>
                    <a:pt x="0" y="0"/>
                  </a:lnTo>
                  <a:close/>
                </a:path>
              </a:pathLst>
            </a:custGeom>
            <a:solidFill>
              <a:srgbClr val="EEF3FA"/>
            </a:solidFill>
          </p:spPr>
        </p:sp>
      </p:grpSp>
      <p:grpSp>
        <p:nvGrpSpPr>
          <p:cNvPr name="Group 37" id="37"/>
          <p:cNvGrpSpPr/>
          <p:nvPr/>
        </p:nvGrpSpPr>
        <p:grpSpPr>
          <a:xfrm rot="0">
            <a:off x="914762" y="7263784"/>
            <a:ext cx="4329179" cy="1228496"/>
            <a:chOff x="0" y="0"/>
            <a:chExt cx="5772239" cy="1637995"/>
          </a:xfrm>
        </p:grpSpPr>
        <p:sp>
          <p:nvSpPr>
            <p:cNvPr name="Freeform 38" id="38"/>
            <p:cNvSpPr/>
            <p:nvPr/>
          </p:nvSpPr>
          <p:spPr>
            <a:xfrm flipH="false" flipV="false" rot="0">
              <a:off x="0" y="0"/>
              <a:ext cx="5772277" cy="1638046"/>
            </a:xfrm>
            <a:custGeom>
              <a:avLst/>
              <a:gdLst/>
              <a:ahLst/>
              <a:cxnLst/>
              <a:rect r="r" b="b" t="t" l="l"/>
              <a:pathLst>
                <a:path h="1638046" w="5772277">
                  <a:moveTo>
                    <a:pt x="0" y="0"/>
                  </a:moveTo>
                  <a:lnTo>
                    <a:pt x="5772277" y="0"/>
                  </a:lnTo>
                  <a:lnTo>
                    <a:pt x="5772277" y="1638046"/>
                  </a:lnTo>
                  <a:lnTo>
                    <a:pt x="0" y="1638046"/>
                  </a:lnTo>
                  <a:lnTo>
                    <a:pt x="0" y="0"/>
                  </a:lnTo>
                  <a:close/>
                </a:path>
              </a:pathLst>
            </a:custGeom>
            <a:blipFill>
              <a:blip r:embed="rId4">
                <a:alphaModFix amt="0"/>
              </a:blip>
              <a:stretch>
                <a:fillRect l="0" t="-18664" r="0" b="-18660"/>
              </a:stretch>
            </a:blipFill>
            <a:ln w="28080" cap="sq">
              <a:solidFill>
                <a:srgbClr val="1F4E79"/>
              </a:solidFill>
              <a:prstDash val="solid"/>
              <a:miter/>
            </a:ln>
          </p:spPr>
        </p:sp>
      </p:grpSp>
      <p:grpSp>
        <p:nvGrpSpPr>
          <p:cNvPr name="Group 39" id="39"/>
          <p:cNvGrpSpPr/>
          <p:nvPr/>
        </p:nvGrpSpPr>
        <p:grpSpPr>
          <a:xfrm rot="0">
            <a:off x="7729566" y="7263251"/>
            <a:ext cx="4329722" cy="1229582"/>
            <a:chOff x="0" y="0"/>
            <a:chExt cx="5772963" cy="1639443"/>
          </a:xfrm>
        </p:grpSpPr>
        <p:sp>
          <p:nvSpPr>
            <p:cNvPr name="Freeform 40" id="40"/>
            <p:cNvSpPr/>
            <p:nvPr/>
          </p:nvSpPr>
          <p:spPr>
            <a:xfrm flipH="false" flipV="false" rot="0">
              <a:off x="0" y="0"/>
              <a:ext cx="5772912" cy="1639443"/>
            </a:xfrm>
            <a:custGeom>
              <a:avLst/>
              <a:gdLst/>
              <a:ahLst/>
              <a:cxnLst/>
              <a:rect r="r" b="b" t="t" l="l"/>
              <a:pathLst>
                <a:path h="1639443" w="5772912">
                  <a:moveTo>
                    <a:pt x="0" y="0"/>
                  </a:moveTo>
                  <a:lnTo>
                    <a:pt x="5772912" y="0"/>
                  </a:lnTo>
                  <a:lnTo>
                    <a:pt x="5772912" y="1639443"/>
                  </a:lnTo>
                  <a:lnTo>
                    <a:pt x="0" y="1639443"/>
                  </a:lnTo>
                  <a:lnTo>
                    <a:pt x="0" y="0"/>
                  </a:lnTo>
                  <a:close/>
                </a:path>
              </a:pathLst>
            </a:custGeom>
            <a:solidFill>
              <a:srgbClr val="EEF3FA"/>
            </a:solidFill>
          </p:spPr>
        </p:sp>
      </p:grpSp>
      <p:grpSp>
        <p:nvGrpSpPr>
          <p:cNvPr name="Group 41" id="41"/>
          <p:cNvGrpSpPr/>
          <p:nvPr/>
        </p:nvGrpSpPr>
        <p:grpSpPr>
          <a:xfrm rot="0">
            <a:off x="7730099" y="7263784"/>
            <a:ext cx="4329179" cy="1228496"/>
            <a:chOff x="0" y="0"/>
            <a:chExt cx="5772239" cy="1637995"/>
          </a:xfrm>
        </p:grpSpPr>
        <p:sp>
          <p:nvSpPr>
            <p:cNvPr name="Freeform 42" id="42"/>
            <p:cNvSpPr/>
            <p:nvPr/>
          </p:nvSpPr>
          <p:spPr>
            <a:xfrm flipH="false" flipV="false" rot="0">
              <a:off x="0" y="0"/>
              <a:ext cx="5772277" cy="1638046"/>
            </a:xfrm>
            <a:custGeom>
              <a:avLst/>
              <a:gdLst/>
              <a:ahLst/>
              <a:cxnLst/>
              <a:rect r="r" b="b" t="t" l="l"/>
              <a:pathLst>
                <a:path h="1638046" w="5772277">
                  <a:moveTo>
                    <a:pt x="0" y="0"/>
                  </a:moveTo>
                  <a:lnTo>
                    <a:pt x="5772277" y="0"/>
                  </a:lnTo>
                  <a:lnTo>
                    <a:pt x="5772277" y="1638046"/>
                  </a:lnTo>
                  <a:lnTo>
                    <a:pt x="0" y="1638046"/>
                  </a:lnTo>
                  <a:lnTo>
                    <a:pt x="0" y="0"/>
                  </a:lnTo>
                  <a:close/>
                </a:path>
              </a:pathLst>
            </a:custGeom>
            <a:blipFill>
              <a:blip r:embed="rId4">
                <a:alphaModFix amt="0"/>
              </a:blip>
              <a:stretch>
                <a:fillRect l="0" t="-18664" r="0" b="-18660"/>
              </a:stretch>
            </a:blipFill>
            <a:ln w="28080" cap="sq">
              <a:solidFill>
                <a:srgbClr val="1F4E79"/>
              </a:solidFill>
              <a:prstDash val="solid"/>
              <a:miter/>
            </a:ln>
          </p:spPr>
        </p:sp>
      </p:grpSp>
      <p:sp>
        <p:nvSpPr>
          <p:cNvPr name="TextBox 43" id="43"/>
          <p:cNvSpPr txBox="true"/>
          <p:nvPr/>
        </p:nvSpPr>
        <p:spPr>
          <a:xfrm rot="0">
            <a:off x="2114379" y="7423480"/>
            <a:ext cx="1651843" cy="285750"/>
          </a:xfrm>
          <a:prstGeom prst="rect">
            <a:avLst/>
          </a:prstGeom>
        </p:spPr>
        <p:txBody>
          <a:bodyPr anchor="t" rtlCol="false" tIns="0" lIns="0" bIns="0" rIns="0">
            <a:spAutoFit/>
          </a:bodyPr>
          <a:lstStyle/>
          <a:p>
            <a:pPr algn="l">
              <a:lnSpc>
                <a:spcPts val="2160"/>
              </a:lnSpc>
            </a:pPr>
            <a:r>
              <a:rPr lang="en-US" sz="1800" b="true">
                <a:solidFill>
                  <a:srgbClr val="222222"/>
                </a:solidFill>
                <a:latin typeface="Arial Bold"/>
                <a:ea typeface="Arial Bold"/>
                <a:cs typeface="Arial Bold"/>
                <a:sym typeface="Arial Bold"/>
              </a:rPr>
              <a:t>Cr</a:t>
            </a:r>
            <a:r>
              <a:rPr lang="en-US" sz="1800" b="true">
                <a:solidFill>
                  <a:srgbClr val="222222"/>
                </a:solidFill>
                <a:latin typeface="Arial Bold"/>
                <a:ea typeface="Arial Bold"/>
                <a:cs typeface="Arial Bold"/>
                <a:sym typeface="Arial Bold"/>
              </a:rPr>
              <a:t>eate Session</a:t>
            </a:r>
          </a:p>
        </p:txBody>
      </p:sp>
      <p:sp>
        <p:nvSpPr>
          <p:cNvPr name="TextBox 44" id="44"/>
          <p:cNvSpPr txBox="true"/>
          <p:nvPr/>
        </p:nvSpPr>
        <p:spPr>
          <a:xfrm rot="0">
            <a:off x="1520714" y="7823530"/>
            <a:ext cx="3228806" cy="285750"/>
          </a:xfrm>
          <a:prstGeom prst="rect">
            <a:avLst/>
          </a:prstGeom>
        </p:spPr>
        <p:txBody>
          <a:bodyPr anchor="t" rtlCol="false" tIns="0" lIns="0" bIns="0" rIns="0">
            <a:spAutoFit/>
          </a:bodyPr>
          <a:lstStyle/>
          <a:p>
            <a:pPr algn="l">
              <a:lnSpc>
                <a:spcPts val="2160"/>
              </a:lnSpc>
            </a:pPr>
            <a:r>
              <a:rPr lang="en-US" sz="1800">
                <a:solidFill>
                  <a:srgbClr val="222222"/>
                </a:solidFill>
                <a:latin typeface="Arial"/>
                <a:ea typeface="Arial"/>
                <a:cs typeface="Arial"/>
                <a:sym typeface="Arial"/>
              </a:rPr>
              <a:t>Kết nối</a:t>
            </a:r>
            <a:r>
              <a:rPr lang="en-US" sz="1800">
                <a:solidFill>
                  <a:srgbClr val="222222"/>
                </a:solidFill>
                <a:latin typeface="Arial"/>
                <a:ea typeface="Arial"/>
                <a:cs typeface="Arial"/>
                <a:sym typeface="Arial"/>
              </a:rPr>
              <a:t> và chuẩn bị ứng dụng</a:t>
            </a:r>
          </a:p>
        </p:txBody>
      </p:sp>
      <p:sp>
        <p:nvSpPr>
          <p:cNvPr name="TextBox 45" id="45"/>
          <p:cNvSpPr txBox="true"/>
          <p:nvPr/>
        </p:nvSpPr>
        <p:spPr>
          <a:xfrm rot="0">
            <a:off x="9190321" y="7442435"/>
            <a:ext cx="1408212" cy="285750"/>
          </a:xfrm>
          <a:prstGeom prst="rect">
            <a:avLst/>
          </a:prstGeom>
        </p:spPr>
        <p:txBody>
          <a:bodyPr anchor="t" rtlCol="false" tIns="0" lIns="0" bIns="0" rIns="0">
            <a:spAutoFit/>
          </a:bodyPr>
          <a:lstStyle/>
          <a:p>
            <a:pPr algn="l">
              <a:lnSpc>
                <a:spcPts val="2160"/>
              </a:lnSpc>
            </a:pPr>
            <a:r>
              <a:rPr lang="en-US" b="true" sz="1800" spc="-1">
                <a:solidFill>
                  <a:srgbClr val="222222"/>
                </a:solidFill>
                <a:latin typeface="Arial Bold"/>
                <a:ea typeface="Arial Bold"/>
                <a:cs typeface="Arial Bold"/>
                <a:sym typeface="Arial Bold"/>
              </a:rPr>
              <a:t>Exec</a:t>
            </a:r>
            <a:r>
              <a:rPr lang="en-US" b="true" sz="1800" spc="-1">
                <a:solidFill>
                  <a:srgbClr val="222222"/>
                </a:solidFill>
                <a:latin typeface="Arial Bold"/>
                <a:ea typeface="Arial Bold"/>
                <a:cs typeface="Arial Bold"/>
                <a:sym typeface="Arial Bold"/>
              </a:rPr>
              <a:t>ute Test</a:t>
            </a:r>
          </a:p>
        </p:txBody>
      </p:sp>
      <p:sp>
        <p:nvSpPr>
          <p:cNvPr name="Freeform 46" id="46"/>
          <p:cNvSpPr/>
          <p:nvPr/>
        </p:nvSpPr>
        <p:spPr>
          <a:xfrm flipH="false" flipV="false" rot="0">
            <a:off x="12181266" y="7728185"/>
            <a:ext cx="1371699" cy="397793"/>
          </a:xfrm>
          <a:custGeom>
            <a:avLst/>
            <a:gdLst/>
            <a:ahLst/>
            <a:cxnLst/>
            <a:rect r="r" b="b" t="t" l="l"/>
            <a:pathLst>
              <a:path h="397793" w="1371699">
                <a:moveTo>
                  <a:pt x="0" y="0"/>
                </a:moveTo>
                <a:lnTo>
                  <a:pt x="1371699" y="0"/>
                </a:lnTo>
                <a:lnTo>
                  <a:pt x="1371699" y="397793"/>
                </a:lnTo>
                <a:lnTo>
                  <a:pt x="0" y="3977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7" id="47"/>
          <p:cNvSpPr/>
          <p:nvPr/>
        </p:nvSpPr>
        <p:spPr>
          <a:xfrm flipH="false" flipV="false" rot="0">
            <a:off x="5833992" y="7728185"/>
            <a:ext cx="1371699" cy="397793"/>
          </a:xfrm>
          <a:custGeom>
            <a:avLst/>
            <a:gdLst/>
            <a:ahLst/>
            <a:cxnLst/>
            <a:rect r="r" b="b" t="t" l="l"/>
            <a:pathLst>
              <a:path h="397793" w="1371699">
                <a:moveTo>
                  <a:pt x="0" y="0"/>
                </a:moveTo>
                <a:lnTo>
                  <a:pt x="1371699" y="0"/>
                </a:lnTo>
                <a:lnTo>
                  <a:pt x="1371699" y="397793"/>
                </a:lnTo>
                <a:lnTo>
                  <a:pt x="0" y="3977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8" id="48"/>
          <p:cNvGrpSpPr/>
          <p:nvPr/>
        </p:nvGrpSpPr>
        <p:grpSpPr>
          <a:xfrm rot="0">
            <a:off x="13674943" y="7262698"/>
            <a:ext cx="4329722" cy="1229582"/>
            <a:chOff x="0" y="0"/>
            <a:chExt cx="5772963" cy="1639443"/>
          </a:xfrm>
        </p:grpSpPr>
        <p:sp>
          <p:nvSpPr>
            <p:cNvPr name="Freeform 49" id="49"/>
            <p:cNvSpPr/>
            <p:nvPr/>
          </p:nvSpPr>
          <p:spPr>
            <a:xfrm flipH="false" flipV="false" rot="0">
              <a:off x="0" y="0"/>
              <a:ext cx="5772912" cy="1639443"/>
            </a:xfrm>
            <a:custGeom>
              <a:avLst/>
              <a:gdLst/>
              <a:ahLst/>
              <a:cxnLst/>
              <a:rect r="r" b="b" t="t" l="l"/>
              <a:pathLst>
                <a:path h="1639443" w="5772912">
                  <a:moveTo>
                    <a:pt x="0" y="0"/>
                  </a:moveTo>
                  <a:lnTo>
                    <a:pt x="5772912" y="0"/>
                  </a:lnTo>
                  <a:lnTo>
                    <a:pt x="5772912" y="1639443"/>
                  </a:lnTo>
                  <a:lnTo>
                    <a:pt x="0" y="1639443"/>
                  </a:lnTo>
                  <a:lnTo>
                    <a:pt x="0" y="0"/>
                  </a:lnTo>
                  <a:close/>
                </a:path>
              </a:pathLst>
            </a:custGeom>
            <a:solidFill>
              <a:srgbClr val="EEF3FA"/>
            </a:solidFill>
          </p:spPr>
        </p:sp>
      </p:grpSp>
      <p:grpSp>
        <p:nvGrpSpPr>
          <p:cNvPr name="Group 50" id="50"/>
          <p:cNvGrpSpPr/>
          <p:nvPr/>
        </p:nvGrpSpPr>
        <p:grpSpPr>
          <a:xfrm rot="0">
            <a:off x="13674943" y="7263232"/>
            <a:ext cx="4329179" cy="1228496"/>
            <a:chOff x="0" y="0"/>
            <a:chExt cx="5772239" cy="1637995"/>
          </a:xfrm>
        </p:grpSpPr>
        <p:sp>
          <p:nvSpPr>
            <p:cNvPr name="Freeform 51" id="51"/>
            <p:cNvSpPr/>
            <p:nvPr/>
          </p:nvSpPr>
          <p:spPr>
            <a:xfrm flipH="false" flipV="false" rot="0">
              <a:off x="0" y="0"/>
              <a:ext cx="5772277" cy="1638046"/>
            </a:xfrm>
            <a:custGeom>
              <a:avLst/>
              <a:gdLst/>
              <a:ahLst/>
              <a:cxnLst/>
              <a:rect r="r" b="b" t="t" l="l"/>
              <a:pathLst>
                <a:path h="1638046" w="5772277">
                  <a:moveTo>
                    <a:pt x="0" y="0"/>
                  </a:moveTo>
                  <a:lnTo>
                    <a:pt x="5772277" y="0"/>
                  </a:lnTo>
                  <a:lnTo>
                    <a:pt x="5772277" y="1638046"/>
                  </a:lnTo>
                  <a:lnTo>
                    <a:pt x="0" y="1638046"/>
                  </a:lnTo>
                  <a:lnTo>
                    <a:pt x="0" y="0"/>
                  </a:lnTo>
                  <a:close/>
                </a:path>
              </a:pathLst>
            </a:custGeom>
            <a:blipFill>
              <a:blip r:embed="rId4">
                <a:alphaModFix amt="0"/>
              </a:blip>
              <a:stretch>
                <a:fillRect l="0" t="-18664" r="0" b="-18660"/>
              </a:stretch>
            </a:blipFill>
            <a:ln w="28080" cap="sq">
              <a:solidFill>
                <a:srgbClr val="1F4E79"/>
              </a:solidFill>
              <a:prstDash val="solid"/>
              <a:miter/>
            </a:ln>
          </p:spPr>
        </p:sp>
      </p:grpSp>
      <p:sp>
        <p:nvSpPr>
          <p:cNvPr name="TextBox 52" id="52"/>
          <p:cNvSpPr txBox="true"/>
          <p:nvPr/>
        </p:nvSpPr>
        <p:spPr>
          <a:xfrm rot="0">
            <a:off x="15154823" y="7423480"/>
            <a:ext cx="1369963" cy="285750"/>
          </a:xfrm>
          <a:prstGeom prst="rect">
            <a:avLst/>
          </a:prstGeom>
        </p:spPr>
        <p:txBody>
          <a:bodyPr anchor="t" rtlCol="false" tIns="0" lIns="0" bIns="0" rIns="0">
            <a:spAutoFit/>
          </a:bodyPr>
          <a:lstStyle/>
          <a:p>
            <a:pPr algn="l">
              <a:lnSpc>
                <a:spcPts val="2160"/>
              </a:lnSpc>
            </a:pPr>
            <a:r>
              <a:rPr lang="en-US" b="true" sz="1800" spc="-1">
                <a:solidFill>
                  <a:srgbClr val="222222"/>
                </a:solidFill>
                <a:latin typeface="Arial Bold"/>
                <a:ea typeface="Arial Bold"/>
                <a:cs typeface="Arial Bold"/>
                <a:sym typeface="Arial Bold"/>
              </a:rPr>
              <a:t>E</a:t>
            </a:r>
            <a:r>
              <a:rPr lang="en-US" b="true" sz="1800" spc="-1">
                <a:solidFill>
                  <a:srgbClr val="222222"/>
                </a:solidFill>
                <a:latin typeface="Arial Bold"/>
                <a:ea typeface="Arial Bold"/>
                <a:cs typeface="Arial Bold"/>
                <a:sym typeface="Arial Bold"/>
              </a:rPr>
              <a:t>nd Session</a:t>
            </a:r>
          </a:p>
        </p:txBody>
      </p:sp>
      <p:sp>
        <p:nvSpPr>
          <p:cNvPr name="TextBox 53" id="53"/>
          <p:cNvSpPr txBox="true"/>
          <p:nvPr/>
        </p:nvSpPr>
        <p:spPr>
          <a:xfrm rot="0">
            <a:off x="14729621" y="7774681"/>
            <a:ext cx="2220367" cy="285750"/>
          </a:xfrm>
          <a:prstGeom prst="rect">
            <a:avLst/>
          </a:prstGeom>
        </p:spPr>
        <p:txBody>
          <a:bodyPr anchor="t" rtlCol="false" tIns="0" lIns="0" bIns="0" rIns="0">
            <a:spAutoFit/>
          </a:bodyPr>
          <a:lstStyle/>
          <a:p>
            <a:pPr algn="l">
              <a:lnSpc>
                <a:spcPts val="2160"/>
              </a:lnSpc>
            </a:pPr>
            <a:r>
              <a:rPr lang="en-US" sz="1800" spc="-1">
                <a:solidFill>
                  <a:srgbClr val="222222"/>
                </a:solidFill>
                <a:latin typeface="Arial"/>
                <a:ea typeface="Arial"/>
                <a:cs typeface="Arial"/>
                <a:sym typeface="Arial"/>
              </a:rPr>
              <a:t>Giải</a:t>
            </a:r>
            <a:r>
              <a:rPr lang="en-US" sz="1800" spc="-1">
                <a:solidFill>
                  <a:srgbClr val="222222"/>
                </a:solidFill>
                <a:latin typeface="Arial"/>
                <a:ea typeface="Arial"/>
                <a:cs typeface="Arial"/>
                <a:sym typeface="Arial"/>
              </a:rPr>
              <a:t> phóng tài nguyên</a:t>
            </a:r>
          </a:p>
        </p:txBody>
      </p:sp>
      <p:sp>
        <p:nvSpPr>
          <p:cNvPr name="TextBox 54" id="54"/>
          <p:cNvSpPr txBox="true"/>
          <p:nvPr/>
        </p:nvSpPr>
        <p:spPr>
          <a:xfrm rot="0">
            <a:off x="7928595" y="7728185"/>
            <a:ext cx="3932188" cy="285750"/>
          </a:xfrm>
          <a:prstGeom prst="rect">
            <a:avLst/>
          </a:prstGeom>
        </p:spPr>
        <p:txBody>
          <a:bodyPr anchor="t" rtlCol="false" tIns="0" lIns="0" bIns="0" rIns="0">
            <a:spAutoFit/>
          </a:bodyPr>
          <a:lstStyle/>
          <a:p>
            <a:pPr algn="l">
              <a:lnSpc>
                <a:spcPts val="2160"/>
              </a:lnSpc>
            </a:pPr>
            <a:r>
              <a:rPr lang="en-US" sz="1800" spc="-1">
                <a:solidFill>
                  <a:srgbClr val="222222"/>
                </a:solidFill>
                <a:latin typeface="Arial"/>
                <a:ea typeface="Arial"/>
                <a:cs typeface="Arial"/>
                <a:sym typeface="Arial"/>
              </a:rPr>
              <a:t>Tìm phần tử, thao</a:t>
            </a:r>
            <a:r>
              <a:rPr lang="en-US" sz="1800" spc="-1">
                <a:solidFill>
                  <a:srgbClr val="222222"/>
                </a:solidFill>
                <a:latin typeface="Arial"/>
                <a:ea typeface="Arial"/>
                <a:cs typeface="Arial"/>
                <a:sym typeface="Arial"/>
              </a:rPr>
              <a:t> tác, kiểm tra kết quả</a:t>
            </a:r>
          </a:p>
        </p:txBody>
      </p:sp>
      <p:sp>
        <p:nvSpPr>
          <p:cNvPr name="TextBox 211" id="211"/>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6 · Session &amp; Capabilities</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8" id="8"/>
          <p:cNvGrpSpPr/>
          <p:nvPr/>
        </p:nvGrpSpPr>
        <p:grpSpPr>
          <a:xfrm rot="0">
            <a:off x="671217" y="2731622"/>
            <a:ext cx="15745320" cy="529199"/>
            <a:chOff x="0" y="0"/>
            <a:chExt cx="20993760" cy="705599"/>
          </a:xfrm>
        </p:grpSpPr>
        <p:sp>
          <p:nvSpPr>
            <p:cNvPr name="Freeform 9" id="9"/>
            <p:cNvSpPr/>
            <p:nvPr/>
          </p:nvSpPr>
          <p:spPr>
            <a:xfrm flipH="false" flipV="false" rot="0">
              <a:off x="0" y="0"/>
              <a:ext cx="20993810" cy="705612"/>
            </a:xfrm>
            <a:custGeom>
              <a:avLst/>
              <a:gdLst/>
              <a:ahLst/>
              <a:cxnLst/>
              <a:rect r="r" b="b" t="t" l="l"/>
              <a:pathLst>
                <a:path h="705612" w="20993810">
                  <a:moveTo>
                    <a:pt x="0" y="0"/>
                  </a:moveTo>
                  <a:lnTo>
                    <a:pt x="20993810" y="0"/>
                  </a:lnTo>
                  <a:lnTo>
                    <a:pt x="20993810" y="705612"/>
                  </a:lnTo>
                  <a:lnTo>
                    <a:pt x="0" y="705612"/>
                  </a:lnTo>
                  <a:lnTo>
                    <a:pt x="0" y="0"/>
                  </a:lnTo>
                  <a:close/>
                </a:path>
              </a:pathLst>
            </a:custGeom>
            <a:solidFill>
              <a:srgbClr val="D1D9E0"/>
            </a:solidFill>
          </p:spPr>
        </p:sp>
      </p:grpSp>
      <p:grpSp>
        <p:nvGrpSpPr>
          <p:cNvPr name="Group 10" id="10"/>
          <p:cNvGrpSpPr/>
          <p:nvPr/>
        </p:nvGrpSpPr>
        <p:grpSpPr>
          <a:xfrm rot="0">
            <a:off x="671217" y="2731622"/>
            <a:ext cx="15759903" cy="529199"/>
            <a:chOff x="0" y="0"/>
            <a:chExt cx="21013204" cy="705599"/>
          </a:xfrm>
        </p:grpSpPr>
        <p:sp>
          <p:nvSpPr>
            <p:cNvPr name="Freeform 11" id="11"/>
            <p:cNvSpPr/>
            <p:nvPr/>
          </p:nvSpPr>
          <p:spPr>
            <a:xfrm flipH="false" flipV="false" rot="0">
              <a:off x="0" y="0"/>
              <a:ext cx="21013254" cy="705612"/>
            </a:xfrm>
            <a:custGeom>
              <a:avLst/>
              <a:gdLst/>
              <a:ahLst/>
              <a:cxnLst/>
              <a:rect r="r" b="b" t="t" l="l"/>
              <a:pathLst>
                <a:path h="705612" w="21013254">
                  <a:moveTo>
                    <a:pt x="0" y="0"/>
                  </a:moveTo>
                  <a:lnTo>
                    <a:pt x="21013254" y="0"/>
                  </a:lnTo>
                  <a:lnTo>
                    <a:pt x="21013254" y="705612"/>
                  </a:lnTo>
                  <a:lnTo>
                    <a:pt x="0" y="705612"/>
                  </a:lnTo>
                  <a:lnTo>
                    <a:pt x="0" y="0"/>
                  </a:lnTo>
                  <a:close/>
                </a:path>
              </a:pathLst>
            </a:custGeom>
            <a:solidFill>
              <a:srgbClr val="D1D9E0"/>
            </a:solidFill>
          </p:spPr>
        </p:sp>
      </p:grpSp>
      <p:grpSp>
        <p:nvGrpSpPr>
          <p:cNvPr name="Group 12" id="12"/>
          <p:cNvGrpSpPr/>
          <p:nvPr/>
        </p:nvGrpSpPr>
        <p:grpSpPr>
          <a:xfrm rot="0">
            <a:off x="671217" y="2731622"/>
            <a:ext cx="15745320" cy="529199"/>
            <a:chOff x="0" y="0"/>
            <a:chExt cx="20993760" cy="705599"/>
          </a:xfrm>
        </p:grpSpPr>
        <p:sp>
          <p:nvSpPr>
            <p:cNvPr name="Freeform 13" id="13"/>
            <p:cNvSpPr/>
            <p:nvPr/>
          </p:nvSpPr>
          <p:spPr>
            <a:xfrm flipH="false" flipV="false" rot="0">
              <a:off x="0" y="0"/>
              <a:ext cx="20993810" cy="705612"/>
            </a:xfrm>
            <a:custGeom>
              <a:avLst/>
              <a:gdLst/>
              <a:ahLst/>
              <a:cxnLst/>
              <a:rect r="r" b="b" t="t" l="l"/>
              <a:pathLst>
                <a:path h="705612" w="20993810">
                  <a:moveTo>
                    <a:pt x="0" y="0"/>
                  </a:moveTo>
                  <a:lnTo>
                    <a:pt x="20993810" y="0"/>
                  </a:lnTo>
                  <a:lnTo>
                    <a:pt x="20993810" y="705612"/>
                  </a:lnTo>
                  <a:lnTo>
                    <a:pt x="0" y="705612"/>
                  </a:lnTo>
                  <a:lnTo>
                    <a:pt x="0" y="0"/>
                  </a:lnTo>
                  <a:close/>
                </a:path>
              </a:pathLst>
            </a:custGeom>
            <a:solidFill>
              <a:srgbClr val="F6F8FA"/>
            </a:solidFill>
          </p:spPr>
        </p:sp>
      </p:grpSp>
      <p:grpSp>
        <p:nvGrpSpPr>
          <p:cNvPr name="Group 14" id="14"/>
          <p:cNvGrpSpPr/>
          <p:nvPr/>
        </p:nvGrpSpPr>
        <p:grpSpPr>
          <a:xfrm rot="0">
            <a:off x="700383" y="3760637"/>
            <a:ext cx="1229039" cy="500577"/>
            <a:chOff x="0" y="0"/>
            <a:chExt cx="1638719" cy="667436"/>
          </a:xfrm>
        </p:grpSpPr>
        <p:sp>
          <p:nvSpPr>
            <p:cNvPr name="Freeform 15" id="15"/>
            <p:cNvSpPr/>
            <p:nvPr/>
          </p:nvSpPr>
          <p:spPr>
            <a:xfrm flipH="false" flipV="false" rot="0">
              <a:off x="0" y="0"/>
              <a:ext cx="1638681" cy="667385"/>
            </a:xfrm>
            <a:custGeom>
              <a:avLst/>
              <a:gdLst/>
              <a:ahLst/>
              <a:cxnLst/>
              <a:rect r="r" b="b" t="t" l="l"/>
              <a:pathLst>
                <a:path h="667385" w="1638681">
                  <a:moveTo>
                    <a:pt x="0" y="0"/>
                  </a:moveTo>
                  <a:lnTo>
                    <a:pt x="1638681" y="0"/>
                  </a:lnTo>
                  <a:lnTo>
                    <a:pt x="1638681" y="667385"/>
                  </a:lnTo>
                  <a:lnTo>
                    <a:pt x="0" y="667385"/>
                  </a:lnTo>
                  <a:lnTo>
                    <a:pt x="0" y="0"/>
                  </a:lnTo>
                  <a:close/>
                </a:path>
              </a:pathLst>
            </a:custGeom>
            <a:solidFill>
              <a:srgbClr val="FFFFFF"/>
            </a:solidFill>
          </p:spPr>
        </p:sp>
      </p:grpSp>
      <p:grpSp>
        <p:nvGrpSpPr>
          <p:cNvPr name="Group 16" id="16"/>
          <p:cNvGrpSpPr/>
          <p:nvPr/>
        </p:nvGrpSpPr>
        <p:grpSpPr>
          <a:xfrm rot="0">
            <a:off x="1928879" y="3760637"/>
            <a:ext cx="3658495" cy="500577"/>
            <a:chOff x="0" y="0"/>
            <a:chExt cx="4877994" cy="667436"/>
          </a:xfrm>
        </p:grpSpPr>
        <p:sp>
          <p:nvSpPr>
            <p:cNvPr name="Freeform 17" id="17"/>
            <p:cNvSpPr/>
            <p:nvPr/>
          </p:nvSpPr>
          <p:spPr>
            <a:xfrm flipH="false" flipV="false" rot="0">
              <a:off x="0" y="0"/>
              <a:ext cx="4877943" cy="667385"/>
            </a:xfrm>
            <a:custGeom>
              <a:avLst/>
              <a:gdLst/>
              <a:ahLst/>
              <a:cxnLst/>
              <a:rect r="r" b="b" t="t" l="l"/>
              <a:pathLst>
                <a:path h="667385" w="4877943">
                  <a:moveTo>
                    <a:pt x="0" y="0"/>
                  </a:moveTo>
                  <a:lnTo>
                    <a:pt x="4877943" y="0"/>
                  </a:lnTo>
                  <a:lnTo>
                    <a:pt x="4877943" y="667385"/>
                  </a:lnTo>
                  <a:lnTo>
                    <a:pt x="0" y="667385"/>
                  </a:lnTo>
                  <a:lnTo>
                    <a:pt x="0" y="0"/>
                  </a:lnTo>
                  <a:close/>
                </a:path>
              </a:pathLst>
            </a:custGeom>
            <a:solidFill>
              <a:srgbClr val="FFFFFF"/>
            </a:solidFill>
          </p:spPr>
        </p:sp>
      </p:grpSp>
      <p:grpSp>
        <p:nvGrpSpPr>
          <p:cNvPr name="Group 18" id="18"/>
          <p:cNvGrpSpPr/>
          <p:nvPr/>
        </p:nvGrpSpPr>
        <p:grpSpPr>
          <a:xfrm rot="0">
            <a:off x="5586841" y="3760637"/>
            <a:ext cx="7515720" cy="500577"/>
            <a:chOff x="0" y="0"/>
            <a:chExt cx="10020960" cy="667436"/>
          </a:xfrm>
        </p:grpSpPr>
        <p:sp>
          <p:nvSpPr>
            <p:cNvPr name="Freeform 19" id="19"/>
            <p:cNvSpPr/>
            <p:nvPr/>
          </p:nvSpPr>
          <p:spPr>
            <a:xfrm flipH="false" flipV="false" rot="0">
              <a:off x="0" y="0"/>
              <a:ext cx="10020935" cy="667385"/>
            </a:xfrm>
            <a:custGeom>
              <a:avLst/>
              <a:gdLst/>
              <a:ahLst/>
              <a:cxnLst/>
              <a:rect r="r" b="b" t="t" l="l"/>
              <a:pathLst>
                <a:path h="667385" w="10020935">
                  <a:moveTo>
                    <a:pt x="0" y="0"/>
                  </a:moveTo>
                  <a:lnTo>
                    <a:pt x="10020935" y="0"/>
                  </a:lnTo>
                  <a:lnTo>
                    <a:pt x="10020935" y="667385"/>
                  </a:lnTo>
                  <a:lnTo>
                    <a:pt x="0" y="667385"/>
                  </a:lnTo>
                  <a:lnTo>
                    <a:pt x="0" y="0"/>
                  </a:lnTo>
                  <a:close/>
                </a:path>
              </a:pathLst>
            </a:custGeom>
            <a:solidFill>
              <a:srgbClr val="FFFFFF"/>
            </a:solidFill>
          </p:spPr>
        </p:sp>
      </p:grpSp>
      <p:grpSp>
        <p:nvGrpSpPr>
          <p:cNvPr name="Group 20" id="20"/>
          <p:cNvGrpSpPr/>
          <p:nvPr/>
        </p:nvGrpSpPr>
        <p:grpSpPr>
          <a:xfrm rot="0">
            <a:off x="13102018" y="3760637"/>
            <a:ext cx="3329645" cy="500577"/>
            <a:chOff x="0" y="0"/>
            <a:chExt cx="4439526" cy="667436"/>
          </a:xfrm>
        </p:grpSpPr>
        <p:sp>
          <p:nvSpPr>
            <p:cNvPr name="Freeform 21" id="21"/>
            <p:cNvSpPr/>
            <p:nvPr/>
          </p:nvSpPr>
          <p:spPr>
            <a:xfrm flipH="false" flipV="false" rot="0">
              <a:off x="0" y="0"/>
              <a:ext cx="4439539" cy="667385"/>
            </a:xfrm>
            <a:custGeom>
              <a:avLst/>
              <a:gdLst/>
              <a:ahLst/>
              <a:cxnLst/>
              <a:rect r="r" b="b" t="t" l="l"/>
              <a:pathLst>
                <a:path h="667385" w="4439539">
                  <a:moveTo>
                    <a:pt x="0" y="0"/>
                  </a:moveTo>
                  <a:lnTo>
                    <a:pt x="4439539" y="0"/>
                  </a:lnTo>
                  <a:lnTo>
                    <a:pt x="4439539" y="667385"/>
                  </a:lnTo>
                  <a:lnTo>
                    <a:pt x="0" y="667385"/>
                  </a:lnTo>
                  <a:lnTo>
                    <a:pt x="0" y="0"/>
                  </a:lnTo>
                  <a:close/>
                </a:path>
              </a:pathLst>
            </a:custGeom>
            <a:solidFill>
              <a:srgbClr val="FFFFFF"/>
            </a:solidFill>
          </p:spPr>
        </p:sp>
      </p:grpSp>
      <p:grpSp>
        <p:nvGrpSpPr>
          <p:cNvPr name="Group 22" id="22"/>
          <p:cNvGrpSpPr/>
          <p:nvPr/>
        </p:nvGrpSpPr>
        <p:grpSpPr>
          <a:xfrm rot="0">
            <a:off x="700383" y="3760637"/>
            <a:ext cx="1229039" cy="500577"/>
            <a:chOff x="0" y="0"/>
            <a:chExt cx="1638719" cy="667436"/>
          </a:xfrm>
        </p:grpSpPr>
        <p:sp>
          <p:nvSpPr>
            <p:cNvPr name="Freeform 23" id="23"/>
            <p:cNvSpPr/>
            <p:nvPr/>
          </p:nvSpPr>
          <p:spPr>
            <a:xfrm flipH="false" flipV="false" rot="0">
              <a:off x="0" y="0"/>
              <a:ext cx="1638681" cy="667385"/>
            </a:xfrm>
            <a:custGeom>
              <a:avLst/>
              <a:gdLst/>
              <a:ahLst/>
              <a:cxnLst/>
              <a:rect r="r" b="b" t="t" l="l"/>
              <a:pathLst>
                <a:path h="667385" w="1638681">
                  <a:moveTo>
                    <a:pt x="0" y="0"/>
                  </a:moveTo>
                  <a:lnTo>
                    <a:pt x="1638681" y="0"/>
                  </a:lnTo>
                  <a:lnTo>
                    <a:pt x="1638681" y="667385"/>
                  </a:lnTo>
                  <a:lnTo>
                    <a:pt x="0" y="667385"/>
                  </a:lnTo>
                  <a:lnTo>
                    <a:pt x="0" y="0"/>
                  </a:lnTo>
                  <a:close/>
                </a:path>
              </a:pathLst>
            </a:custGeom>
            <a:solidFill>
              <a:srgbClr val="1F4E79"/>
            </a:solidFill>
          </p:spPr>
        </p:sp>
      </p:grpSp>
      <p:grpSp>
        <p:nvGrpSpPr>
          <p:cNvPr name="Group 24" id="24"/>
          <p:cNvGrpSpPr/>
          <p:nvPr/>
        </p:nvGrpSpPr>
        <p:grpSpPr>
          <a:xfrm rot="0">
            <a:off x="1928879" y="3760637"/>
            <a:ext cx="3658495" cy="500577"/>
            <a:chOff x="0" y="0"/>
            <a:chExt cx="4877994" cy="667436"/>
          </a:xfrm>
        </p:grpSpPr>
        <p:sp>
          <p:nvSpPr>
            <p:cNvPr name="Freeform 25" id="25"/>
            <p:cNvSpPr/>
            <p:nvPr/>
          </p:nvSpPr>
          <p:spPr>
            <a:xfrm flipH="false" flipV="false" rot="0">
              <a:off x="0" y="0"/>
              <a:ext cx="4877943" cy="667385"/>
            </a:xfrm>
            <a:custGeom>
              <a:avLst/>
              <a:gdLst/>
              <a:ahLst/>
              <a:cxnLst/>
              <a:rect r="r" b="b" t="t" l="l"/>
              <a:pathLst>
                <a:path h="667385" w="4877943">
                  <a:moveTo>
                    <a:pt x="0" y="0"/>
                  </a:moveTo>
                  <a:lnTo>
                    <a:pt x="4877943" y="0"/>
                  </a:lnTo>
                  <a:lnTo>
                    <a:pt x="4877943" y="667385"/>
                  </a:lnTo>
                  <a:lnTo>
                    <a:pt x="0" y="667385"/>
                  </a:lnTo>
                  <a:lnTo>
                    <a:pt x="0" y="0"/>
                  </a:lnTo>
                  <a:close/>
                </a:path>
              </a:pathLst>
            </a:custGeom>
            <a:solidFill>
              <a:srgbClr val="1F4E79"/>
            </a:solidFill>
          </p:spPr>
        </p:sp>
      </p:grpSp>
      <p:grpSp>
        <p:nvGrpSpPr>
          <p:cNvPr name="Group 26" id="26"/>
          <p:cNvGrpSpPr/>
          <p:nvPr/>
        </p:nvGrpSpPr>
        <p:grpSpPr>
          <a:xfrm rot="0">
            <a:off x="5586841" y="3760637"/>
            <a:ext cx="7515720" cy="500577"/>
            <a:chOff x="0" y="0"/>
            <a:chExt cx="10020960" cy="667436"/>
          </a:xfrm>
        </p:grpSpPr>
        <p:sp>
          <p:nvSpPr>
            <p:cNvPr name="Freeform 27" id="27"/>
            <p:cNvSpPr/>
            <p:nvPr/>
          </p:nvSpPr>
          <p:spPr>
            <a:xfrm flipH="false" flipV="false" rot="0">
              <a:off x="0" y="0"/>
              <a:ext cx="10020935" cy="667385"/>
            </a:xfrm>
            <a:custGeom>
              <a:avLst/>
              <a:gdLst/>
              <a:ahLst/>
              <a:cxnLst/>
              <a:rect r="r" b="b" t="t" l="l"/>
              <a:pathLst>
                <a:path h="667385" w="10020935">
                  <a:moveTo>
                    <a:pt x="0" y="0"/>
                  </a:moveTo>
                  <a:lnTo>
                    <a:pt x="10020935" y="0"/>
                  </a:lnTo>
                  <a:lnTo>
                    <a:pt x="10020935" y="667385"/>
                  </a:lnTo>
                  <a:lnTo>
                    <a:pt x="0" y="667385"/>
                  </a:lnTo>
                  <a:lnTo>
                    <a:pt x="0" y="0"/>
                  </a:lnTo>
                  <a:close/>
                </a:path>
              </a:pathLst>
            </a:custGeom>
            <a:solidFill>
              <a:srgbClr val="1F4E79"/>
            </a:solidFill>
          </p:spPr>
        </p:sp>
      </p:grpSp>
      <p:grpSp>
        <p:nvGrpSpPr>
          <p:cNvPr name="Group 28" id="28"/>
          <p:cNvGrpSpPr/>
          <p:nvPr/>
        </p:nvGrpSpPr>
        <p:grpSpPr>
          <a:xfrm rot="0">
            <a:off x="13102018" y="3760637"/>
            <a:ext cx="3329645" cy="500577"/>
            <a:chOff x="0" y="0"/>
            <a:chExt cx="4439526" cy="667436"/>
          </a:xfrm>
        </p:grpSpPr>
        <p:sp>
          <p:nvSpPr>
            <p:cNvPr name="Freeform 29" id="29"/>
            <p:cNvSpPr/>
            <p:nvPr/>
          </p:nvSpPr>
          <p:spPr>
            <a:xfrm flipH="false" flipV="false" rot="0">
              <a:off x="0" y="0"/>
              <a:ext cx="4439539" cy="667385"/>
            </a:xfrm>
            <a:custGeom>
              <a:avLst/>
              <a:gdLst/>
              <a:ahLst/>
              <a:cxnLst/>
              <a:rect r="r" b="b" t="t" l="l"/>
              <a:pathLst>
                <a:path h="667385" w="4439539">
                  <a:moveTo>
                    <a:pt x="0" y="0"/>
                  </a:moveTo>
                  <a:lnTo>
                    <a:pt x="4439539" y="0"/>
                  </a:lnTo>
                  <a:lnTo>
                    <a:pt x="4439539" y="667385"/>
                  </a:lnTo>
                  <a:lnTo>
                    <a:pt x="0" y="667385"/>
                  </a:lnTo>
                  <a:lnTo>
                    <a:pt x="0" y="0"/>
                  </a:lnTo>
                  <a:close/>
                </a:path>
              </a:pathLst>
            </a:custGeom>
            <a:solidFill>
              <a:srgbClr val="1F4E79"/>
            </a:solidFill>
          </p:spPr>
        </p:sp>
      </p:grpSp>
      <p:grpSp>
        <p:nvGrpSpPr>
          <p:cNvPr name="Group 30" id="30"/>
          <p:cNvGrpSpPr/>
          <p:nvPr/>
        </p:nvGrpSpPr>
        <p:grpSpPr>
          <a:xfrm rot="0">
            <a:off x="700383" y="4260680"/>
            <a:ext cx="1229039" cy="500577"/>
            <a:chOff x="0" y="0"/>
            <a:chExt cx="1638719" cy="667436"/>
          </a:xfrm>
        </p:grpSpPr>
        <p:sp>
          <p:nvSpPr>
            <p:cNvPr name="Freeform 31" id="31"/>
            <p:cNvSpPr/>
            <p:nvPr/>
          </p:nvSpPr>
          <p:spPr>
            <a:xfrm flipH="false" flipV="false" rot="0">
              <a:off x="0" y="0"/>
              <a:ext cx="1638681" cy="667385"/>
            </a:xfrm>
            <a:custGeom>
              <a:avLst/>
              <a:gdLst/>
              <a:ahLst/>
              <a:cxnLst/>
              <a:rect r="r" b="b" t="t" l="l"/>
              <a:pathLst>
                <a:path h="667385" w="1638681">
                  <a:moveTo>
                    <a:pt x="0" y="0"/>
                  </a:moveTo>
                  <a:lnTo>
                    <a:pt x="1638681" y="0"/>
                  </a:lnTo>
                  <a:lnTo>
                    <a:pt x="1638681" y="667385"/>
                  </a:lnTo>
                  <a:lnTo>
                    <a:pt x="0" y="667385"/>
                  </a:lnTo>
                  <a:lnTo>
                    <a:pt x="0" y="0"/>
                  </a:lnTo>
                  <a:close/>
                </a:path>
              </a:pathLst>
            </a:custGeom>
            <a:solidFill>
              <a:srgbClr val="FFFFFF"/>
            </a:solidFill>
          </p:spPr>
        </p:sp>
      </p:grpSp>
      <p:grpSp>
        <p:nvGrpSpPr>
          <p:cNvPr name="Group 32" id="32"/>
          <p:cNvGrpSpPr/>
          <p:nvPr/>
        </p:nvGrpSpPr>
        <p:grpSpPr>
          <a:xfrm rot="0">
            <a:off x="1928879" y="4260680"/>
            <a:ext cx="3658495" cy="500577"/>
            <a:chOff x="0" y="0"/>
            <a:chExt cx="4877994" cy="667436"/>
          </a:xfrm>
        </p:grpSpPr>
        <p:sp>
          <p:nvSpPr>
            <p:cNvPr name="Freeform 33" id="33"/>
            <p:cNvSpPr/>
            <p:nvPr/>
          </p:nvSpPr>
          <p:spPr>
            <a:xfrm flipH="false" flipV="false" rot="0">
              <a:off x="0" y="0"/>
              <a:ext cx="4877943" cy="667385"/>
            </a:xfrm>
            <a:custGeom>
              <a:avLst/>
              <a:gdLst/>
              <a:ahLst/>
              <a:cxnLst/>
              <a:rect r="r" b="b" t="t" l="l"/>
              <a:pathLst>
                <a:path h="667385" w="4877943">
                  <a:moveTo>
                    <a:pt x="0" y="0"/>
                  </a:moveTo>
                  <a:lnTo>
                    <a:pt x="4877943" y="0"/>
                  </a:lnTo>
                  <a:lnTo>
                    <a:pt x="4877943" y="667385"/>
                  </a:lnTo>
                  <a:lnTo>
                    <a:pt x="0" y="667385"/>
                  </a:lnTo>
                  <a:lnTo>
                    <a:pt x="0" y="0"/>
                  </a:lnTo>
                  <a:close/>
                </a:path>
              </a:pathLst>
            </a:custGeom>
            <a:solidFill>
              <a:srgbClr val="FFFFFF"/>
            </a:solidFill>
          </p:spPr>
        </p:sp>
      </p:grpSp>
      <p:grpSp>
        <p:nvGrpSpPr>
          <p:cNvPr name="Group 34" id="34"/>
          <p:cNvGrpSpPr/>
          <p:nvPr/>
        </p:nvGrpSpPr>
        <p:grpSpPr>
          <a:xfrm rot="0">
            <a:off x="5586841" y="4260680"/>
            <a:ext cx="7515720" cy="500577"/>
            <a:chOff x="0" y="0"/>
            <a:chExt cx="10020960" cy="667436"/>
          </a:xfrm>
        </p:grpSpPr>
        <p:sp>
          <p:nvSpPr>
            <p:cNvPr name="Freeform 35" id="35"/>
            <p:cNvSpPr/>
            <p:nvPr/>
          </p:nvSpPr>
          <p:spPr>
            <a:xfrm flipH="false" flipV="false" rot="0">
              <a:off x="0" y="0"/>
              <a:ext cx="10020935" cy="667385"/>
            </a:xfrm>
            <a:custGeom>
              <a:avLst/>
              <a:gdLst/>
              <a:ahLst/>
              <a:cxnLst/>
              <a:rect r="r" b="b" t="t" l="l"/>
              <a:pathLst>
                <a:path h="667385" w="10020935">
                  <a:moveTo>
                    <a:pt x="0" y="0"/>
                  </a:moveTo>
                  <a:lnTo>
                    <a:pt x="10020935" y="0"/>
                  </a:lnTo>
                  <a:lnTo>
                    <a:pt x="10020935" y="667385"/>
                  </a:lnTo>
                  <a:lnTo>
                    <a:pt x="0" y="667385"/>
                  </a:lnTo>
                  <a:lnTo>
                    <a:pt x="0" y="0"/>
                  </a:lnTo>
                  <a:close/>
                </a:path>
              </a:pathLst>
            </a:custGeom>
            <a:solidFill>
              <a:srgbClr val="FFFFFF"/>
            </a:solidFill>
          </p:spPr>
        </p:sp>
      </p:grpSp>
      <p:grpSp>
        <p:nvGrpSpPr>
          <p:cNvPr name="Group 36" id="36"/>
          <p:cNvGrpSpPr/>
          <p:nvPr/>
        </p:nvGrpSpPr>
        <p:grpSpPr>
          <a:xfrm rot="0">
            <a:off x="13102018" y="4260680"/>
            <a:ext cx="3329645" cy="500577"/>
            <a:chOff x="0" y="0"/>
            <a:chExt cx="4439526" cy="667436"/>
          </a:xfrm>
        </p:grpSpPr>
        <p:sp>
          <p:nvSpPr>
            <p:cNvPr name="Freeform 37" id="37"/>
            <p:cNvSpPr/>
            <p:nvPr/>
          </p:nvSpPr>
          <p:spPr>
            <a:xfrm flipH="false" flipV="false" rot="0">
              <a:off x="0" y="0"/>
              <a:ext cx="4439539" cy="667385"/>
            </a:xfrm>
            <a:custGeom>
              <a:avLst/>
              <a:gdLst/>
              <a:ahLst/>
              <a:cxnLst/>
              <a:rect r="r" b="b" t="t" l="l"/>
              <a:pathLst>
                <a:path h="667385" w="4439539">
                  <a:moveTo>
                    <a:pt x="0" y="0"/>
                  </a:moveTo>
                  <a:lnTo>
                    <a:pt x="4439539" y="0"/>
                  </a:lnTo>
                  <a:lnTo>
                    <a:pt x="4439539" y="667385"/>
                  </a:lnTo>
                  <a:lnTo>
                    <a:pt x="0" y="667385"/>
                  </a:lnTo>
                  <a:lnTo>
                    <a:pt x="0" y="0"/>
                  </a:lnTo>
                  <a:close/>
                </a:path>
              </a:pathLst>
            </a:custGeom>
            <a:solidFill>
              <a:srgbClr val="FFFFFF"/>
            </a:solidFill>
          </p:spPr>
        </p:sp>
      </p:grpSp>
      <p:grpSp>
        <p:nvGrpSpPr>
          <p:cNvPr name="Group 38" id="38"/>
          <p:cNvGrpSpPr/>
          <p:nvPr/>
        </p:nvGrpSpPr>
        <p:grpSpPr>
          <a:xfrm rot="0">
            <a:off x="700383" y="4760724"/>
            <a:ext cx="1229039" cy="515160"/>
            <a:chOff x="0" y="0"/>
            <a:chExt cx="1638719" cy="686880"/>
          </a:xfrm>
        </p:grpSpPr>
        <p:sp>
          <p:nvSpPr>
            <p:cNvPr name="Freeform 39" id="39"/>
            <p:cNvSpPr/>
            <p:nvPr/>
          </p:nvSpPr>
          <p:spPr>
            <a:xfrm flipH="false" flipV="false" rot="0">
              <a:off x="0" y="0"/>
              <a:ext cx="1638681" cy="686943"/>
            </a:xfrm>
            <a:custGeom>
              <a:avLst/>
              <a:gdLst/>
              <a:ahLst/>
              <a:cxnLst/>
              <a:rect r="r" b="b" t="t" l="l"/>
              <a:pathLst>
                <a:path h="686943" w="1638681">
                  <a:moveTo>
                    <a:pt x="0" y="0"/>
                  </a:moveTo>
                  <a:lnTo>
                    <a:pt x="1638681" y="0"/>
                  </a:lnTo>
                  <a:lnTo>
                    <a:pt x="1638681" y="686943"/>
                  </a:lnTo>
                  <a:lnTo>
                    <a:pt x="0" y="686943"/>
                  </a:lnTo>
                  <a:lnTo>
                    <a:pt x="0" y="0"/>
                  </a:lnTo>
                  <a:close/>
                </a:path>
              </a:pathLst>
            </a:custGeom>
            <a:solidFill>
              <a:srgbClr val="F6F8FA"/>
            </a:solidFill>
          </p:spPr>
        </p:sp>
      </p:grpSp>
      <p:grpSp>
        <p:nvGrpSpPr>
          <p:cNvPr name="Group 40" id="40"/>
          <p:cNvGrpSpPr/>
          <p:nvPr/>
        </p:nvGrpSpPr>
        <p:grpSpPr>
          <a:xfrm rot="0">
            <a:off x="1928879" y="4760724"/>
            <a:ext cx="3658495" cy="515160"/>
            <a:chOff x="0" y="0"/>
            <a:chExt cx="4877994" cy="686880"/>
          </a:xfrm>
        </p:grpSpPr>
        <p:sp>
          <p:nvSpPr>
            <p:cNvPr name="Freeform 41" id="41"/>
            <p:cNvSpPr/>
            <p:nvPr/>
          </p:nvSpPr>
          <p:spPr>
            <a:xfrm flipH="false" flipV="false" rot="0">
              <a:off x="0" y="0"/>
              <a:ext cx="4877943" cy="686943"/>
            </a:xfrm>
            <a:custGeom>
              <a:avLst/>
              <a:gdLst/>
              <a:ahLst/>
              <a:cxnLst/>
              <a:rect r="r" b="b" t="t" l="l"/>
              <a:pathLst>
                <a:path h="686943" w="4877943">
                  <a:moveTo>
                    <a:pt x="0" y="0"/>
                  </a:moveTo>
                  <a:lnTo>
                    <a:pt x="4877943" y="0"/>
                  </a:lnTo>
                  <a:lnTo>
                    <a:pt x="4877943" y="686943"/>
                  </a:lnTo>
                  <a:lnTo>
                    <a:pt x="0" y="686943"/>
                  </a:lnTo>
                  <a:lnTo>
                    <a:pt x="0" y="0"/>
                  </a:lnTo>
                  <a:close/>
                </a:path>
              </a:pathLst>
            </a:custGeom>
            <a:solidFill>
              <a:srgbClr val="F6F8FA"/>
            </a:solidFill>
          </p:spPr>
        </p:sp>
      </p:grpSp>
      <p:grpSp>
        <p:nvGrpSpPr>
          <p:cNvPr name="Group 42" id="42"/>
          <p:cNvGrpSpPr/>
          <p:nvPr/>
        </p:nvGrpSpPr>
        <p:grpSpPr>
          <a:xfrm rot="0">
            <a:off x="5586841" y="4760724"/>
            <a:ext cx="7515720" cy="515160"/>
            <a:chOff x="0" y="0"/>
            <a:chExt cx="10020960" cy="686880"/>
          </a:xfrm>
        </p:grpSpPr>
        <p:sp>
          <p:nvSpPr>
            <p:cNvPr name="Freeform 43" id="43"/>
            <p:cNvSpPr/>
            <p:nvPr/>
          </p:nvSpPr>
          <p:spPr>
            <a:xfrm flipH="false" flipV="false" rot="0">
              <a:off x="0" y="0"/>
              <a:ext cx="10020935" cy="686943"/>
            </a:xfrm>
            <a:custGeom>
              <a:avLst/>
              <a:gdLst/>
              <a:ahLst/>
              <a:cxnLst/>
              <a:rect r="r" b="b" t="t" l="l"/>
              <a:pathLst>
                <a:path h="686943" w="10020935">
                  <a:moveTo>
                    <a:pt x="0" y="0"/>
                  </a:moveTo>
                  <a:lnTo>
                    <a:pt x="10020935" y="0"/>
                  </a:lnTo>
                  <a:lnTo>
                    <a:pt x="10020935" y="686943"/>
                  </a:lnTo>
                  <a:lnTo>
                    <a:pt x="0" y="686943"/>
                  </a:lnTo>
                  <a:lnTo>
                    <a:pt x="0" y="0"/>
                  </a:lnTo>
                  <a:close/>
                </a:path>
              </a:pathLst>
            </a:custGeom>
            <a:solidFill>
              <a:srgbClr val="F6F8FA"/>
            </a:solidFill>
          </p:spPr>
        </p:sp>
      </p:grpSp>
      <p:grpSp>
        <p:nvGrpSpPr>
          <p:cNvPr name="Group 44" id="44"/>
          <p:cNvGrpSpPr/>
          <p:nvPr/>
        </p:nvGrpSpPr>
        <p:grpSpPr>
          <a:xfrm rot="0">
            <a:off x="13102018" y="4760724"/>
            <a:ext cx="3329645" cy="515160"/>
            <a:chOff x="0" y="0"/>
            <a:chExt cx="4439526" cy="686880"/>
          </a:xfrm>
        </p:grpSpPr>
        <p:sp>
          <p:nvSpPr>
            <p:cNvPr name="Freeform 45" id="45"/>
            <p:cNvSpPr/>
            <p:nvPr/>
          </p:nvSpPr>
          <p:spPr>
            <a:xfrm flipH="false" flipV="false" rot="0">
              <a:off x="0" y="0"/>
              <a:ext cx="4439539" cy="686943"/>
            </a:xfrm>
            <a:custGeom>
              <a:avLst/>
              <a:gdLst/>
              <a:ahLst/>
              <a:cxnLst/>
              <a:rect r="r" b="b" t="t" l="l"/>
              <a:pathLst>
                <a:path h="686943" w="4439539">
                  <a:moveTo>
                    <a:pt x="0" y="0"/>
                  </a:moveTo>
                  <a:lnTo>
                    <a:pt x="4439539" y="0"/>
                  </a:lnTo>
                  <a:lnTo>
                    <a:pt x="4439539" y="686943"/>
                  </a:lnTo>
                  <a:lnTo>
                    <a:pt x="0" y="686943"/>
                  </a:lnTo>
                  <a:lnTo>
                    <a:pt x="0" y="0"/>
                  </a:lnTo>
                  <a:close/>
                </a:path>
              </a:pathLst>
            </a:custGeom>
            <a:solidFill>
              <a:srgbClr val="F6F8FA"/>
            </a:solidFill>
          </p:spPr>
        </p:sp>
      </p:grpSp>
      <p:grpSp>
        <p:nvGrpSpPr>
          <p:cNvPr name="Group 46" id="46"/>
          <p:cNvGrpSpPr/>
          <p:nvPr/>
        </p:nvGrpSpPr>
        <p:grpSpPr>
          <a:xfrm rot="0">
            <a:off x="700383" y="4760724"/>
            <a:ext cx="1229039" cy="515160"/>
            <a:chOff x="0" y="0"/>
            <a:chExt cx="1638719" cy="686880"/>
          </a:xfrm>
        </p:grpSpPr>
        <p:sp>
          <p:nvSpPr>
            <p:cNvPr name="Freeform 47" id="47"/>
            <p:cNvSpPr/>
            <p:nvPr/>
          </p:nvSpPr>
          <p:spPr>
            <a:xfrm flipH="false" flipV="false" rot="0">
              <a:off x="0" y="0"/>
              <a:ext cx="1638681" cy="686943"/>
            </a:xfrm>
            <a:custGeom>
              <a:avLst/>
              <a:gdLst/>
              <a:ahLst/>
              <a:cxnLst/>
              <a:rect r="r" b="b" t="t" l="l"/>
              <a:pathLst>
                <a:path h="686943" w="1638681">
                  <a:moveTo>
                    <a:pt x="0" y="0"/>
                  </a:moveTo>
                  <a:lnTo>
                    <a:pt x="1638681" y="0"/>
                  </a:lnTo>
                  <a:lnTo>
                    <a:pt x="1638681" y="686943"/>
                  </a:lnTo>
                  <a:lnTo>
                    <a:pt x="0" y="686943"/>
                  </a:lnTo>
                  <a:lnTo>
                    <a:pt x="0" y="0"/>
                  </a:lnTo>
                  <a:close/>
                </a:path>
              </a:pathLst>
            </a:custGeom>
            <a:solidFill>
              <a:srgbClr val="EEF3FA"/>
            </a:solidFill>
          </p:spPr>
        </p:sp>
      </p:grpSp>
      <p:grpSp>
        <p:nvGrpSpPr>
          <p:cNvPr name="Group 48" id="48"/>
          <p:cNvGrpSpPr/>
          <p:nvPr/>
        </p:nvGrpSpPr>
        <p:grpSpPr>
          <a:xfrm rot="0">
            <a:off x="1928879" y="4760724"/>
            <a:ext cx="3658495" cy="515160"/>
            <a:chOff x="0" y="0"/>
            <a:chExt cx="4877994" cy="686880"/>
          </a:xfrm>
        </p:grpSpPr>
        <p:sp>
          <p:nvSpPr>
            <p:cNvPr name="Freeform 49" id="49"/>
            <p:cNvSpPr/>
            <p:nvPr/>
          </p:nvSpPr>
          <p:spPr>
            <a:xfrm flipH="false" flipV="false" rot="0">
              <a:off x="0" y="0"/>
              <a:ext cx="4877943" cy="686943"/>
            </a:xfrm>
            <a:custGeom>
              <a:avLst/>
              <a:gdLst/>
              <a:ahLst/>
              <a:cxnLst/>
              <a:rect r="r" b="b" t="t" l="l"/>
              <a:pathLst>
                <a:path h="686943" w="4877943">
                  <a:moveTo>
                    <a:pt x="0" y="0"/>
                  </a:moveTo>
                  <a:lnTo>
                    <a:pt x="4877943" y="0"/>
                  </a:lnTo>
                  <a:lnTo>
                    <a:pt x="4877943" y="686943"/>
                  </a:lnTo>
                  <a:lnTo>
                    <a:pt x="0" y="686943"/>
                  </a:lnTo>
                  <a:lnTo>
                    <a:pt x="0" y="0"/>
                  </a:lnTo>
                  <a:close/>
                </a:path>
              </a:pathLst>
            </a:custGeom>
            <a:solidFill>
              <a:srgbClr val="EEF3FA"/>
            </a:solidFill>
          </p:spPr>
        </p:sp>
      </p:grpSp>
      <p:grpSp>
        <p:nvGrpSpPr>
          <p:cNvPr name="Group 50" id="50"/>
          <p:cNvGrpSpPr/>
          <p:nvPr/>
        </p:nvGrpSpPr>
        <p:grpSpPr>
          <a:xfrm rot="0">
            <a:off x="5586841" y="4760724"/>
            <a:ext cx="7515720" cy="515160"/>
            <a:chOff x="0" y="0"/>
            <a:chExt cx="10020960" cy="686880"/>
          </a:xfrm>
        </p:grpSpPr>
        <p:sp>
          <p:nvSpPr>
            <p:cNvPr name="Freeform 51" id="51"/>
            <p:cNvSpPr/>
            <p:nvPr/>
          </p:nvSpPr>
          <p:spPr>
            <a:xfrm flipH="false" flipV="false" rot="0">
              <a:off x="0" y="0"/>
              <a:ext cx="10020935" cy="686943"/>
            </a:xfrm>
            <a:custGeom>
              <a:avLst/>
              <a:gdLst/>
              <a:ahLst/>
              <a:cxnLst/>
              <a:rect r="r" b="b" t="t" l="l"/>
              <a:pathLst>
                <a:path h="686943" w="10020935">
                  <a:moveTo>
                    <a:pt x="0" y="0"/>
                  </a:moveTo>
                  <a:lnTo>
                    <a:pt x="10020935" y="0"/>
                  </a:lnTo>
                  <a:lnTo>
                    <a:pt x="10020935" y="686943"/>
                  </a:lnTo>
                  <a:lnTo>
                    <a:pt x="0" y="686943"/>
                  </a:lnTo>
                  <a:lnTo>
                    <a:pt x="0" y="0"/>
                  </a:lnTo>
                  <a:close/>
                </a:path>
              </a:pathLst>
            </a:custGeom>
            <a:solidFill>
              <a:srgbClr val="EEF3FA"/>
            </a:solidFill>
          </p:spPr>
        </p:sp>
      </p:grpSp>
      <p:grpSp>
        <p:nvGrpSpPr>
          <p:cNvPr name="Group 52" id="52"/>
          <p:cNvGrpSpPr/>
          <p:nvPr/>
        </p:nvGrpSpPr>
        <p:grpSpPr>
          <a:xfrm rot="0">
            <a:off x="13102018" y="4760724"/>
            <a:ext cx="3329645" cy="515160"/>
            <a:chOff x="0" y="0"/>
            <a:chExt cx="4439526" cy="686880"/>
          </a:xfrm>
        </p:grpSpPr>
        <p:sp>
          <p:nvSpPr>
            <p:cNvPr name="Freeform 53" id="53"/>
            <p:cNvSpPr/>
            <p:nvPr/>
          </p:nvSpPr>
          <p:spPr>
            <a:xfrm flipH="false" flipV="false" rot="0">
              <a:off x="0" y="0"/>
              <a:ext cx="4439539" cy="686943"/>
            </a:xfrm>
            <a:custGeom>
              <a:avLst/>
              <a:gdLst/>
              <a:ahLst/>
              <a:cxnLst/>
              <a:rect r="r" b="b" t="t" l="l"/>
              <a:pathLst>
                <a:path h="686943" w="4439539">
                  <a:moveTo>
                    <a:pt x="0" y="0"/>
                  </a:moveTo>
                  <a:lnTo>
                    <a:pt x="4439539" y="0"/>
                  </a:lnTo>
                  <a:lnTo>
                    <a:pt x="4439539" y="686943"/>
                  </a:lnTo>
                  <a:lnTo>
                    <a:pt x="0" y="686943"/>
                  </a:lnTo>
                  <a:lnTo>
                    <a:pt x="0" y="0"/>
                  </a:lnTo>
                  <a:close/>
                </a:path>
              </a:pathLst>
            </a:custGeom>
            <a:solidFill>
              <a:srgbClr val="EEF3FA"/>
            </a:solidFill>
          </p:spPr>
        </p:sp>
      </p:grpSp>
      <p:grpSp>
        <p:nvGrpSpPr>
          <p:cNvPr name="Group 54" id="54"/>
          <p:cNvGrpSpPr/>
          <p:nvPr/>
        </p:nvGrpSpPr>
        <p:grpSpPr>
          <a:xfrm rot="0">
            <a:off x="700383" y="5275340"/>
            <a:ext cx="1229039" cy="514617"/>
            <a:chOff x="0" y="0"/>
            <a:chExt cx="1638719" cy="686156"/>
          </a:xfrm>
        </p:grpSpPr>
        <p:sp>
          <p:nvSpPr>
            <p:cNvPr name="Freeform 55" id="55"/>
            <p:cNvSpPr/>
            <p:nvPr/>
          </p:nvSpPr>
          <p:spPr>
            <a:xfrm flipH="false" flipV="false" rot="0">
              <a:off x="0" y="0"/>
              <a:ext cx="1638681" cy="686181"/>
            </a:xfrm>
            <a:custGeom>
              <a:avLst/>
              <a:gdLst/>
              <a:ahLst/>
              <a:cxnLst/>
              <a:rect r="r" b="b" t="t" l="l"/>
              <a:pathLst>
                <a:path h="686181" w="1638681">
                  <a:moveTo>
                    <a:pt x="0" y="0"/>
                  </a:moveTo>
                  <a:lnTo>
                    <a:pt x="1638681" y="0"/>
                  </a:lnTo>
                  <a:lnTo>
                    <a:pt x="1638681" y="686181"/>
                  </a:lnTo>
                  <a:lnTo>
                    <a:pt x="0" y="686181"/>
                  </a:lnTo>
                  <a:lnTo>
                    <a:pt x="0" y="0"/>
                  </a:lnTo>
                  <a:close/>
                </a:path>
              </a:pathLst>
            </a:custGeom>
            <a:solidFill>
              <a:srgbClr val="FFFFFF"/>
            </a:solidFill>
          </p:spPr>
        </p:sp>
      </p:grpSp>
      <p:grpSp>
        <p:nvGrpSpPr>
          <p:cNvPr name="Group 56" id="56"/>
          <p:cNvGrpSpPr/>
          <p:nvPr/>
        </p:nvGrpSpPr>
        <p:grpSpPr>
          <a:xfrm rot="0">
            <a:off x="1928879" y="5275340"/>
            <a:ext cx="3658495" cy="514617"/>
            <a:chOff x="0" y="0"/>
            <a:chExt cx="4877994" cy="686156"/>
          </a:xfrm>
        </p:grpSpPr>
        <p:sp>
          <p:nvSpPr>
            <p:cNvPr name="Freeform 57" id="57"/>
            <p:cNvSpPr/>
            <p:nvPr/>
          </p:nvSpPr>
          <p:spPr>
            <a:xfrm flipH="false" flipV="false" rot="0">
              <a:off x="0" y="0"/>
              <a:ext cx="4877943" cy="686181"/>
            </a:xfrm>
            <a:custGeom>
              <a:avLst/>
              <a:gdLst/>
              <a:ahLst/>
              <a:cxnLst/>
              <a:rect r="r" b="b" t="t" l="l"/>
              <a:pathLst>
                <a:path h="686181" w="4877943">
                  <a:moveTo>
                    <a:pt x="0" y="0"/>
                  </a:moveTo>
                  <a:lnTo>
                    <a:pt x="4877943" y="0"/>
                  </a:lnTo>
                  <a:lnTo>
                    <a:pt x="4877943" y="686181"/>
                  </a:lnTo>
                  <a:lnTo>
                    <a:pt x="0" y="686181"/>
                  </a:lnTo>
                  <a:lnTo>
                    <a:pt x="0" y="0"/>
                  </a:lnTo>
                  <a:close/>
                </a:path>
              </a:pathLst>
            </a:custGeom>
            <a:solidFill>
              <a:srgbClr val="FFFFFF"/>
            </a:solidFill>
          </p:spPr>
        </p:sp>
      </p:grpSp>
      <p:grpSp>
        <p:nvGrpSpPr>
          <p:cNvPr name="Group 58" id="58"/>
          <p:cNvGrpSpPr/>
          <p:nvPr/>
        </p:nvGrpSpPr>
        <p:grpSpPr>
          <a:xfrm rot="0">
            <a:off x="5586841" y="5275340"/>
            <a:ext cx="7515720" cy="514617"/>
            <a:chOff x="0" y="0"/>
            <a:chExt cx="10020960" cy="686156"/>
          </a:xfrm>
        </p:grpSpPr>
        <p:sp>
          <p:nvSpPr>
            <p:cNvPr name="Freeform 59" id="59"/>
            <p:cNvSpPr/>
            <p:nvPr/>
          </p:nvSpPr>
          <p:spPr>
            <a:xfrm flipH="false" flipV="false" rot="0">
              <a:off x="0" y="0"/>
              <a:ext cx="10020935" cy="686181"/>
            </a:xfrm>
            <a:custGeom>
              <a:avLst/>
              <a:gdLst/>
              <a:ahLst/>
              <a:cxnLst/>
              <a:rect r="r" b="b" t="t" l="l"/>
              <a:pathLst>
                <a:path h="686181" w="10020935">
                  <a:moveTo>
                    <a:pt x="0" y="0"/>
                  </a:moveTo>
                  <a:lnTo>
                    <a:pt x="10020935" y="0"/>
                  </a:lnTo>
                  <a:lnTo>
                    <a:pt x="10020935" y="686181"/>
                  </a:lnTo>
                  <a:lnTo>
                    <a:pt x="0" y="686181"/>
                  </a:lnTo>
                  <a:lnTo>
                    <a:pt x="0" y="0"/>
                  </a:lnTo>
                  <a:close/>
                </a:path>
              </a:pathLst>
            </a:custGeom>
            <a:solidFill>
              <a:srgbClr val="FFFFFF"/>
            </a:solidFill>
          </p:spPr>
        </p:sp>
      </p:grpSp>
      <p:grpSp>
        <p:nvGrpSpPr>
          <p:cNvPr name="Group 60" id="60"/>
          <p:cNvGrpSpPr/>
          <p:nvPr/>
        </p:nvGrpSpPr>
        <p:grpSpPr>
          <a:xfrm rot="0">
            <a:off x="13102018" y="5275340"/>
            <a:ext cx="3329645" cy="514617"/>
            <a:chOff x="0" y="0"/>
            <a:chExt cx="4439526" cy="686156"/>
          </a:xfrm>
        </p:grpSpPr>
        <p:sp>
          <p:nvSpPr>
            <p:cNvPr name="Freeform 61" id="61"/>
            <p:cNvSpPr/>
            <p:nvPr/>
          </p:nvSpPr>
          <p:spPr>
            <a:xfrm flipH="false" flipV="false" rot="0">
              <a:off x="0" y="0"/>
              <a:ext cx="4439539" cy="686181"/>
            </a:xfrm>
            <a:custGeom>
              <a:avLst/>
              <a:gdLst/>
              <a:ahLst/>
              <a:cxnLst/>
              <a:rect r="r" b="b" t="t" l="l"/>
              <a:pathLst>
                <a:path h="686181" w="4439539">
                  <a:moveTo>
                    <a:pt x="0" y="0"/>
                  </a:moveTo>
                  <a:lnTo>
                    <a:pt x="4439539" y="0"/>
                  </a:lnTo>
                  <a:lnTo>
                    <a:pt x="4439539" y="686181"/>
                  </a:lnTo>
                  <a:lnTo>
                    <a:pt x="0" y="686181"/>
                  </a:lnTo>
                  <a:lnTo>
                    <a:pt x="0" y="0"/>
                  </a:lnTo>
                  <a:close/>
                </a:path>
              </a:pathLst>
            </a:custGeom>
            <a:solidFill>
              <a:srgbClr val="FFFFFF"/>
            </a:solidFill>
          </p:spPr>
        </p:sp>
      </p:grpSp>
      <p:grpSp>
        <p:nvGrpSpPr>
          <p:cNvPr name="Group 62" id="62"/>
          <p:cNvGrpSpPr/>
          <p:nvPr/>
        </p:nvGrpSpPr>
        <p:grpSpPr>
          <a:xfrm rot="0">
            <a:off x="700383" y="5789424"/>
            <a:ext cx="1229039" cy="515160"/>
            <a:chOff x="0" y="0"/>
            <a:chExt cx="1638719" cy="686880"/>
          </a:xfrm>
        </p:grpSpPr>
        <p:sp>
          <p:nvSpPr>
            <p:cNvPr name="Freeform 63" id="63"/>
            <p:cNvSpPr/>
            <p:nvPr/>
          </p:nvSpPr>
          <p:spPr>
            <a:xfrm flipH="false" flipV="false" rot="0">
              <a:off x="0" y="0"/>
              <a:ext cx="1638681" cy="686943"/>
            </a:xfrm>
            <a:custGeom>
              <a:avLst/>
              <a:gdLst/>
              <a:ahLst/>
              <a:cxnLst/>
              <a:rect r="r" b="b" t="t" l="l"/>
              <a:pathLst>
                <a:path h="686943" w="1638681">
                  <a:moveTo>
                    <a:pt x="0" y="0"/>
                  </a:moveTo>
                  <a:lnTo>
                    <a:pt x="1638681" y="0"/>
                  </a:lnTo>
                  <a:lnTo>
                    <a:pt x="1638681" y="686943"/>
                  </a:lnTo>
                  <a:lnTo>
                    <a:pt x="0" y="686943"/>
                  </a:lnTo>
                  <a:lnTo>
                    <a:pt x="0" y="0"/>
                  </a:lnTo>
                  <a:close/>
                </a:path>
              </a:pathLst>
            </a:custGeom>
            <a:solidFill>
              <a:srgbClr val="F6F8FA"/>
            </a:solidFill>
          </p:spPr>
        </p:sp>
      </p:grpSp>
      <p:grpSp>
        <p:nvGrpSpPr>
          <p:cNvPr name="Group 64" id="64"/>
          <p:cNvGrpSpPr/>
          <p:nvPr/>
        </p:nvGrpSpPr>
        <p:grpSpPr>
          <a:xfrm rot="0">
            <a:off x="1928879" y="5789424"/>
            <a:ext cx="3658495" cy="515160"/>
            <a:chOff x="0" y="0"/>
            <a:chExt cx="4877994" cy="686880"/>
          </a:xfrm>
        </p:grpSpPr>
        <p:sp>
          <p:nvSpPr>
            <p:cNvPr name="Freeform 65" id="65"/>
            <p:cNvSpPr/>
            <p:nvPr/>
          </p:nvSpPr>
          <p:spPr>
            <a:xfrm flipH="false" flipV="false" rot="0">
              <a:off x="0" y="0"/>
              <a:ext cx="4877943" cy="686943"/>
            </a:xfrm>
            <a:custGeom>
              <a:avLst/>
              <a:gdLst/>
              <a:ahLst/>
              <a:cxnLst/>
              <a:rect r="r" b="b" t="t" l="l"/>
              <a:pathLst>
                <a:path h="686943" w="4877943">
                  <a:moveTo>
                    <a:pt x="0" y="0"/>
                  </a:moveTo>
                  <a:lnTo>
                    <a:pt x="4877943" y="0"/>
                  </a:lnTo>
                  <a:lnTo>
                    <a:pt x="4877943" y="686943"/>
                  </a:lnTo>
                  <a:lnTo>
                    <a:pt x="0" y="686943"/>
                  </a:lnTo>
                  <a:lnTo>
                    <a:pt x="0" y="0"/>
                  </a:lnTo>
                  <a:close/>
                </a:path>
              </a:pathLst>
            </a:custGeom>
            <a:solidFill>
              <a:srgbClr val="F6F8FA"/>
            </a:solidFill>
          </p:spPr>
        </p:sp>
      </p:grpSp>
      <p:grpSp>
        <p:nvGrpSpPr>
          <p:cNvPr name="Group 66" id="66"/>
          <p:cNvGrpSpPr/>
          <p:nvPr/>
        </p:nvGrpSpPr>
        <p:grpSpPr>
          <a:xfrm rot="0">
            <a:off x="5586841" y="5789424"/>
            <a:ext cx="7515720" cy="515160"/>
            <a:chOff x="0" y="0"/>
            <a:chExt cx="10020960" cy="686880"/>
          </a:xfrm>
        </p:grpSpPr>
        <p:sp>
          <p:nvSpPr>
            <p:cNvPr name="Freeform 67" id="67"/>
            <p:cNvSpPr/>
            <p:nvPr/>
          </p:nvSpPr>
          <p:spPr>
            <a:xfrm flipH="false" flipV="false" rot="0">
              <a:off x="0" y="0"/>
              <a:ext cx="10020935" cy="686943"/>
            </a:xfrm>
            <a:custGeom>
              <a:avLst/>
              <a:gdLst/>
              <a:ahLst/>
              <a:cxnLst/>
              <a:rect r="r" b="b" t="t" l="l"/>
              <a:pathLst>
                <a:path h="686943" w="10020935">
                  <a:moveTo>
                    <a:pt x="0" y="0"/>
                  </a:moveTo>
                  <a:lnTo>
                    <a:pt x="10020935" y="0"/>
                  </a:lnTo>
                  <a:lnTo>
                    <a:pt x="10020935" y="686943"/>
                  </a:lnTo>
                  <a:lnTo>
                    <a:pt x="0" y="686943"/>
                  </a:lnTo>
                  <a:lnTo>
                    <a:pt x="0" y="0"/>
                  </a:lnTo>
                  <a:close/>
                </a:path>
              </a:pathLst>
            </a:custGeom>
            <a:solidFill>
              <a:srgbClr val="F6F8FA"/>
            </a:solidFill>
          </p:spPr>
        </p:sp>
      </p:grpSp>
      <p:grpSp>
        <p:nvGrpSpPr>
          <p:cNvPr name="Group 68" id="68"/>
          <p:cNvGrpSpPr/>
          <p:nvPr/>
        </p:nvGrpSpPr>
        <p:grpSpPr>
          <a:xfrm rot="0">
            <a:off x="13102018" y="5789424"/>
            <a:ext cx="3329645" cy="515160"/>
            <a:chOff x="0" y="0"/>
            <a:chExt cx="4439526" cy="686880"/>
          </a:xfrm>
        </p:grpSpPr>
        <p:sp>
          <p:nvSpPr>
            <p:cNvPr name="Freeform 69" id="69"/>
            <p:cNvSpPr/>
            <p:nvPr/>
          </p:nvSpPr>
          <p:spPr>
            <a:xfrm flipH="false" flipV="false" rot="0">
              <a:off x="0" y="0"/>
              <a:ext cx="4439539" cy="686943"/>
            </a:xfrm>
            <a:custGeom>
              <a:avLst/>
              <a:gdLst/>
              <a:ahLst/>
              <a:cxnLst/>
              <a:rect r="r" b="b" t="t" l="l"/>
              <a:pathLst>
                <a:path h="686943" w="4439539">
                  <a:moveTo>
                    <a:pt x="0" y="0"/>
                  </a:moveTo>
                  <a:lnTo>
                    <a:pt x="4439539" y="0"/>
                  </a:lnTo>
                  <a:lnTo>
                    <a:pt x="4439539" y="686943"/>
                  </a:lnTo>
                  <a:lnTo>
                    <a:pt x="0" y="686943"/>
                  </a:lnTo>
                  <a:lnTo>
                    <a:pt x="0" y="0"/>
                  </a:lnTo>
                  <a:close/>
                </a:path>
              </a:pathLst>
            </a:custGeom>
            <a:solidFill>
              <a:srgbClr val="F6F8FA"/>
            </a:solidFill>
          </p:spPr>
        </p:sp>
      </p:grpSp>
      <p:grpSp>
        <p:nvGrpSpPr>
          <p:cNvPr name="Group 70" id="70"/>
          <p:cNvGrpSpPr/>
          <p:nvPr/>
        </p:nvGrpSpPr>
        <p:grpSpPr>
          <a:xfrm rot="0">
            <a:off x="700383" y="5789424"/>
            <a:ext cx="1229039" cy="515160"/>
            <a:chOff x="0" y="0"/>
            <a:chExt cx="1638719" cy="686880"/>
          </a:xfrm>
        </p:grpSpPr>
        <p:sp>
          <p:nvSpPr>
            <p:cNvPr name="Freeform 71" id="71"/>
            <p:cNvSpPr/>
            <p:nvPr/>
          </p:nvSpPr>
          <p:spPr>
            <a:xfrm flipH="false" flipV="false" rot="0">
              <a:off x="0" y="0"/>
              <a:ext cx="1638681" cy="686943"/>
            </a:xfrm>
            <a:custGeom>
              <a:avLst/>
              <a:gdLst/>
              <a:ahLst/>
              <a:cxnLst/>
              <a:rect r="r" b="b" t="t" l="l"/>
              <a:pathLst>
                <a:path h="686943" w="1638681">
                  <a:moveTo>
                    <a:pt x="0" y="0"/>
                  </a:moveTo>
                  <a:lnTo>
                    <a:pt x="1638681" y="0"/>
                  </a:lnTo>
                  <a:lnTo>
                    <a:pt x="1638681" y="686943"/>
                  </a:lnTo>
                  <a:lnTo>
                    <a:pt x="0" y="686943"/>
                  </a:lnTo>
                  <a:lnTo>
                    <a:pt x="0" y="0"/>
                  </a:lnTo>
                  <a:close/>
                </a:path>
              </a:pathLst>
            </a:custGeom>
            <a:solidFill>
              <a:srgbClr val="EEF3FA"/>
            </a:solidFill>
          </p:spPr>
        </p:sp>
      </p:grpSp>
      <p:grpSp>
        <p:nvGrpSpPr>
          <p:cNvPr name="Group 72" id="72"/>
          <p:cNvGrpSpPr/>
          <p:nvPr/>
        </p:nvGrpSpPr>
        <p:grpSpPr>
          <a:xfrm rot="0">
            <a:off x="1928879" y="5789424"/>
            <a:ext cx="3658495" cy="515160"/>
            <a:chOff x="0" y="0"/>
            <a:chExt cx="4877994" cy="686880"/>
          </a:xfrm>
        </p:grpSpPr>
        <p:sp>
          <p:nvSpPr>
            <p:cNvPr name="Freeform 73" id="73"/>
            <p:cNvSpPr/>
            <p:nvPr/>
          </p:nvSpPr>
          <p:spPr>
            <a:xfrm flipH="false" flipV="false" rot="0">
              <a:off x="0" y="0"/>
              <a:ext cx="4877943" cy="686943"/>
            </a:xfrm>
            <a:custGeom>
              <a:avLst/>
              <a:gdLst/>
              <a:ahLst/>
              <a:cxnLst/>
              <a:rect r="r" b="b" t="t" l="l"/>
              <a:pathLst>
                <a:path h="686943" w="4877943">
                  <a:moveTo>
                    <a:pt x="0" y="0"/>
                  </a:moveTo>
                  <a:lnTo>
                    <a:pt x="4877943" y="0"/>
                  </a:lnTo>
                  <a:lnTo>
                    <a:pt x="4877943" y="686943"/>
                  </a:lnTo>
                  <a:lnTo>
                    <a:pt x="0" y="686943"/>
                  </a:lnTo>
                  <a:lnTo>
                    <a:pt x="0" y="0"/>
                  </a:lnTo>
                  <a:close/>
                </a:path>
              </a:pathLst>
            </a:custGeom>
            <a:solidFill>
              <a:srgbClr val="EEF3FA"/>
            </a:solidFill>
          </p:spPr>
        </p:sp>
      </p:grpSp>
      <p:grpSp>
        <p:nvGrpSpPr>
          <p:cNvPr name="Group 74" id="74"/>
          <p:cNvGrpSpPr/>
          <p:nvPr/>
        </p:nvGrpSpPr>
        <p:grpSpPr>
          <a:xfrm rot="0">
            <a:off x="5586841" y="5789424"/>
            <a:ext cx="7515720" cy="515160"/>
            <a:chOff x="0" y="0"/>
            <a:chExt cx="10020960" cy="686880"/>
          </a:xfrm>
        </p:grpSpPr>
        <p:sp>
          <p:nvSpPr>
            <p:cNvPr name="Freeform 75" id="75"/>
            <p:cNvSpPr/>
            <p:nvPr/>
          </p:nvSpPr>
          <p:spPr>
            <a:xfrm flipH="false" flipV="false" rot="0">
              <a:off x="0" y="0"/>
              <a:ext cx="10020935" cy="686943"/>
            </a:xfrm>
            <a:custGeom>
              <a:avLst/>
              <a:gdLst/>
              <a:ahLst/>
              <a:cxnLst/>
              <a:rect r="r" b="b" t="t" l="l"/>
              <a:pathLst>
                <a:path h="686943" w="10020935">
                  <a:moveTo>
                    <a:pt x="0" y="0"/>
                  </a:moveTo>
                  <a:lnTo>
                    <a:pt x="10020935" y="0"/>
                  </a:lnTo>
                  <a:lnTo>
                    <a:pt x="10020935" y="686943"/>
                  </a:lnTo>
                  <a:lnTo>
                    <a:pt x="0" y="686943"/>
                  </a:lnTo>
                  <a:lnTo>
                    <a:pt x="0" y="0"/>
                  </a:lnTo>
                  <a:close/>
                </a:path>
              </a:pathLst>
            </a:custGeom>
            <a:solidFill>
              <a:srgbClr val="EEF3FA"/>
            </a:solidFill>
          </p:spPr>
        </p:sp>
      </p:grpSp>
      <p:grpSp>
        <p:nvGrpSpPr>
          <p:cNvPr name="Group 76" id="76"/>
          <p:cNvGrpSpPr/>
          <p:nvPr/>
        </p:nvGrpSpPr>
        <p:grpSpPr>
          <a:xfrm rot="0">
            <a:off x="13102018" y="5789424"/>
            <a:ext cx="3329645" cy="515160"/>
            <a:chOff x="0" y="0"/>
            <a:chExt cx="4439526" cy="686880"/>
          </a:xfrm>
        </p:grpSpPr>
        <p:sp>
          <p:nvSpPr>
            <p:cNvPr name="Freeform 77" id="77"/>
            <p:cNvSpPr/>
            <p:nvPr/>
          </p:nvSpPr>
          <p:spPr>
            <a:xfrm flipH="false" flipV="false" rot="0">
              <a:off x="0" y="0"/>
              <a:ext cx="4439539" cy="686943"/>
            </a:xfrm>
            <a:custGeom>
              <a:avLst/>
              <a:gdLst/>
              <a:ahLst/>
              <a:cxnLst/>
              <a:rect r="r" b="b" t="t" l="l"/>
              <a:pathLst>
                <a:path h="686943" w="4439539">
                  <a:moveTo>
                    <a:pt x="0" y="0"/>
                  </a:moveTo>
                  <a:lnTo>
                    <a:pt x="4439539" y="0"/>
                  </a:lnTo>
                  <a:lnTo>
                    <a:pt x="4439539" y="686943"/>
                  </a:lnTo>
                  <a:lnTo>
                    <a:pt x="0" y="686943"/>
                  </a:lnTo>
                  <a:lnTo>
                    <a:pt x="0" y="0"/>
                  </a:lnTo>
                  <a:close/>
                </a:path>
              </a:pathLst>
            </a:custGeom>
            <a:solidFill>
              <a:srgbClr val="EEF3FA"/>
            </a:solidFill>
          </p:spPr>
        </p:sp>
      </p:grpSp>
      <p:grpSp>
        <p:nvGrpSpPr>
          <p:cNvPr name="Group 78" id="78"/>
          <p:cNvGrpSpPr/>
          <p:nvPr/>
        </p:nvGrpSpPr>
        <p:grpSpPr>
          <a:xfrm rot="0">
            <a:off x="685800" y="3746597"/>
            <a:ext cx="15116" cy="514617"/>
            <a:chOff x="0" y="0"/>
            <a:chExt cx="20155" cy="686156"/>
          </a:xfrm>
        </p:grpSpPr>
        <p:sp>
          <p:nvSpPr>
            <p:cNvPr name="Freeform 79" id="79"/>
            <p:cNvSpPr/>
            <p:nvPr/>
          </p:nvSpPr>
          <p:spPr>
            <a:xfrm flipH="false" flipV="false" rot="0">
              <a:off x="0" y="0"/>
              <a:ext cx="20193" cy="686181"/>
            </a:xfrm>
            <a:custGeom>
              <a:avLst/>
              <a:gdLst/>
              <a:ahLst/>
              <a:cxnLst/>
              <a:rect r="r" b="b" t="t" l="l"/>
              <a:pathLst>
                <a:path h="686181" w="20193">
                  <a:moveTo>
                    <a:pt x="0" y="0"/>
                  </a:moveTo>
                  <a:lnTo>
                    <a:pt x="20193" y="0"/>
                  </a:lnTo>
                  <a:lnTo>
                    <a:pt x="20193" y="686181"/>
                  </a:lnTo>
                  <a:lnTo>
                    <a:pt x="0" y="686181"/>
                  </a:lnTo>
                  <a:lnTo>
                    <a:pt x="0" y="0"/>
                  </a:lnTo>
                  <a:close/>
                </a:path>
              </a:pathLst>
            </a:custGeom>
            <a:solidFill>
              <a:srgbClr val="D1D9E0"/>
            </a:solidFill>
          </p:spPr>
        </p:sp>
      </p:grpSp>
      <p:grpSp>
        <p:nvGrpSpPr>
          <p:cNvPr name="Group 80" id="80"/>
          <p:cNvGrpSpPr/>
          <p:nvPr/>
        </p:nvGrpSpPr>
        <p:grpSpPr>
          <a:xfrm rot="0">
            <a:off x="685800" y="3746597"/>
            <a:ext cx="1243622" cy="14583"/>
            <a:chOff x="0" y="0"/>
            <a:chExt cx="1658163" cy="19444"/>
          </a:xfrm>
        </p:grpSpPr>
        <p:sp>
          <p:nvSpPr>
            <p:cNvPr name="Freeform 81" id="81"/>
            <p:cNvSpPr/>
            <p:nvPr/>
          </p:nvSpPr>
          <p:spPr>
            <a:xfrm flipH="false" flipV="false" rot="0">
              <a:off x="0" y="0"/>
              <a:ext cx="1658112" cy="19431"/>
            </a:xfrm>
            <a:custGeom>
              <a:avLst/>
              <a:gdLst/>
              <a:ahLst/>
              <a:cxnLst/>
              <a:rect r="r" b="b" t="t" l="l"/>
              <a:pathLst>
                <a:path h="19431" w="1658112">
                  <a:moveTo>
                    <a:pt x="0" y="0"/>
                  </a:moveTo>
                  <a:lnTo>
                    <a:pt x="1658112" y="0"/>
                  </a:lnTo>
                  <a:lnTo>
                    <a:pt x="1658112" y="19431"/>
                  </a:lnTo>
                  <a:lnTo>
                    <a:pt x="0" y="19431"/>
                  </a:lnTo>
                  <a:lnTo>
                    <a:pt x="0" y="0"/>
                  </a:lnTo>
                  <a:close/>
                </a:path>
              </a:pathLst>
            </a:custGeom>
            <a:solidFill>
              <a:srgbClr val="D1D9E0"/>
            </a:solidFill>
          </p:spPr>
        </p:sp>
      </p:grpSp>
      <p:grpSp>
        <p:nvGrpSpPr>
          <p:cNvPr name="Group 82" id="82"/>
          <p:cNvGrpSpPr/>
          <p:nvPr/>
        </p:nvGrpSpPr>
        <p:grpSpPr>
          <a:xfrm rot="0">
            <a:off x="1914839" y="3746597"/>
            <a:ext cx="14583" cy="514617"/>
            <a:chOff x="0" y="0"/>
            <a:chExt cx="19444" cy="686156"/>
          </a:xfrm>
        </p:grpSpPr>
        <p:sp>
          <p:nvSpPr>
            <p:cNvPr name="Freeform 83" id="83"/>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84" id="84"/>
          <p:cNvGrpSpPr/>
          <p:nvPr/>
        </p:nvGrpSpPr>
        <p:grpSpPr>
          <a:xfrm rot="0">
            <a:off x="1928879" y="3746597"/>
            <a:ext cx="3672545" cy="14583"/>
            <a:chOff x="0" y="0"/>
            <a:chExt cx="4896726" cy="19444"/>
          </a:xfrm>
        </p:grpSpPr>
        <p:sp>
          <p:nvSpPr>
            <p:cNvPr name="Freeform 85" id="85"/>
            <p:cNvSpPr/>
            <p:nvPr/>
          </p:nvSpPr>
          <p:spPr>
            <a:xfrm flipH="false" flipV="false" rot="0">
              <a:off x="0" y="0"/>
              <a:ext cx="4896739" cy="19431"/>
            </a:xfrm>
            <a:custGeom>
              <a:avLst/>
              <a:gdLst/>
              <a:ahLst/>
              <a:cxnLst/>
              <a:rect r="r" b="b" t="t" l="l"/>
              <a:pathLst>
                <a:path h="19431" w="4896739">
                  <a:moveTo>
                    <a:pt x="0" y="0"/>
                  </a:moveTo>
                  <a:lnTo>
                    <a:pt x="4896739" y="0"/>
                  </a:lnTo>
                  <a:lnTo>
                    <a:pt x="4896739" y="19431"/>
                  </a:lnTo>
                  <a:lnTo>
                    <a:pt x="0" y="19431"/>
                  </a:lnTo>
                  <a:lnTo>
                    <a:pt x="0" y="0"/>
                  </a:lnTo>
                  <a:close/>
                </a:path>
              </a:pathLst>
            </a:custGeom>
            <a:solidFill>
              <a:srgbClr val="D1D9E0"/>
            </a:solidFill>
          </p:spPr>
        </p:sp>
      </p:grpSp>
      <p:grpSp>
        <p:nvGrpSpPr>
          <p:cNvPr name="Group 86" id="86"/>
          <p:cNvGrpSpPr/>
          <p:nvPr/>
        </p:nvGrpSpPr>
        <p:grpSpPr>
          <a:xfrm rot="0">
            <a:off x="5586841" y="3746597"/>
            <a:ext cx="14583" cy="514617"/>
            <a:chOff x="0" y="0"/>
            <a:chExt cx="19444" cy="686156"/>
          </a:xfrm>
        </p:grpSpPr>
        <p:sp>
          <p:nvSpPr>
            <p:cNvPr name="Freeform 87" id="87"/>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88" id="88"/>
          <p:cNvGrpSpPr/>
          <p:nvPr/>
        </p:nvGrpSpPr>
        <p:grpSpPr>
          <a:xfrm rot="0">
            <a:off x="5600881" y="3746597"/>
            <a:ext cx="7515720" cy="14583"/>
            <a:chOff x="0" y="0"/>
            <a:chExt cx="10020960" cy="19444"/>
          </a:xfrm>
        </p:grpSpPr>
        <p:sp>
          <p:nvSpPr>
            <p:cNvPr name="Freeform 89" id="89"/>
            <p:cNvSpPr/>
            <p:nvPr/>
          </p:nvSpPr>
          <p:spPr>
            <a:xfrm flipH="false" flipV="false" rot="0">
              <a:off x="0" y="0"/>
              <a:ext cx="10020935" cy="19431"/>
            </a:xfrm>
            <a:custGeom>
              <a:avLst/>
              <a:gdLst/>
              <a:ahLst/>
              <a:cxnLst/>
              <a:rect r="r" b="b" t="t" l="l"/>
              <a:pathLst>
                <a:path h="19431" w="10020935">
                  <a:moveTo>
                    <a:pt x="0" y="0"/>
                  </a:moveTo>
                  <a:lnTo>
                    <a:pt x="10020935" y="0"/>
                  </a:lnTo>
                  <a:lnTo>
                    <a:pt x="10020935" y="19431"/>
                  </a:lnTo>
                  <a:lnTo>
                    <a:pt x="0" y="19431"/>
                  </a:lnTo>
                  <a:lnTo>
                    <a:pt x="0" y="0"/>
                  </a:lnTo>
                  <a:close/>
                </a:path>
              </a:pathLst>
            </a:custGeom>
            <a:solidFill>
              <a:srgbClr val="D1D9E0"/>
            </a:solidFill>
          </p:spPr>
        </p:sp>
      </p:grpSp>
      <p:grpSp>
        <p:nvGrpSpPr>
          <p:cNvPr name="Group 90" id="90"/>
          <p:cNvGrpSpPr/>
          <p:nvPr/>
        </p:nvGrpSpPr>
        <p:grpSpPr>
          <a:xfrm rot="0">
            <a:off x="13102018" y="3746597"/>
            <a:ext cx="14583" cy="514617"/>
            <a:chOff x="0" y="0"/>
            <a:chExt cx="19444" cy="686156"/>
          </a:xfrm>
        </p:grpSpPr>
        <p:sp>
          <p:nvSpPr>
            <p:cNvPr name="Freeform 91" id="91"/>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92" id="92"/>
          <p:cNvGrpSpPr/>
          <p:nvPr/>
        </p:nvGrpSpPr>
        <p:grpSpPr>
          <a:xfrm rot="0">
            <a:off x="13116058" y="3746597"/>
            <a:ext cx="3329645" cy="14583"/>
            <a:chOff x="0" y="0"/>
            <a:chExt cx="4439526" cy="19444"/>
          </a:xfrm>
        </p:grpSpPr>
        <p:sp>
          <p:nvSpPr>
            <p:cNvPr name="Freeform 93" id="93"/>
            <p:cNvSpPr/>
            <p:nvPr/>
          </p:nvSpPr>
          <p:spPr>
            <a:xfrm flipH="false" flipV="false" rot="0">
              <a:off x="0" y="0"/>
              <a:ext cx="4439539" cy="19431"/>
            </a:xfrm>
            <a:custGeom>
              <a:avLst/>
              <a:gdLst/>
              <a:ahLst/>
              <a:cxnLst/>
              <a:rect r="r" b="b" t="t" l="l"/>
              <a:pathLst>
                <a:path h="19431" w="4439539">
                  <a:moveTo>
                    <a:pt x="0" y="0"/>
                  </a:moveTo>
                  <a:lnTo>
                    <a:pt x="4439539" y="0"/>
                  </a:lnTo>
                  <a:lnTo>
                    <a:pt x="4439539" y="19431"/>
                  </a:lnTo>
                  <a:lnTo>
                    <a:pt x="0" y="19431"/>
                  </a:lnTo>
                  <a:lnTo>
                    <a:pt x="0" y="0"/>
                  </a:lnTo>
                  <a:close/>
                </a:path>
              </a:pathLst>
            </a:custGeom>
            <a:solidFill>
              <a:srgbClr val="D1D9E0"/>
            </a:solidFill>
          </p:spPr>
        </p:sp>
      </p:grpSp>
      <p:grpSp>
        <p:nvGrpSpPr>
          <p:cNvPr name="Group 94" id="94"/>
          <p:cNvGrpSpPr/>
          <p:nvPr/>
        </p:nvGrpSpPr>
        <p:grpSpPr>
          <a:xfrm rot="0">
            <a:off x="16431120" y="3746597"/>
            <a:ext cx="14583" cy="514617"/>
            <a:chOff x="0" y="0"/>
            <a:chExt cx="19444" cy="686156"/>
          </a:xfrm>
        </p:grpSpPr>
        <p:sp>
          <p:nvSpPr>
            <p:cNvPr name="Freeform 95" id="95"/>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96" id="96"/>
          <p:cNvGrpSpPr/>
          <p:nvPr/>
        </p:nvGrpSpPr>
        <p:grpSpPr>
          <a:xfrm rot="0">
            <a:off x="685800" y="4246640"/>
            <a:ext cx="1243622" cy="14583"/>
            <a:chOff x="0" y="0"/>
            <a:chExt cx="1658163" cy="19444"/>
          </a:xfrm>
        </p:grpSpPr>
        <p:sp>
          <p:nvSpPr>
            <p:cNvPr name="Freeform 97" id="97"/>
            <p:cNvSpPr/>
            <p:nvPr/>
          </p:nvSpPr>
          <p:spPr>
            <a:xfrm flipH="false" flipV="false" rot="0">
              <a:off x="0" y="0"/>
              <a:ext cx="1658112" cy="19431"/>
            </a:xfrm>
            <a:custGeom>
              <a:avLst/>
              <a:gdLst/>
              <a:ahLst/>
              <a:cxnLst/>
              <a:rect r="r" b="b" t="t" l="l"/>
              <a:pathLst>
                <a:path h="19431" w="1658112">
                  <a:moveTo>
                    <a:pt x="0" y="0"/>
                  </a:moveTo>
                  <a:lnTo>
                    <a:pt x="1658112" y="0"/>
                  </a:lnTo>
                  <a:lnTo>
                    <a:pt x="1658112" y="19431"/>
                  </a:lnTo>
                  <a:lnTo>
                    <a:pt x="0" y="19431"/>
                  </a:lnTo>
                  <a:lnTo>
                    <a:pt x="0" y="0"/>
                  </a:lnTo>
                  <a:close/>
                </a:path>
              </a:pathLst>
            </a:custGeom>
            <a:solidFill>
              <a:srgbClr val="D1D9E0"/>
            </a:solidFill>
          </p:spPr>
        </p:sp>
      </p:grpSp>
      <p:grpSp>
        <p:nvGrpSpPr>
          <p:cNvPr name="Group 98" id="98"/>
          <p:cNvGrpSpPr/>
          <p:nvPr/>
        </p:nvGrpSpPr>
        <p:grpSpPr>
          <a:xfrm rot="0">
            <a:off x="1928879" y="4246640"/>
            <a:ext cx="3672545" cy="14583"/>
            <a:chOff x="0" y="0"/>
            <a:chExt cx="4896726" cy="19444"/>
          </a:xfrm>
        </p:grpSpPr>
        <p:sp>
          <p:nvSpPr>
            <p:cNvPr name="Freeform 99" id="99"/>
            <p:cNvSpPr/>
            <p:nvPr/>
          </p:nvSpPr>
          <p:spPr>
            <a:xfrm flipH="false" flipV="false" rot="0">
              <a:off x="0" y="0"/>
              <a:ext cx="4896739" cy="19431"/>
            </a:xfrm>
            <a:custGeom>
              <a:avLst/>
              <a:gdLst/>
              <a:ahLst/>
              <a:cxnLst/>
              <a:rect r="r" b="b" t="t" l="l"/>
              <a:pathLst>
                <a:path h="19431" w="4896739">
                  <a:moveTo>
                    <a:pt x="0" y="0"/>
                  </a:moveTo>
                  <a:lnTo>
                    <a:pt x="4896739" y="0"/>
                  </a:lnTo>
                  <a:lnTo>
                    <a:pt x="4896739" y="19431"/>
                  </a:lnTo>
                  <a:lnTo>
                    <a:pt x="0" y="19431"/>
                  </a:lnTo>
                  <a:lnTo>
                    <a:pt x="0" y="0"/>
                  </a:lnTo>
                  <a:close/>
                </a:path>
              </a:pathLst>
            </a:custGeom>
            <a:solidFill>
              <a:srgbClr val="D1D9E0"/>
            </a:solidFill>
          </p:spPr>
        </p:sp>
      </p:grpSp>
      <p:grpSp>
        <p:nvGrpSpPr>
          <p:cNvPr name="Group 100" id="100"/>
          <p:cNvGrpSpPr/>
          <p:nvPr/>
        </p:nvGrpSpPr>
        <p:grpSpPr>
          <a:xfrm rot="0">
            <a:off x="5600881" y="4246640"/>
            <a:ext cx="7515720" cy="14583"/>
            <a:chOff x="0" y="0"/>
            <a:chExt cx="10020960" cy="19444"/>
          </a:xfrm>
        </p:grpSpPr>
        <p:sp>
          <p:nvSpPr>
            <p:cNvPr name="Freeform 101" id="101"/>
            <p:cNvSpPr/>
            <p:nvPr/>
          </p:nvSpPr>
          <p:spPr>
            <a:xfrm flipH="false" flipV="false" rot="0">
              <a:off x="0" y="0"/>
              <a:ext cx="10020935" cy="19431"/>
            </a:xfrm>
            <a:custGeom>
              <a:avLst/>
              <a:gdLst/>
              <a:ahLst/>
              <a:cxnLst/>
              <a:rect r="r" b="b" t="t" l="l"/>
              <a:pathLst>
                <a:path h="19431" w="10020935">
                  <a:moveTo>
                    <a:pt x="0" y="0"/>
                  </a:moveTo>
                  <a:lnTo>
                    <a:pt x="10020935" y="0"/>
                  </a:lnTo>
                  <a:lnTo>
                    <a:pt x="10020935" y="19431"/>
                  </a:lnTo>
                  <a:lnTo>
                    <a:pt x="0" y="19431"/>
                  </a:lnTo>
                  <a:lnTo>
                    <a:pt x="0" y="0"/>
                  </a:lnTo>
                  <a:close/>
                </a:path>
              </a:pathLst>
            </a:custGeom>
            <a:solidFill>
              <a:srgbClr val="D1D9E0"/>
            </a:solidFill>
          </p:spPr>
        </p:sp>
      </p:grpSp>
      <p:grpSp>
        <p:nvGrpSpPr>
          <p:cNvPr name="Group 102" id="102"/>
          <p:cNvGrpSpPr/>
          <p:nvPr/>
        </p:nvGrpSpPr>
        <p:grpSpPr>
          <a:xfrm rot="0">
            <a:off x="13116058" y="4246640"/>
            <a:ext cx="3329645" cy="14583"/>
            <a:chOff x="0" y="0"/>
            <a:chExt cx="4439526" cy="19444"/>
          </a:xfrm>
        </p:grpSpPr>
        <p:sp>
          <p:nvSpPr>
            <p:cNvPr name="Freeform 103" id="103"/>
            <p:cNvSpPr/>
            <p:nvPr/>
          </p:nvSpPr>
          <p:spPr>
            <a:xfrm flipH="false" flipV="false" rot="0">
              <a:off x="0" y="0"/>
              <a:ext cx="4439539" cy="19431"/>
            </a:xfrm>
            <a:custGeom>
              <a:avLst/>
              <a:gdLst/>
              <a:ahLst/>
              <a:cxnLst/>
              <a:rect r="r" b="b" t="t" l="l"/>
              <a:pathLst>
                <a:path h="19431" w="4439539">
                  <a:moveTo>
                    <a:pt x="0" y="0"/>
                  </a:moveTo>
                  <a:lnTo>
                    <a:pt x="4439539" y="0"/>
                  </a:lnTo>
                  <a:lnTo>
                    <a:pt x="4439539" y="19431"/>
                  </a:lnTo>
                  <a:lnTo>
                    <a:pt x="0" y="19431"/>
                  </a:lnTo>
                  <a:lnTo>
                    <a:pt x="0" y="0"/>
                  </a:lnTo>
                  <a:close/>
                </a:path>
              </a:pathLst>
            </a:custGeom>
            <a:solidFill>
              <a:srgbClr val="D1D9E0"/>
            </a:solidFill>
          </p:spPr>
        </p:sp>
      </p:grpSp>
      <p:grpSp>
        <p:nvGrpSpPr>
          <p:cNvPr name="Group 104" id="104"/>
          <p:cNvGrpSpPr/>
          <p:nvPr/>
        </p:nvGrpSpPr>
        <p:grpSpPr>
          <a:xfrm rot="0">
            <a:off x="685800" y="4260680"/>
            <a:ext cx="15116" cy="515160"/>
            <a:chOff x="0" y="0"/>
            <a:chExt cx="20155" cy="686880"/>
          </a:xfrm>
        </p:grpSpPr>
        <p:sp>
          <p:nvSpPr>
            <p:cNvPr name="Freeform 105" id="105"/>
            <p:cNvSpPr/>
            <p:nvPr/>
          </p:nvSpPr>
          <p:spPr>
            <a:xfrm flipH="false" flipV="false" rot="0">
              <a:off x="0" y="0"/>
              <a:ext cx="20193" cy="686943"/>
            </a:xfrm>
            <a:custGeom>
              <a:avLst/>
              <a:gdLst/>
              <a:ahLst/>
              <a:cxnLst/>
              <a:rect r="r" b="b" t="t" l="l"/>
              <a:pathLst>
                <a:path h="686943" w="20193">
                  <a:moveTo>
                    <a:pt x="0" y="0"/>
                  </a:moveTo>
                  <a:lnTo>
                    <a:pt x="20193" y="0"/>
                  </a:lnTo>
                  <a:lnTo>
                    <a:pt x="20193" y="686943"/>
                  </a:lnTo>
                  <a:lnTo>
                    <a:pt x="0" y="686943"/>
                  </a:lnTo>
                  <a:lnTo>
                    <a:pt x="0" y="0"/>
                  </a:lnTo>
                  <a:close/>
                </a:path>
              </a:pathLst>
            </a:custGeom>
            <a:solidFill>
              <a:srgbClr val="D1D9E0"/>
            </a:solidFill>
          </p:spPr>
        </p:sp>
      </p:grpSp>
      <p:grpSp>
        <p:nvGrpSpPr>
          <p:cNvPr name="Group 106" id="106"/>
          <p:cNvGrpSpPr/>
          <p:nvPr/>
        </p:nvGrpSpPr>
        <p:grpSpPr>
          <a:xfrm rot="0">
            <a:off x="1914839" y="4260680"/>
            <a:ext cx="14583" cy="515160"/>
            <a:chOff x="0" y="0"/>
            <a:chExt cx="19444" cy="686880"/>
          </a:xfrm>
        </p:grpSpPr>
        <p:sp>
          <p:nvSpPr>
            <p:cNvPr name="Freeform 107" id="107"/>
            <p:cNvSpPr/>
            <p:nvPr/>
          </p:nvSpPr>
          <p:spPr>
            <a:xfrm flipH="false" flipV="false" rot="0">
              <a:off x="0" y="0"/>
              <a:ext cx="19431" cy="686943"/>
            </a:xfrm>
            <a:custGeom>
              <a:avLst/>
              <a:gdLst/>
              <a:ahLst/>
              <a:cxnLst/>
              <a:rect r="r" b="b" t="t" l="l"/>
              <a:pathLst>
                <a:path h="686943" w="19431">
                  <a:moveTo>
                    <a:pt x="0" y="0"/>
                  </a:moveTo>
                  <a:lnTo>
                    <a:pt x="19431" y="0"/>
                  </a:lnTo>
                  <a:lnTo>
                    <a:pt x="19431" y="686943"/>
                  </a:lnTo>
                  <a:lnTo>
                    <a:pt x="0" y="686943"/>
                  </a:lnTo>
                  <a:lnTo>
                    <a:pt x="0" y="0"/>
                  </a:lnTo>
                  <a:close/>
                </a:path>
              </a:pathLst>
            </a:custGeom>
            <a:solidFill>
              <a:srgbClr val="D1D9E0"/>
            </a:solidFill>
          </p:spPr>
        </p:sp>
      </p:grpSp>
      <p:grpSp>
        <p:nvGrpSpPr>
          <p:cNvPr name="Group 108" id="108"/>
          <p:cNvGrpSpPr/>
          <p:nvPr/>
        </p:nvGrpSpPr>
        <p:grpSpPr>
          <a:xfrm rot="0">
            <a:off x="5586841" y="4260680"/>
            <a:ext cx="14583" cy="515160"/>
            <a:chOff x="0" y="0"/>
            <a:chExt cx="19444" cy="686880"/>
          </a:xfrm>
        </p:grpSpPr>
        <p:sp>
          <p:nvSpPr>
            <p:cNvPr name="Freeform 109" id="109"/>
            <p:cNvSpPr/>
            <p:nvPr/>
          </p:nvSpPr>
          <p:spPr>
            <a:xfrm flipH="false" flipV="false" rot="0">
              <a:off x="0" y="0"/>
              <a:ext cx="19431" cy="686943"/>
            </a:xfrm>
            <a:custGeom>
              <a:avLst/>
              <a:gdLst/>
              <a:ahLst/>
              <a:cxnLst/>
              <a:rect r="r" b="b" t="t" l="l"/>
              <a:pathLst>
                <a:path h="686943" w="19431">
                  <a:moveTo>
                    <a:pt x="0" y="0"/>
                  </a:moveTo>
                  <a:lnTo>
                    <a:pt x="19431" y="0"/>
                  </a:lnTo>
                  <a:lnTo>
                    <a:pt x="19431" y="686943"/>
                  </a:lnTo>
                  <a:lnTo>
                    <a:pt x="0" y="686943"/>
                  </a:lnTo>
                  <a:lnTo>
                    <a:pt x="0" y="0"/>
                  </a:lnTo>
                  <a:close/>
                </a:path>
              </a:pathLst>
            </a:custGeom>
            <a:solidFill>
              <a:srgbClr val="D1D9E0"/>
            </a:solidFill>
          </p:spPr>
        </p:sp>
      </p:grpSp>
      <p:grpSp>
        <p:nvGrpSpPr>
          <p:cNvPr name="Group 110" id="110"/>
          <p:cNvGrpSpPr/>
          <p:nvPr/>
        </p:nvGrpSpPr>
        <p:grpSpPr>
          <a:xfrm rot="0">
            <a:off x="13102018" y="4260680"/>
            <a:ext cx="14583" cy="515160"/>
            <a:chOff x="0" y="0"/>
            <a:chExt cx="19444" cy="686880"/>
          </a:xfrm>
        </p:grpSpPr>
        <p:sp>
          <p:nvSpPr>
            <p:cNvPr name="Freeform 111" id="111"/>
            <p:cNvSpPr/>
            <p:nvPr/>
          </p:nvSpPr>
          <p:spPr>
            <a:xfrm flipH="false" flipV="false" rot="0">
              <a:off x="0" y="0"/>
              <a:ext cx="19431" cy="686943"/>
            </a:xfrm>
            <a:custGeom>
              <a:avLst/>
              <a:gdLst/>
              <a:ahLst/>
              <a:cxnLst/>
              <a:rect r="r" b="b" t="t" l="l"/>
              <a:pathLst>
                <a:path h="686943" w="19431">
                  <a:moveTo>
                    <a:pt x="0" y="0"/>
                  </a:moveTo>
                  <a:lnTo>
                    <a:pt x="19431" y="0"/>
                  </a:lnTo>
                  <a:lnTo>
                    <a:pt x="19431" y="686943"/>
                  </a:lnTo>
                  <a:lnTo>
                    <a:pt x="0" y="686943"/>
                  </a:lnTo>
                  <a:lnTo>
                    <a:pt x="0" y="0"/>
                  </a:lnTo>
                  <a:close/>
                </a:path>
              </a:pathLst>
            </a:custGeom>
            <a:solidFill>
              <a:srgbClr val="D1D9E0"/>
            </a:solidFill>
          </p:spPr>
        </p:sp>
      </p:grpSp>
      <p:grpSp>
        <p:nvGrpSpPr>
          <p:cNvPr name="Group 112" id="112"/>
          <p:cNvGrpSpPr/>
          <p:nvPr/>
        </p:nvGrpSpPr>
        <p:grpSpPr>
          <a:xfrm rot="0">
            <a:off x="16431120" y="4260680"/>
            <a:ext cx="14583" cy="515160"/>
            <a:chOff x="0" y="0"/>
            <a:chExt cx="19444" cy="686880"/>
          </a:xfrm>
        </p:grpSpPr>
        <p:sp>
          <p:nvSpPr>
            <p:cNvPr name="Freeform 113" id="113"/>
            <p:cNvSpPr/>
            <p:nvPr/>
          </p:nvSpPr>
          <p:spPr>
            <a:xfrm flipH="false" flipV="false" rot="0">
              <a:off x="0" y="0"/>
              <a:ext cx="19431" cy="686943"/>
            </a:xfrm>
            <a:custGeom>
              <a:avLst/>
              <a:gdLst/>
              <a:ahLst/>
              <a:cxnLst/>
              <a:rect r="r" b="b" t="t" l="l"/>
              <a:pathLst>
                <a:path h="686943" w="19431">
                  <a:moveTo>
                    <a:pt x="0" y="0"/>
                  </a:moveTo>
                  <a:lnTo>
                    <a:pt x="19431" y="0"/>
                  </a:lnTo>
                  <a:lnTo>
                    <a:pt x="19431" y="686943"/>
                  </a:lnTo>
                  <a:lnTo>
                    <a:pt x="0" y="686943"/>
                  </a:lnTo>
                  <a:lnTo>
                    <a:pt x="0" y="0"/>
                  </a:lnTo>
                  <a:close/>
                </a:path>
              </a:pathLst>
            </a:custGeom>
            <a:solidFill>
              <a:srgbClr val="D1D9E0"/>
            </a:solidFill>
          </p:spPr>
        </p:sp>
      </p:grpSp>
      <p:grpSp>
        <p:nvGrpSpPr>
          <p:cNvPr name="Group 114" id="114"/>
          <p:cNvGrpSpPr/>
          <p:nvPr/>
        </p:nvGrpSpPr>
        <p:grpSpPr>
          <a:xfrm rot="0">
            <a:off x="685800" y="4775297"/>
            <a:ext cx="15116" cy="514617"/>
            <a:chOff x="0" y="0"/>
            <a:chExt cx="20155" cy="686156"/>
          </a:xfrm>
        </p:grpSpPr>
        <p:sp>
          <p:nvSpPr>
            <p:cNvPr name="Freeform 115" id="115"/>
            <p:cNvSpPr/>
            <p:nvPr/>
          </p:nvSpPr>
          <p:spPr>
            <a:xfrm flipH="false" flipV="false" rot="0">
              <a:off x="0" y="0"/>
              <a:ext cx="20193" cy="686181"/>
            </a:xfrm>
            <a:custGeom>
              <a:avLst/>
              <a:gdLst/>
              <a:ahLst/>
              <a:cxnLst/>
              <a:rect r="r" b="b" t="t" l="l"/>
              <a:pathLst>
                <a:path h="686181" w="20193">
                  <a:moveTo>
                    <a:pt x="0" y="0"/>
                  </a:moveTo>
                  <a:lnTo>
                    <a:pt x="20193" y="0"/>
                  </a:lnTo>
                  <a:lnTo>
                    <a:pt x="20193" y="686181"/>
                  </a:lnTo>
                  <a:lnTo>
                    <a:pt x="0" y="686181"/>
                  </a:lnTo>
                  <a:lnTo>
                    <a:pt x="0" y="0"/>
                  </a:lnTo>
                  <a:close/>
                </a:path>
              </a:pathLst>
            </a:custGeom>
            <a:solidFill>
              <a:srgbClr val="D1D9E0"/>
            </a:solidFill>
          </p:spPr>
        </p:sp>
      </p:grpSp>
      <p:grpSp>
        <p:nvGrpSpPr>
          <p:cNvPr name="Group 116" id="116"/>
          <p:cNvGrpSpPr/>
          <p:nvPr/>
        </p:nvGrpSpPr>
        <p:grpSpPr>
          <a:xfrm rot="0">
            <a:off x="685800" y="4760724"/>
            <a:ext cx="1243622" cy="15116"/>
            <a:chOff x="0" y="0"/>
            <a:chExt cx="1658163" cy="20155"/>
          </a:xfrm>
        </p:grpSpPr>
        <p:sp>
          <p:nvSpPr>
            <p:cNvPr name="Freeform 117" id="117"/>
            <p:cNvSpPr/>
            <p:nvPr/>
          </p:nvSpPr>
          <p:spPr>
            <a:xfrm flipH="false" flipV="false" rot="0">
              <a:off x="0" y="0"/>
              <a:ext cx="1658112" cy="20193"/>
            </a:xfrm>
            <a:custGeom>
              <a:avLst/>
              <a:gdLst/>
              <a:ahLst/>
              <a:cxnLst/>
              <a:rect r="r" b="b" t="t" l="l"/>
              <a:pathLst>
                <a:path h="20193" w="1658112">
                  <a:moveTo>
                    <a:pt x="0" y="0"/>
                  </a:moveTo>
                  <a:lnTo>
                    <a:pt x="1658112" y="0"/>
                  </a:lnTo>
                  <a:lnTo>
                    <a:pt x="1658112" y="20193"/>
                  </a:lnTo>
                  <a:lnTo>
                    <a:pt x="0" y="20193"/>
                  </a:lnTo>
                  <a:lnTo>
                    <a:pt x="0" y="0"/>
                  </a:lnTo>
                  <a:close/>
                </a:path>
              </a:pathLst>
            </a:custGeom>
            <a:solidFill>
              <a:srgbClr val="D1D9E0"/>
            </a:solidFill>
          </p:spPr>
        </p:sp>
      </p:grpSp>
      <p:grpSp>
        <p:nvGrpSpPr>
          <p:cNvPr name="Group 118" id="118"/>
          <p:cNvGrpSpPr/>
          <p:nvPr/>
        </p:nvGrpSpPr>
        <p:grpSpPr>
          <a:xfrm rot="0">
            <a:off x="1914839" y="4775297"/>
            <a:ext cx="14583" cy="514617"/>
            <a:chOff x="0" y="0"/>
            <a:chExt cx="19444" cy="686156"/>
          </a:xfrm>
        </p:grpSpPr>
        <p:sp>
          <p:nvSpPr>
            <p:cNvPr name="Freeform 119" id="119"/>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120" id="120"/>
          <p:cNvGrpSpPr/>
          <p:nvPr/>
        </p:nvGrpSpPr>
        <p:grpSpPr>
          <a:xfrm rot="0">
            <a:off x="1928879" y="4760724"/>
            <a:ext cx="3672545" cy="15116"/>
            <a:chOff x="0" y="0"/>
            <a:chExt cx="4896726" cy="20155"/>
          </a:xfrm>
        </p:grpSpPr>
        <p:sp>
          <p:nvSpPr>
            <p:cNvPr name="Freeform 121" id="121"/>
            <p:cNvSpPr/>
            <p:nvPr/>
          </p:nvSpPr>
          <p:spPr>
            <a:xfrm flipH="false" flipV="false" rot="0">
              <a:off x="0" y="0"/>
              <a:ext cx="4896739" cy="20193"/>
            </a:xfrm>
            <a:custGeom>
              <a:avLst/>
              <a:gdLst/>
              <a:ahLst/>
              <a:cxnLst/>
              <a:rect r="r" b="b" t="t" l="l"/>
              <a:pathLst>
                <a:path h="20193" w="4896739">
                  <a:moveTo>
                    <a:pt x="0" y="0"/>
                  </a:moveTo>
                  <a:lnTo>
                    <a:pt x="4896739" y="0"/>
                  </a:lnTo>
                  <a:lnTo>
                    <a:pt x="4896739" y="20193"/>
                  </a:lnTo>
                  <a:lnTo>
                    <a:pt x="0" y="20193"/>
                  </a:lnTo>
                  <a:lnTo>
                    <a:pt x="0" y="0"/>
                  </a:lnTo>
                  <a:close/>
                </a:path>
              </a:pathLst>
            </a:custGeom>
            <a:solidFill>
              <a:srgbClr val="D1D9E0"/>
            </a:solidFill>
          </p:spPr>
        </p:sp>
      </p:grpSp>
      <p:grpSp>
        <p:nvGrpSpPr>
          <p:cNvPr name="Group 122" id="122"/>
          <p:cNvGrpSpPr/>
          <p:nvPr/>
        </p:nvGrpSpPr>
        <p:grpSpPr>
          <a:xfrm rot="0">
            <a:off x="5586841" y="4775297"/>
            <a:ext cx="14583" cy="514617"/>
            <a:chOff x="0" y="0"/>
            <a:chExt cx="19444" cy="686156"/>
          </a:xfrm>
        </p:grpSpPr>
        <p:sp>
          <p:nvSpPr>
            <p:cNvPr name="Freeform 123" id="123"/>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124" id="124"/>
          <p:cNvGrpSpPr/>
          <p:nvPr/>
        </p:nvGrpSpPr>
        <p:grpSpPr>
          <a:xfrm rot="0">
            <a:off x="5600881" y="4760724"/>
            <a:ext cx="7515720" cy="15116"/>
            <a:chOff x="0" y="0"/>
            <a:chExt cx="10020960" cy="20155"/>
          </a:xfrm>
        </p:grpSpPr>
        <p:sp>
          <p:nvSpPr>
            <p:cNvPr name="Freeform 125" id="125"/>
            <p:cNvSpPr/>
            <p:nvPr/>
          </p:nvSpPr>
          <p:spPr>
            <a:xfrm flipH="false" flipV="false" rot="0">
              <a:off x="0" y="0"/>
              <a:ext cx="10020935" cy="20193"/>
            </a:xfrm>
            <a:custGeom>
              <a:avLst/>
              <a:gdLst/>
              <a:ahLst/>
              <a:cxnLst/>
              <a:rect r="r" b="b" t="t" l="l"/>
              <a:pathLst>
                <a:path h="20193" w="10020935">
                  <a:moveTo>
                    <a:pt x="0" y="0"/>
                  </a:moveTo>
                  <a:lnTo>
                    <a:pt x="10020935" y="0"/>
                  </a:lnTo>
                  <a:lnTo>
                    <a:pt x="10020935" y="20193"/>
                  </a:lnTo>
                  <a:lnTo>
                    <a:pt x="0" y="20193"/>
                  </a:lnTo>
                  <a:lnTo>
                    <a:pt x="0" y="0"/>
                  </a:lnTo>
                  <a:close/>
                </a:path>
              </a:pathLst>
            </a:custGeom>
            <a:solidFill>
              <a:srgbClr val="D1D9E0"/>
            </a:solidFill>
          </p:spPr>
        </p:sp>
      </p:grpSp>
      <p:grpSp>
        <p:nvGrpSpPr>
          <p:cNvPr name="Group 126" id="126"/>
          <p:cNvGrpSpPr/>
          <p:nvPr/>
        </p:nvGrpSpPr>
        <p:grpSpPr>
          <a:xfrm rot="0">
            <a:off x="13102018" y="4775297"/>
            <a:ext cx="14583" cy="514617"/>
            <a:chOff x="0" y="0"/>
            <a:chExt cx="19444" cy="686156"/>
          </a:xfrm>
        </p:grpSpPr>
        <p:sp>
          <p:nvSpPr>
            <p:cNvPr name="Freeform 127" id="127"/>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128" id="128"/>
          <p:cNvGrpSpPr/>
          <p:nvPr/>
        </p:nvGrpSpPr>
        <p:grpSpPr>
          <a:xfrm rot="0">
            <a:off x="13116058" y="4760724"/>
            <a:ext cx="3329645" cy="15116"/>
            <a:chOff x="0" y="0"/>
            <a:chExt cx="4439526" cy="20155"/>
          </a:xfrm>
        </p:grpSpPr>
        <p:sp>
          <p:nvSpPr>
            <p:cNvPr name="Freeform 129" id="129"/>
            <p:cNvSpPr/>
            <p:nvPr/>
          </p:nvSpPr>
          <p:spPr>
            <a:xfrm flipH="false" flipV="false" rot="0">
              <a:off x="0" y="0"/>
              <a:ext cx="4439539" cy="20193"/>
            </a:xfrm>
            <a:custGeom>
              <a:avLst/>
              <a:gdLst/>
              <a:ahLst/>
              <a:cxnLst/>
              <a:rect r="r" b="b" t="t" l="l"/>
              <a:pathLst>
                <a:path h="20193" w="4439539">
                  <a:moveTo>
                    <a:pt x="0" y="0"/>
                  </a:moveTo>
                  <a:lnTo>
                    <a:pt x="4439539" y="0"/>
                  </a:lnTo>
                  <a:lnTo>
                    <a:pt x="4439539" y="20193"/>
                  </a:lnTo>
                  <a:lnTo>
                    <a:pt x="0" y="20193"/>
                  </a:lnTo>
                  <a:lnTo>
                    <a:pt x="0" y="0"/>
                  </a:lnTo>
                  <a:close/>
                </a:path>
              </a:pathLst>
            </a:custGeom>
            <a:solidFill>
              <a:srgbClr val="D1D9E0"/>
            </a:solidFill>
          </p:spPr>
        </p:sp>
      </p:grpSp>
      <p:grpSp>
        <p:nvGrpSpPr>
          <p:cNvPr name="Group 130" id="130"/>
          <p:cNvGrpSpPr/>
          <p:nvPr/>
        </p:nvGrpSpPr>
        <p:grpSpPr>
          <a:xfrm rot="0">
            <a:off x="16431120" y="4775297"/>
            <a:ext cx="14583" cy="514617"/>
            <a:chOff x="0" y="0"/>
            <a:chExt cx="19444" cy="686156"/>
          </a:xfrm>
        </p:grpSpPr>
        <p:sp>
          <p:nvSpPr>
            <p:cNvPr name="Freeform 131" id="131"/>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132" id="132"/>
          <p:cNvGrpSpPr/>
          <p:nvPr/>
        </p:nvGrpSpPr>
        <p:grpSpPr>
          <a:xfrm rot="0">
            <a:off x="685800" y="5289380"/>
            <a:ext cx="15116" cy="515160"/>
            <a:chOff x="0" y="0"/>
            <a:chExt cx="20155" cy="686880"/>
          </a:xfrm>
        </p:grpSpPr>
        <p:sp>
          <p:nvSpPr>
            <p:cNvPr name="Freeform 133" id="133"/>
            <p:cNvSpPr/>
            <p:nvPr/>
          </p:nvSpPr>
          <p:spPr>
            <a:xfrm flipH="false" flipV="false" rot="0">
              <a:off x="0" y="0"/>
              <a:ext cx="20193" cy="686943"/>
            </a:xfrm>
            <a:custGeom>
              <a:avLst/>
              <a:gdLst/>
              <a:ahLst/>
              <a:cxnLst/>
              <a:rect r="r" b="b" t="t" l="l"/>
              <a:pathLst>
                <a:path h="686943" w="20193">
                  <a:moveTo>
                    <a:pt x="0" y="0"/>
                  </a:moveTo>
                  <a:lnTo>
                    <a:pt x="20193" y="0"/>
                  </a:lnTo>
                  <a:lnTo>
                    <a:pt x="20193" y="686943"/>
                  </a:lnTo>
                  <a:lnTo>
                    <a:pt x="0" y="686943"/>
                  </a:lnTo>
                  <a:lnTo>
                    <a:pt x="0" y="0"/>
                  </a:lnTo>
                  <a:close/>
                </a:path>
              </a:pathLst>
            </a:custGeom>
            <a:solidFill>
              <a:srgbClr val="D1D9E0"/>
            </a:solidFill>
          </p:spPr>
        </p:sp>
      </p:grpSp>
      <p:grpSp>
        <p:nvGrpSpPr>
          <p:cNvPr name="Group 134" id="134"/>
          <p:cNvGrpSpPr/>
          <p:nvPr/>
        </p:nvGrpSpPr>
        <p:grpSpPr>
          <a:xfrm rot="0">
            <a:off x="685800" y="5275340"/>
            <a:ext cx="1243622" cy="14583"/>
            <a:chOff x="0" y="0"/>
            <a:chExt cx="1658163" cy="19444"/>
          </a:xfrm>
        </p:grpSpPr>
        <p:sp>
          <p:nvSpPr>
            <p:cNvPr name="Freeform 135" id="135"/>
            <p:cNvSpPr/>
            <p:nvPr/>
          </p:nvSpPr>
          <p:spPr>
            <a:xfrm flipH="false" flipV="false" rot="0">
              <a:off x="0" y="0"/>
              <a:ext cx="1658112" cy="19431"/>
            </a:xfrm>
            <a:custGeom>
              <a:avLst/>
              <a:gdLst/>
              <a:ahLst/>
              <a:cxnLst/>
              <a:rect r="r" b="b" t="t" l="l"/>
              <a:pathLst>
                <a:path h="19431" w="1658112">
                  <a:moveTo>
                    <a:pt x="0" y="0"/>
                  </a:moveTo>
                  <a:lnTo>
                    <a:pt x="1658112" y="0"/>
                  </a:lnTo>
                  <a:lnTo>
                    <a:pt x="1658112" y="19431"/>
                  </a:lnTo>
                  <a:lnTo>
                    <a:pt x="0" y="19431"/>
                  </a:lnTo>
                  <a:lnTo>
                    <a:pt x="0" y="0"/>
                  </a:lnTo>
                  <a:close/>
                </a:path>
              </a:pathLst>
            </a:custGeom>
            <a:solidFill>
              <a:srgbClr val="D1D9E0"/>
            </a:solidFill>
          </p:spPr>
        </p:sp>
      </p:grpSp>
      <p:grpSp>
        <p:nvGrpSpPr>
          <p:cNvPr name="Group 136" id="136"/>
          <p:cNvGrpSpPr/>
          <p:nvPr/>
        </p:nvGrpSpPr>
        <p:grpSpPr>
          <a:xfrm rot="0">
            <a:off x="1914839" y="5289380"/>
            <a:ext cx="14583" cy="515160"/>
            <a:chOff x="0" y="0"/>
            <a:chExt cx="19444" cy="686880"/>
          </a:xfrm>
        </p:grpSpPr>
        <p:sp>
          <p:nvSpPr>
            <p:cNvPr name="Freeform 137" id="137"/>
            <p:cNvSpPr/>
            <p:nvPr/>
          </p:nvSpPr>
          <p:spPr>
            <a:xfrm flipH="false" flipV="false" rot="0">
              <a:off x="0" y="0"/>
              <a:ext cx="19431" cy="686943"/>
            </a:xfrm>
            <a:custGeom>
              <a:avLst/>
              <a:gdLst/>
              <a:ahLst/>
              <a:cxnLst/>
              <a:rect r="r" b="b" t="t" l="l"/>
              <a:pathLst>
                <a:path h="686943" w="19431">
                  <a:moveTo>
                    <a:pt x="0" y="0"/>
                  </a:moveTo>
                  <a:lnTo>
                    <a:pt x="19431" y="0"/>
                  </a:lnTo>
                  <a:lnTo>
                    <a:pt x="19431" y="686943"/>
                  </a:lnTo>
                  <a:lnTo>
                    <a:pt x="0" y="686943"/>
                  </a:lnTo>
                  <a:lnTo>
                    <a:pt x="0" y="0"/>
                  </a:lnTo>
                  <a:close/>
                </a:path>
              </a:pathLst>
            </a:custGeom>
            <a:solidFill>
              <a:srgbClr val="D1D9E0"/>
            </a:solidFill>
          </p:spPr>
        </p:sp>
      </p:grpSp>
      <p:grpSp>
        <p:nvGrpSpPr>
          <p:cNvPr name="Group 138" id="138"/>
          <p:cNvGrpSpPr/>
          <p:nvPr/>
        </p:nvGrpSpPr>
        <p:grpSpPr>
          <a:xfrm rot="0">
            <a:off x="1928879" y="5275340"/>
            <a:ext cx="3672545" cy="14583"/>
            <a:chOff x="0" y="0"/>
            <a:chExt cx="4896726" cy="19444"/>
          </a:xfrm>
        </p:grpSpPr>
        <p:sp>
          <p:nvSpPr>
            <p:cNvPr name="Freeform 139" id="139"/>
            <p:cNvSpPr/>
            <p:nvPr/>
          </p:nvSpPr>
          <p:spPr>
            <a:xfrm flipH="false" flipV="false" rot="0">
              <a:off x="0" y="0"/>
              <a:ext cx="4896739" cy="19431"/>
            </a:xfrm>
            <a:custGeom>
              <a:avLst/>
              <a:gdLst/>
              <a:ahLst/>
              <a:cxnLst/>
              <a:rect r="r" b="b" t="t" l="l"/>
              <a:pathLst>
                <a:path h="19431" w="4896739">
                  <a:moveTo>
                    <a:pt x="0" y="0"/>
                  </a:moveTo>
                  <a:lnTo>
                    <a:pt x="4896739" y="0"/>
                  </a:lnTo>
                  <a:lnTo>
                    <a:pt x="4896739" y="19431"/>
                  </a:lnTo>
                  <a:lnTo>
                    <a:pt x="0" y="19431"/>
                  </a:lnTo>
                  <a:lnTo>
                    <a:pt x="0" y="0"/>
                  </a:lnTo>
                  <a:close/>
                </a:path>
              </a:pathLst>
            </a:custGeom>
            <a:solidFill>
              <a:srgbClr val="D1D9E0"/>
            </a:solidFill>
          </p:spPr>
        </p:sp>
      </p:grpSp>
      <p:grpSp>
        <p:nvGrpSpPr>
          <p:cNvPr name="Group 140" id="140"/>
          <p:cNvGrpSpPr/>
          <p:nvPr/>
        </p:nvGrpSpPr>
        <p:grpSpPr>
          <a:xfrm rot="0">
            <a:off x="5586841" y="5289380"/>
            <a:ext cx="14583" cy="515160"/>
            <a:chOff x="0" y="0"/>
            <a:chExt cx="19444" cy="686880"/>
          </a:xfrm>
        </p:grpSpPr>
        <p:sp>
          <p:nvSpPr>
            <p:cNvPr name="Freeform 141" id="141"/>
            <p:cNvSpPr/>
            <p:nvPr/>
          </p:nvSpPr>
          <p:spPr>
            <a:xfrm flipH="false" flipV="false" rot="0">
              <a:off x="0" y="0"/>
              <a:ext cx="19431" cy="686943"/>
            </a:xfrm>
            <a:custGeom>
              <a:avLst/>
              <a:gdLst/>
              <a:ahLst/>
              <a:cxnLst/>
              <a:rect r="r" b="b" t="t" l="l"/>
              <a:pathLst>
                <a:path h="686943" w="19431">
                  <a:moveTo>
                    <a:pt x="0" y="0"/>
                  </a:moveTo>
                  <a:lnTo>
                    <a:pt x="19431" y="0"/>
                  </a:lnTo>
                  <a:lnTo>
                    <a:pt x="19431" y="686943"/>
                  </a:lnTo>
                  <a:lnTo>
                    <a:pt x="0" y="686943"/>
                  </a:lnTo>
                  <a:lnTo>
                    <a:pt x="0" y="0"/>
                  </a:lnTo>
                  <a:close/>
                </a:path>
              </a:pathLst>
            </a:custGeom>
            <a:solidFill>
              <a:srgbClr val="D1D9E0"/>
            </a:solidFill>
          </p:spPr>
        </p:sp>
      </p:grpSp>
      <p:grpSp>
        <p:nvGrpSpPr>
          <p:cNvPr name="Group 142" id="142"/>
          <p:cNvGrpSpPr/>
          <p:nvPr/>
        </p:nvGrpSpPr>
        <p:grpSpPr>
          <a:xfrm rot="0">
            <a:off x="5600881" y="5275340"/>
            <a:ext cx="7515720" cy="14583"/>
            <a:chOff x="0" y="0"/>
            <a:chExt cx="10020960" cy="19444"/>
          </a:xfrm>
        </p:grpSpPr>
        <p:sp>
          <p:nvSpPr>
            <p:cNvPr name="Freeform 143" id="143"/>
            <p:cNvSpPr/>
            <p:nvPr/>
          </p:nvSpPr>
          <p:spPr>
            <a:xfrm flipH="false" flipV="false" rot="0">
              <a:off x="0" y="0"/>
              <a:ext cx="10020935" cy="19431"/>
            </a:xfrm>
            <a:custGeom>
              <a:avLst/>
              <a:gdLst/>
              <a:ahLst/>
              <a:cxnLst/>
              <a:rect r="r" b="b" t="t" l="l"/>
              <a:pathLst>
                <a:path h="19431" w="10020935">
                  <a:moveTo>
                    <a:pt x="0" y="0"/>
                  </a:moveTo>
                  <a:lnTo>
                    <a:pt x="10020935" y="0"/>
                  </a:lnTo>
                  <a:lnTo>
                    <a:pt x="10020935" y="19431"/>
                  </a:lnTo>
                  <a:lnTo>
                    <a:pt x="0" y="19431"/>
                  </a:lnTo>
                  <a:lnTo>
                    <a:pt x="0" y="0"/>
                  </a:lnTo>
                  <a:close/>
                </a:path>
              </a:pathLst>
            </a:custGeom>
            <a:solidFill>
              <a:srgbClr val="D1D9E0"/>
            </a:solidFill>
          </p:spPr>
        </p:sp>
      </p:grpSp>
      <p:grpSp>
        <p:nvGrpSpPr>
          <p:cNvPr name="Group 144" id="144"/>
          <p:cNvGrpSpPr/>
          <p:nvPr/>
        </p:nvGrpSpPr>
        <p:grpSpPr>
          <a:xfrm rot="0">
            <a:off x="13102018" y="5289380"/>
            <a:ext cx="14583" cy="515160"/>
            <a:chOff x="0" y="0"/>
            <a:chExt cx="19444" cy="686880"/>
          </a:xfrm>
        </p:grpSpPr>
        <p:sp>
          <p:nvSpPr>
            <p:cNvPr name="Freeform 145" id="145"/>
            <p:cNvSpPr/>
            <p:nvPr/>
          </p:nvSpPr>
          <p:spPr>
            <a:xfrm flipH="false" flipV="false" rot="0">
              <a:off x="0" y="0"/>
              <a:ext cx="19431" cy="686943"/>
            </a:xfrm>
            <a:custGeom>
              <a:avLst/>
              <a:gdLst/>
              <a:ahLst/>
              <a:cxnLst/>
              <a:rect r="r" b="b" t="t" l="l"/>
              <a:pathLst>
                <a:path h="686943" w="19431">
                  <a:moveTo>
                    <a:pt x="0" y="0"/>
                  </a:moveTo>
                  <a:lnTo>
                    <a:pt x="19431" y="0"/>
                  </a:lnTo>
                  <a:lnTo>
                    <a:pt x="19431" y="686943"/>
                  </a:lnTo>
                  <a:lnTo>
                    <a:pt x="0" y="686943"/>
                  </a:lnTo>
                  <a:lnTo>
                    <a:pt x="0" y="0"/>
                  </a:lnTo>
                  <a:close/>
                </a:path>
              </a:pathLst>
            </a:custGeom>
            <a:solidFill>
              <a:srgbClr val="D1D9E0"/>
            </a:solidFill>
          </p:spPr>
        </p:sp>
      </p:grpSp>
      <p:grpSp>
        <p:nvGrpSpPr>
          <p:cNvPr name="Group 146" id="146"/>
          <p:cNvGrpSpPr/>
          <p:nvPr/>
        </p:nvGrpSpPr>
        <p:grpSpPr>
          <a:xfrm rot="0">
            <a:off x="13116058" y="5275340"/>
            <a:ext cx="3329645" cy="14583"/>
            <a:chOff x="0" y="0"/>
            <a:chExt cx="4439526" cy="19444"/>
          </a:xfrm>
        </p:grpSpPr>
        <p:sp>
          <p:nvSpPr>
            <p:cNvPr name="Freeform 147" id="147"/>
            <p:cNvSpPr/>
            <p:nvPr/>
          </p:nvSpPr>
          <p:spPr>
            <a:xfrm flipH="false" flipV="false" rot="0">
              <a:off x="0" y="0"/>
              <a:ext cx="4439539" cy="19431"/>
            </a:xfrm>
            <a:custGeom>
              <a:avLst/>
              <a:gdLst/>
              <a:ahLst/>
              <a:cxnLst/>
              <a:rect r="r" b="b" t="t" l="l"/>
              <a:pathLst>
                <a:path h="19431" w="4439539">
                  <a:moveTo>
                    <a:pt x="0" y="0"/>
                  </a:moveTo>
                  <a:lnTo>
                    <a:pt x="4439539" y="0"/>
                  </a:lnTo>
                  <a:lnTo>
                    <a:pt x="4439539" y="19431"/>
                  </a:lnTo>
                  <a:lnTo>
                    <a:pt x="0" y="19431"/>
                  </a:lnTo>
                  <a:lnTo>
                    <a:pt x="0" y="0"/>
                  </a:lnTo>
                  <a:close/>
                </a:path>
              </a:pathLst>
            </a:custGeom>
            <a:solidFill>
              <a:srgbClr val="D1D9E0"/>
            </a:solidFill>
          </p:spPr>
        </p:sp>
      </p:grpSp>
      <p:grpSp>
        <p:nvGrpSpPr>
          <p:cNvPr name="Group 148" id="148"/>
          <p:cNvGrpSpPr/>
          <p:nvPr/>
        </p:nvGrpSpPr>
        <p:grpSpPr>
          <a:xfrm rot="0">
            <a:off x="16431120" y="5289380"/>
            <a:ext cx="14583" cy="515160"/>
            <a:chOff x="0" y="0"/>
            <a:chExt cx="19444" cy="686880"/>
          </a:xfrm>
        </p:grpSpPr>
        <p:sp>
          <p:nvSpPr>
            <p:cNvPr name="Freeform 149" id="149"/>
            <p:cNvSpPr/>
            <p:nvPr/>
          </p:nvSpPr>
          <p:spPr>
            <a:xfrm flipH="false" flipV="false" rot="0">
              <a:off x="0" y="0"/>
              <a:ext cx="19431" cy="686943"/>
            </a:xfrm>
            <a:custGeom>
              <a:avLst/>
              <a:gdLst/>
              <a:ahLst/>
              <a:cxnLst/>
              <a:rect r="r" b="b" t="t" l="l"/>
              <a:pathLst>
                <a:path h="686943" w="19431">
                  <a:moveTo>
                    <a:pt x="0" y="0"/>
                  </a:moveTo>
                  <a:lnTo>
                    <a:pt x="19431" y="0"/>
                  </a:lnTo>
                  <a:lnTo>
                    <a:pt x="19431" y="686943"/>
                  </a:lnTo>
                  <a:lnTo>
                    <a:pt x="0" y="686943"/>
                  </a:lnTo>
                  <a:lnTo>
                    <a:pt x="0" y="0"/>
                  </a:lnTo>
                  <a:close/>
                </a:path>
              </a:pathLst>
            </a:custGeom>
            <a:solidFill>
              <a:srgbClr val="D1D9E0"/>
            </a:solidFill>
          </p:spPr>
        </p:sp>
      </p:grpSp>
      <p:grpSp>
        <p:nvGrpSpPr>
          <p:cNvPr name="Group 150" id="150"/>
          <p:cNvGrpSpPr/>
          <p:nvPr/>
        </p:nvGrpSpPr>
        <p:grpSpPr>
          <a:xfrm rot="0">
            <a:off x="685800" y="5803997"/>
            <a:ext cx="15116" cy="514617"/>
            <a:chOff x="0" y="0"/>
            <a:chExt cx="20155" cy="686156"/>
          </a:xfrm>
        </p:grpSpPr>
        <p:sp>
          <p:nvSpPr>
            <p:cNvPr name="Freeform 151" id="151"/>
            <p:cNvSpPr/>
            <p:nvPr/>
          </p:nvSpPr>
          <p:spPr>
            <a:xfrm flipH="false" flipV="false" rot="0">
              <a:off x="0" y="0"/>
              <a:ext cx="20193" cy="686181"/>
            </a:xfrm>
            <a:custGeom>
              <a:avLst/>
              <a:gdLst/>
              <a:ahLst/>
              <a:cxnLst/>
              <a:rect r="r" b="b" t="t" l="l"/>
              <a:pathLst>
                <a:path h="686181" w="20193">
                  <a:moveTo>
                    <a:pt x="0" y="0"/>
                  </a:moveTo>
                  <a:lnTo>
                    <a:pt x="20193" y="0"/>
                  </a:lnTo>
                  <a:lnTo>
                    <a:pt x="20193" y="686181"/>
                  </a:lnTo>
                  <a:lnTo>
                    <a:pt x="0" y="686181"/>
                  </a:lnTo>
                  <a:lnTo>
                    <a:pt x="0" y="0"/>
                  </a:lnTo>
                  <a:close/>
                </a:path>
              </a:pathLst>
            </a:custGeom>
            <a:solidFill>
              <a:srgbClr val="D1D9E0"/>
            </a:solidFill>
          </p:spPr>
        </p:sp>
      </p:grpSp>
      <p:grpSp>
        <p:nvGrpSpPr>
          <p:cNvPr name="Group 152" id="152"/>
          <p:cNvGrpSpPr/>
          <p:nvPr/>
        </p:nvGrpSpPr>
        <p:grpSpPr>
          <a:xfrm rot="0">
            <a:off x="685800" y="5789424"/>
            <a:ext cx="1243622" cy="15116"/>
            <a:chOff x="0" y="0"/>
            <a:chExt cx="1658163" cy="20155"/>
          </a:xfrm>
        </p:grpSpPr>
        <p:sp>
          <p:nvSpPr>
            <p:cNvPr name="Freeform 153" id="153"/>
            <p:cNvSpPr/>
            <p:nvPr/>
          </p:nvSpPr>
          <p:spPr>
            <a:xfrm flipH="false" flipV="false" rot="0">
              <a:off x="0" y="0"/>
              <a:ext cx="1658112" cy="20193"/>
            </a:xfrm>
            <a:custGeom>
              <a:avLst/>
              <a:gdLst/>
              <a:ahLst/>
              <a:cxnLst/>
              <a:rect r="r" b="b" t="t" l="l"/>
              <a:pathLst>
                <a:path h="20193" w="1658112">
                  <a:moveTo>
                    <a:pt x="0" y="0"/>
                  </a:moveTo>
                  <a:lnTo>
                    <a:pt x="1658112" y="0"/>
                  </a:lnTo>
                  <a:lnTo>
                    <a:pt x="1658112" y="20193"/>
                  </a:lnTo>
                  <a:lnTo>
                    <a:pt x="0" y="20193"/>
                  </a:lnTo>
                  <a:lnTo>
                    <a:pt x="0" y="0"/>
                  </a:lnTo>
                  <a:close/>
                </a:path>
              </a:pathLst>
            </a:custGeom>
            <a:solidFill>
              <a:srgbClr val="D1D9E0"/>
            </a:solidFill>
          </p:spPr>
        </p:sp>
      </p:grpSp>
      <p:grpSp>
        <p:nvGrpSpPr>
          <p:cNvPr name="Group 154" id="154"/>
          <p:cNvGrpSpPr/>
          <p:nvPr/>
        </p:nvGrpSpPr>
        <p:grpSpPr>
          <a:xfrm rot="0">
            <a:off x="1914839" y="5803997"/>
            <a:ext cx="14583" cy="514617"/>
            <a:chOff x="0" y="0"/>
            <a:chExt cx="19444" cy="686156"/>
          </a:xfrm>
        </p:grpSpPr>
        <p:sp>
          <p:nvSpPr>
            <p:cNvPr name="Freeform 155" id="155"/>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156" id="156"/>
          <p:cNvGrpSpPr/>
          <p:nvPr/>
        </p:nvGrpSpPr>
        <p:grpSpPr>
          <a:xfrm rot="0">
            <a:off x="1928879" y="5789424"/>
            <a:ext cx="3672545" cy="15116"/>
            <a:chOff x="0" y="0"/>
            <a:chExt cx="4896726" cy="20155"/>
          </a:xfrm>
        </p:grpSpPr>
        <p:sp>
          <p:nvSpPr>
            <p:cNvPr name="Freeform 157" id="157"/>
            <p:cNvSpPr/>
            <p:nvPr/>
          </p:nvSpPr>
          <p:spPr>
            <a:xfrm flipH="false" flipV="false" rot="0">
              <a:off x="0" y="0"/>
              <a:ext cx="4896739" cy="20193"/>
            </a:xfrm>
            <a:custGeom>
              <a:avLst/>
              <a:gdLst/>
              <a:ahLst/>
              <a:cxnLst/>
              <a:rect r="r" b="b" t="t" l="l"/>
              <a:pathLst>
                <a:path h="20193" w="4896739">
                  <a:moveTo>
                    <a:pt x="0" y="0"/>
                  </a:moveTo>
                  <a:lnTo>
                    <a:pt x="4896739" y="0"/>
                  </a:lnTo>
                  <a:lnTo>
                    <a:pt x="4896739" y="20193"/>
                  </a:lnTo>
                  <a:lnTo>
                    <a:pt x="0" y="20193"/>
                  </a:lnTo>
                  <a:lnTo>
                    <a:pt x="0" y="0"/>
                  </a:lnTo>
                  <a:close/>
                </a:path>
              </a:pathLst>
            </a:custGeom>
            <a:solidFill>
              <a:srgbClr val="D1D9E0"/>
            </a:solidFill>
          </p:spPr>
        </p:sp>
      </p:grpSp>
      <p:grpSp>
        <p:nvGrpSpPr>
          <p:cNvPr name="Group 158" id="158"/>
          <p:cNvGrpSpPr/>
          <p:nvPr/>
        </p:nvGrpSpPr>
        <p:grpSpPr>
          <a:xfrm rot="0">
            <a:off x="5586841" y="5803997"/>
            <a:ext cx="14583" cy="514617"/>
            <a:chOff x="0" y="0"/>
            <a:chExt cx="19444" cy="686156"/>
          </a:xfrm>
        </p:grpSpPr>
        <p:sp>
          <p:nvSpPr>
            <p:cNvPr name="Freeform 159" id="159"/>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160" id="160"/>
          <p:cNvGrpSpPr/>
          <p:nvPr/>
        </p:nvGrpSpPr>
        <p:grpSpPr>
          <a:xfrm rot="0">
            <a:off x="5600881" y="5789424"/>
            <a:ext cx="7515720" cy="15116"/>
            <a:chOff x="0" y="0"/>
            <a:chExt cx="10020960" cy="20155"/>
          </a:xfrm>
        </p:grpSpPr>
        <p:sp>
          <p:nvSpPr>
            <p:cNvPr name="Freeform 161" id="161"/>
            <p:cNvSpPr/>
            <p:nvPr/>
          </p:nvSpPr>
          <p:spPr>
            <a:xfrm flipH="false" flipV="false" rot="0">
              <a:off x="0" y="0"/>
              <a:ext cx="10020935" cy="20193"/>
            </a:xfrm>
            <a:custGeom>
              <a:avLst/>
              <a:gdLst/>
              <a:ahLst/>
              <a:cxnLst/>
              <a:rect r="r" b="b" t="t" l="l"/>
              <a:pathLst>
                <a:path h="20193" w="10020935">
                  <a:moveTo>
                    <a:pt x="0" y="0"/>
                  </a:moveTo>
                  <a:lnTo>
                    <a:pt x="10020935" y="0"/>
                  </a:lnTo>
                  <a:lnTo>
                    <a:pt x="10020935" y="20193"/>
                  </a:lnTo>
                  <a:lnTo>
                    <a:pt x="0" y="20193"/>
                  </a:lnTo>
                  <a:lnTo>
                    <a:pt x="0" y="0"/>
                  </a:lnTo>
                  <a:close/>
                </a:path>
              </a:pathLst>
            </a:custGeom>
            <a:solidFill>
              <a:srgbClr val="D1D9E0"/>
            </a:solidFill>
          </p:spPr>
        </p:sp>
      </p:grpSp>
      <p:grpSp>
        <p:nvGrpSpPr>
          <p:cNvPr name="Group 162" id="162"/>
          <p:cNvGrpSpPr/>
          <p:nvPr/>
        </p:nvGrpSpPr>
        <p:grpSpPr>
          <a:xfrm rot="0">
            <a:off x="13102018" y="5803997"/>
            <a:ext cx="14583" cy="514617"/>
            <a:chOff x="0" y="0"/>
            <a:chExt cx="19444" cy="686156"/>
          </a:xfrm>
        </p:grpSpPr>
        <p:sp>
          <p:nvSpPr>
            <p:cNvPr name="Freeform 163" id="163"/>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164" id="164"/>
          <p:cNvGrpSpPr/>
          <p:nvPr/>
        </p:nvGrpSpPr>
        <p:grpSpPr>
          <a:xfrm rot="0">
            <a:off x="13116058" y="5789424"/>
            <a:ext cx="3329645" cy="15116"/>
            <a:chOff x="0" y="0"/>
            <a:chExt cx="4439526" cy="20155"/>
          </a:xfrm>
        </p:grpSpPr>
        <p:sp>
          <p:nvSpPr>
            <p:cNvPr name="Freeform 165" id="165"/>
            <p:cNvSpPr/>
            <p:nvPr/>
          </p:nvSpPr>
          <p:spPr>
            <a:xfrm flipH="false" flipV="false" rot="0">
              <a:off x="0" y="0"/>
              <a:ext cx="4439539" cy="20193"/>
            </a:xfrm>
            <a:custGeom>
              <a:avLst/>
              <a:gdLst/>
              <a:ahLst/>
              <a:cxnLst/>
              <a:rect r="r" b="b" t="t" l="l"/>
              <a:pathLst>
                <a:path h="20193" w="4439539">
                  <a:moveTo>
                    <a:pt x="0" y="0"/>
                  </a:moveTo>
                  <a:lnTo>
                    <a:pt x="4439539" y="0"/>
                  </a:lnTo>
                  <a:lnTo>
                    <a:pt x="4439539" y="20193"/>
                  </a:lnTo>
                  <a:lnTo>
                    <a:pt x="0" y="20193"/>
                  </a:lnTo>
                  <a:lnTo>
                    <a:pt x="0" y="0"/>
                  </a:lnTo>
                  <a:close/>
                </a:path>
              </a:pathLst>
            </a:custGeom>
            <a:solidFill>
              <a:srgbClr val="D1D9E0"/>
            </a:solidFill>
          </p:spPr>
        </p:sp>
      </p:grpSp>
      <p:grpSp>
        <p:nvGrpSpPr>
          <p:cNvPr name="Group 166" id="166"/>
          <p:cNvGrpSpPr/>
          <p:nvPr/>
        </p:nvGrpSpPr>
        <p:grpSpPr>
          <a:xfrm rot="0">
            <a:off x="16431120" y="5803997"/>
            <a:ext cx="14583" cy="514617"/>
            <a:chOff x="0" y="0"/>
            <a:chExt cx="19444" cy="686156"/>
          </a:xfrm>
        </p:grpSpPr>
        <p:sp>
          <p:nvSpPr>
            <p:cNvPr name="Freeform 167" id="167"/>
            <p:cNvSpPr/>
            <p:nvPr/>
          </p:nvSpPr>
          <p:spPr>
            <a:xfrm flipH="false" flipV="false" rot="0">
              <a:off x="0" y="0"/>
              <a:ext cx="19431" cy="686181"/>
            </a:xfrm>
            <a:custGeom>
              <a:avLst/>
              <a:gdLst/>
              <a:ahLst/>
              <a:cxnLst/>
              <a:rect r="r" b="b" t="t" l="l"/>
              <a:pathLst>
                <a:path h="686181" w="19431">
                  <a:moveTo>
                    <a:pt x="0" y="0"/>
                  </a:moveTo>
                  <a:lnTo>
                    <a:pt x="19431" y="0"/>
                  </a:lnTo>
                  <a:lnTo>
                    <a:pt x="19431" y="686181"/>
                  </a:lnTo>
                  <a:lnTo>
                    <a:pt x="0" y="686181"/>
                  </a:lnTo>
                  <a:lnTo>
                    <a:pt x="0" y="0"/>
                  </a:lnTo>
                  <a:close/>
                </a:path>
              </a:pathLst>
            </a:custGeom>
            <a:solidFill>
              <a:srgbClr val="D1D9E0"/>
            </a:solidFill>
          </p:spPr>
        </p:sp>
      </p:grpSp>
      <p:grpSp>
        <p:nvGrpSpPr>
          <p:cNvPr name="Group 168" id="168"/>
          <p:cNvGrpSpPr/>
          <p:nvPr/>
        </p:nvGrpSpPr>
        <p:grpSpPr>
          <a:xfrm rot="0">
            <a:off x="685800" y="6304040"/>
            <a:ext cx="1243622" cy="14583"/>
            <a:chOff x="0" y="0"/>
            <a:chExt cx="1658163" cy="19444"/>
          </a:xfrm>
        </p:grpSpPr>
        <p:sp>
          <p:nvSpPr>
            <p:cNvPr name="Freeform 169" id="169"/>
            <p:cNvSpPr/>
            <p:nvPr/>
          </p:nvSpPr>
          <p:spPr>
            <a:xfrm flipH="false" flipV="false" rot="0">
              <a:off x="0" y="0"/>
              <a:ext cx="1658112" cy="19431"/>
            </a:xfrm>
            <a:custGeom>
              <a:avLst/>
              <a:gdLst/>
              <a:ahLst/>
              <a:cxnLst/>
              <a:rect r="r" b="b" t="t" l="l"/>
              <a:pathLst>
                <a:path h="19431" w="1658112">
                  <a:moveTo>
                    <a:pt x="0" y="0"/>
                  </a:moveTo>
                  <a:lnTo>
                    <a:pt x="1658112" y="0"/>
                  </a:lnTo>
                  <a:lnTo>
                    <a:pt x="1658112" y="19431"/>
                  </a:lnTo>
                  <a:lnTo>
                    <a:pt x="0" y="19431"/>
                  </a:lnTo>
                  <a:lnTo>
                    <a:pt x="0" y="0"/>
                  </a:lnTo>
                  <a:close/>
                </a:path>
              </a:pathLst>
            </a:custGeom>
            <a:solidFill>
              <a:srgbClr val="D1D9E0"/>
            </a:solidFill>
          </p:spPr>
        </p:sp>
      </p:grpSp>
      <p:grpSp>
        <p:nvGrpSpPr>
          <p:cNvPr name="Group 170" id="170"/>
          <p:cNvGrpSpPr/>
          <p:nvPr/>
        </p:nvGrpSpPr>
        <p:grpSpPr>
          <a:xfrm rot="0">
            <a:off x="1928879" y="6304040"/>
            <a:ext cx="3672545" cy="14583"/>
            <a:chOff x="0" y="0"/>
            <a:chExt cx="4896726" cy="19444"/>
          </a:xfrm>
        </p:grpSpPr>
        <p:sp>
          <p:nvSpPr>
            <p:cNvPr name="Freeform 171" id="171"/>
            <p:cNvSpPr/>
            <p:nvPr/>
          </p:nvSpPr>
          <p:spPr>
            <a:xfrm flipH="false" flipV="false" rot="0">
              <a:off x="0" y="0"/>
              <a:ext cx="4896739" cy="19431"/>
            </a:xfrm>
            <a:custGeom>
              <a:avLst/>
              <a:gdLst/>
              <a:ahLst/>
              <a:cxnLst/>
              <a:rect r="r" b="b" t="t" l="l"/>
              <a:pathLst>
                <a:path h="19431" w="4896739">
                  <a:moveTo>
                    <a:pt x="0" y="0"/>
                  </a:moveTo>
                  <a:lnTo>
                    <a:pt x="4896739" y="0"/>
                  </a:lnTo>
                  <a:lnTo>
                    <a:pt x="4896739" y="19431"/>
                  </a:lnTo>
                  <a:lnTo>
                    <a:pt x="0" y="19431"/>
                  </a:lnTo>
                  <a:lnTo>
                    <a:pt x="0" y="0"/>
                  </a:lnTo>
                  <a:close/>
                </a:path>
              </a:pathLst>
            </a:custGeom>
            <a:solidFill>
              <a:srgbClr val="D1D9E0"/>
            </a:solidFill>
          </p:spPr>
        </p:sp>
      </p:grpSp>
      <p:grpSp>
        <p:nvGrpSpPr>
          <p:cNvPr name="Group 172" id="172"/>
          <p:cNvGrpSpPr/>
          <p:nvPr/>
        </p:nvGrpSpPr>
        <p:grpSpPr>
          <a:xfrm rot="0">
            <a:off x="5600881" y="6304040"/>
            <a:ext cx="7515720" cy="14583"/>
            <a:chOff x="0" y="0"/>
            <a:chExt cx="10020960" cy="19444"/>
          </a:xfrm>
        </p:grpSpPr>
        <p:sp>
          <p:nvSpPr>
            <p:cNvPr name="Freeform 173" id="173"/>
            <p:cNvSpPr/>
            <p:nvPr/>
          </p:nvSpPr>
          <p:spPr>
            <a:xfrm flipH="false" flipV="false" rot="0">
              <a:off x="0" y="0"/>
              <a:ext cx="10020935" cy="19431"/>
            </a:xfrm>
            <a:custGeom>
              <a:avLst/>
              <a:gdLst/>
              <a:ahLst/>
              <a:cxnLst/>
              <a:rect r="r" b="b" t="t" l="l"/>
              <a:pathLst>
                <a:path h="19431" w="10020935">
                  <a:moveTo>
                    <a:pt x="0" y="0"/>
                  </a:moveTo>
                  <a:lnTo>
                    <a:pt x="10020935" y="0"/>
                  </a:lnTo>
                  <a:lnTo>
                    <a:pt x="10020935" y="19431"/>
                  </a:lnTo>
                  <a:lnTo>
                    <a:pt x="0" y="19431"/>
                  </a:lnTo>
                  <a:lnTo>
                    <a:pt x="0" y="0"/>
                  </a:lnTo>
                  <a:close/>
                </a:path>
              </a:pathLst>
            </a:custGeom>
            <a:solidFill>
              <a:srgbClr val="D1D9E0"/>
            </a:solidFill>
          </p:spPr>
        </p:sp>
      </p:grpSp>
      <p:grpSp>
        <p:nvGrpSpPr>
          <p:cNvPr name="Group 174" id="174"/>
          <p:cNvGrpSpPr/>
          <p:nvPr/>
        </p:nvGrpSpPr>
        <p:grpSpPr>
          <a:xfrm rot="0">
            <a:off x="13116058" y="6304040"/>
            <a:ext cx="3329645" cy="14583"/>
            <a:chOff x="0" y="0"/>
            <a:chExt cx="4439526" cy="19444"/>
          </a:xfrm>
        </p:grpSpPr>
        <p:sp>
          <p:nvSpPr>
            <p:cNvPr name="Freeform 175" id="175"/>
            <p:cNvSpPr/>
            <p:nvPr/>
          </p:nvSpPr>
          <p:spPr>
            <a:xfrm flipH="false" flipV="false" rot="0">
              <a:off x="0" y="0"/>
              <a:ext cx="4439539" cy="19431"/>
            </a:xfrm>
            <a:custGeom>
              <a:avLst/>
              <a:gdLst/>
              <a:ahLst/>
              <a:cxnLst/>
              <a:rect r="r" b="b" t="t" l="l"/>
              <a:pathLst>
                <a:path h="19431" w="4439539">
                  <a:moveTo>
                    <a:pt x="0" y="0"/>
                  </a:moveTo>
                  <a:lnTo>
                    <a:pt x="4439539" y="0"/>
                  </a:lnTo>
                  <a:lnTo>
                    <a:pt x="4439539" y="19431"/>
                  </a:lnTo>
                  <a:lnTo>
                    <a:pt x="0" y="19431"/>
                  </a:lnTo>
                  <a:lnTo>
                    <a:pt x="0" y="0"/>
                  </a:lnTo>
                  <a:close/>
                </a:path>
              </a:pathLst>
            </a:custGeom>
            <a:solidFill>
              <a:srgbClr val="D1D9E0"/>
            </a:solidFill>
          </p:spPr>
        </p:sp>
      </p:grpSp>
      <p:sp>
        <p:nvSpPr>
          <p:cNvPr name="TextBox 176" id="176"/>
          <p:cNvSpPr txBox="true"/>
          <p:nvPr/>
        </p:nvSpPr>
        <p:spPr>
          <a:xfrm rot="0">
            <a:off x="771663" y="857126"/>
            <a:ext cx="14138225"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Loc</a:t>
            </a:r>
            <a:r>
              <a:rPr lang="en-US" b="true" sz="4275" spc="-1">
                <a:solidFill>
                  <a:srgbClr val="1F4E79"/>
                </a:solidFill>
                <a:latin typeface="Arial Bold"/>
                <a:ea typeface="Arial Bold"/>
                <a:cs typeface="Arial Bold"/>
                <a:sym typeface="Arial Bold"/>
              </a:rPr>
              <a:t>ator — Appium tìm phần tử giao diện như thế nào?</a:t>
            </a:r>
          </a:p>
        </p:txBody>
      </p:sp>
      <p:sp>
        <p:nvSpPr>
          <p:cNvPr name="TextBox 177" id="177"/>
          <p:cNvSpPr txBox="true"/>
          <p:nvPr/>
        </p:nvSpPr>
        <p:spPr>
          <a:xfrm rot="0">
            <a:off x="900179" y="2870059"/>
            <a:ext cx="8564314" cy="304800"/>
          </a:xfrm>
          <a:prstGeom prst="rect">
            <a:avLst/>
          </a:prstGeom>
        </p:spPr>
        <p:txBody>
          <a:bodyPr anchor="t" rtlCol="false" tIns="0" lIns="0" bIns="0" rIns="0">
            <a:spAutoFit/>
          </a:bodyPr>
          <a:lstStyle/>
          <a:p>
            <a:pPr algn="l">
              <a:lnSpc>
                <a:spcPts val="2369"/>
              </a:lnSpc>
            </a:pPr>
            <a:r>
              <a:rPr lang="en-US" b="true" sz="1974" spc="-1">
                <a:solidFill>
                  <a:srgbClr val="222222"/>
                </a:solidFill>
                <a:latin typeface="Courier New Bold"/>
                <a:ea typeface="Courier New Bold"/>
                <a:cs typeface="Courier New Bold"/>
                <a:sym typeface="Courier New Bold"/>
              </a:rPr>
              <a:t>&lt;android.widget.EditText resource-id="login-email" ... /&gt;</a:t>
            </a:r>
          </a:p>
        </p:txBody>
      </p:sp>
      <p:sp>
        <p:nvSpPr>
          <p:cNvPr name="TextBox 178" id="178"/>
          <p:cNvSpPr txBox="true"/>
          <p:nvPr/>
        </p:nvSpPr>
        <p:spPr>
          <a:xfrm rot="0">
            <a:off x="886139" y="3836627"/>
            <a:ext cx="846715" cy="289589"/>
          </a:xfrm>
          <a:prstGeom prst="rect">
            <a:avLst/>
          </a:prstGeom>
        </p:spPr>
        <p:txBody>
          <a:bodyPr anchor="t" rtlCol="false" tIns="0" lIns="0" bIns="0" rIns="0">
            <a:spAutoFit/>
          </a:bodyPr>
          <a:lstStyle/>
          <a:p>
            <a:pPr algn="l">
              <a:lnSpc>
                <a:spcPts val="2304"/>
              </a:lnSpc>
            </a:pPr>
            <a:r>
              <a:rPr lang="en-US" b="true" sz="1920" spc="-1">
                <a:solidFill>
                  <a:srgbClr val="FFFFFF"/>
                </a:solidFill>
                <a:latin typeface="Arial Bold"/>
                <a:ea typeface="Arial Bold"/>
                <a:cs typeface="Arial Bold"/>
                <a:sym typeface="Arial Bold"/>
              </a:rPr>
              <a:t>Ưu tiên</a:t>
            </a:r>
          </a:p>
        </p:txBody>
      </p:sp>
      <p:sp>
        <p:nvSpPr>
          <p:cNvPr name="TextBox 179" id="179"/>
          <p:cNvSpPr txBox="true"/>
          <p:nvPr/>
        </p:nvSpPr>
        <p:spPr>
          <a:xfrm rot="0">
            <a:off x="2121122" y="3836627"/>
            <a:ext cx="1290599" cy="289589"/>
          </a:xfrm>
          <a:prstGeom prst="rect">
            <a:avLst/>
          </a:prstGeom>
        </p:spPr>
        <p:txBody>
          <a:bodyPr anchor="t" rtlCol="false" tIns="0" lIns="0" bIns="0" rIns="0">
            <a:spAutoFit/>
          </a:bodyPr>
          <a:lstStyle/>
          <a:p>
            <a:pPr algn="l">
              <a:lnSpc>
                <a:spcPts val="2304"/>
              </a:lnSpc>
            </a:pPr>
            <a:r>
              <a:rPr lang="en-US" b="true" sz="1920" spc="-1">
                <a:solidFill>
                  <a:srgbClr val="FFFFFF"/>
                </a:solidFill>
                <a:latin typeface="Arial Bold"/>
                <a:ea typeface="Arial Bold"/>
                <a:cs typeface="Arial Bold"/>
                <a:sym typeface="Arial Bold"/>
              </a:rPr>
              <a:t>Chiến lược</a:t>
            </a:r>
          </a:p>
        </p:txBody>
      </p:sp>
      <p:sp>
        <p:nvSpPr>
          <p:cNvPr name="TextBox 180" id="180"/>
          <p:cNvSpPr txBox="true"/>
          <p:nvPr/>
        </p:nvSpPr>
        <p:spPr>
          <a:xfrm rot="0">
            <a:off x="5785018" y="3836627"/>
            <a:ext cx="2476976" cy="289589"/>
          </a:xfrm>
          <a:prstGeom prst="rect">
            <a:avLst/>
          </a:prstGeom>
        </p:spPr>
        <p:txBody>
          <a:bodyPr anchor="t" rtlCol="false" tIns="0" lIns="0" bIns="0" rIns="0">
            <a:spAutoFit/>
          </a:bodyPr>
          <a:lstStyle/>
          <a:p>
            <a:pPr algn="l">
              <a:lnSpc>
                <a:spcPts val="2304"/>
              </a:lnSpc>
            </a:pPr>
            <a:r>
              <a:rPr lang="en-US" b="true" sz="1920" spc="-1">
                <a:solidFill>
                  <a:srgbClr val="FFFFFF"/>
                </a:solidFill>
                <a:latin typeface="Arial Bold"/>
                <a:ea typeface="Arial Bold"/>
                <a:cs typeface="Arial Bold"/>
                <a:sym typeface="Arial Bold"/>
              </a:rPr>
              <a:t>Cú pháp WebdriverIO</a:t>
            </a:r>
          </a:p>
        </p:txBody>
      </p:sp>
      <p:sp>
        <p:nvSpPr>
          <p:cNvPr name="TextBox 181" id="181"/>
          <p:cNvSpPr txBox="true"/>
          <p:nvPr/>
        </p:nvSpPr>
        <p:spPr>
          <a:xfrm rot="0">
            <a:off x="13296967" y="3836627"/>
            <a:ext cx="901798" cy="289589"/>
          </a:xfrm>
          <a:prstGeom prst="rect">
            <a:avLst/>
          </a:prstGeom>
        </p:spPr>
        <p:txBody>
          <a:bodyPr anchor="t" rtlCol="false" tIns="0" lIns="0" bIns="0" rIns="0">
            <a:spAutoFit/>
          </a:bodyPr>
          <a:lstStyle/>
          <a:p>
            <a:pPr algn="l">
              <a:lnSpc>
                <a:spcPts val="2304"/>
              </a:lnSpc>
            </a:pPr>
            <a:r>
              <a:rPr lang="en-US" b="true" sz="1920" spc="-1">
                <a:solidFill>
                  <a:srgbClr val="FFFFFF"/>
                </a:solidFill>
                <a:latin typeface="Arial Bold"/>
                <a:ea typeface="Arial Bold"/>
                <a:cs typeface="Arial Bold"/>
                <a:sym typeface="Arial Bold"/>
              </a:rPr>
              <a:t>Ghi chú</a:t>
            </a:r>
          </a:p>
        </p:txBody>
      </p:sp>
      <p:sp>
        <p:nvSpPr>
          <p:cNvPr name="Freeform 182" id="182"/>
          <p:cNvSpPr/>
          <p:nvPr/>
        </p:nvSpPr>
        <p:spPr>
          <a:xfrm flipH="false" flipV="false" rot="0">
            <a:off x="2114645" y="4346538"/>
            <a:ext cx="1629718" cy="343443"/>
          </a:xfrm>
          <a:custGeom>
            <a:avLst/>
            <a:gdLst/>
            <a:ahLst/>
            <a:cxnLst/>
            <a:rect r="r" b="b" t="t" l="l"/>
            <a:pathLst>
              <a:path h="343443" w="1629718">
                <a:moveTo>
                  <a:pt x="0" y="0"/>
                </a:moveTo>
                <a:lnTo>
                  <a:pt x="1629718" y="0"/>
                </a:lnTo>
                <a:lnTo>
                  <a:pt x="1629718" y="343443"/>
                </a:lnTo>
                <a:lnTo>
                  <a:pt x="0" y="3434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3" id="183"/>
          <p:cNvSpPr txBox="true"/>
          <p:nvPr/>
        </p:nvSpPr>
        <p:spPr>
          <a:xfrm rot="0">
            <a:off x="886139" y="4336671"/>
            <a:ext cx="242459"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1</a:t>
            </a:r>
          </a:p>
        </p:txBody>
      </p:sp>
      <p:sp>
        <p:nvSpPr>
          <p:cNvPr name="TextBox 184" id="184"/>
          <p:cNvSpPr txBox="true"/>
          <p:nvPr/>
        </p:nvSpPr>
        <p:spPr>
          <a:xfrm rot="0">
            <a:off x="2208600" y="4394059"/>
            <a:ext cx="1434236" cy="247317"/>
          </a:xfrm>
          <a:prstGeom prst="rect">
            <a:avLst/>
          </a:prstGeom>
        </p:spPr>
        <p:txBody>
          <a:bodyPr anchor="t" rtlCol="false" tIns="0" lIns="0" bIns="0" rIns="0">
            <a:spAutoFit/>
          </a:bodyPr>
          <a:lstStyle/>
          <a:p>
            <a:pPr algn="l">
              <a:lnSpc>
                <a:spcPts val="2070"/>
              </a:lnSpc>
            </a:pPr>
            <a:r>
              <a:rPr lang="en-US" sz="1725" spc="-1">
                <a:solidFill>
                  <a:srgbClr val="222222"/>
                </a:solidFill>
                <a:latin typeface="Courier New"/>
                <a:ea typeface="Courier New"/>
                <a:cs typeface="Courier New"/>
                <a:sym typeface="Courier New"/>
              </a:rPr>
              <a:t>resource-id</a:t>
            </a:r>
          </a:p>
        </p:txBody>
      </p:sp>
      <p:sp>
        <p:nvSpPr>
          <p:cNvPr name="Freeform 185" id="185"/>
          <p:cNvSpPr/>
          <p:nvPr/>
        </p:nvSpPr>
        <p:spPr>
          <a:xfrm flipH="false" flipV="false" rot="0">
            <a:off x="5786647" y="4346538"/>
            <a:ext cx="6730022" cy="343443"/>
          </a:xfrm>
          <a:custGeom>
            <a:avLst/>
            <a:gdLst/>
            <a:ahLst/>
            <a:cxnLst/>
            <a:rect r="r" b="b" t="t" l="l"/>
            <a:pathLst>
              <a:path h="343443" w="6730022">
                <a:moveTo>
                  <a:pt x="0" y="0"/>
                </a:moveTo>
                <a:lnTo>
                  <a:pt x="6730022" y="0"/>
                </a:lnTo>
                <a:lnTo>
                  <a:pt x="6730022" y="343443"/>
                </a:lnTo>
                <a:lnTo>
                  <a:pt x="0" y="343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6" id="186"/>
          <p:cNvSpPr txBox="true"/>
          <p:nvPr/>
        </p:nvSpPr>
        <p:spPr>
          <a:xfrm rot="0">
            <a:off x="5857280" y="4379724"/>
            <a:ext cx="6573441" cy="257175"/>
          </a:xfrm>
          <a:prstGeom prst="rect">
            <a:avLst/>
          </a:prstGeom>
        </p:spPr>
        <p:txBody>
          <a:bodyPr anchor="t" rtlCol="false" tIns="0" lIns="0" bIns="0" rIns="0">
            <a:spAutoFit/>
          </a:bodyPr>
          <a:lstStyle/>
          <a:p>
            <a:pPr algn="l">
              <a:lnSpc>
                <a:spcPts val="2070"/>
              </a:lnSpc>
            </a:pPr>
            <a:r>
              <a:rPr lang="en-US" sz="1725">
                <a:solidFill>
                  <a:srgbClr val="222222"/>
                </a:solidFill>
                <a:latin typeface="Courier New"/>
                <a:ea typeface="Courier New"/>
                <a:cs typeface="Courier New"/>
                <a:sym typeface="Courier New"/>
              </a:rPr>
              <a:t>android=new UiSelector().resourceId("login-email")</a:t>
            </a:r>
          </a:p>
        </p:txBody>
      </p:sp>
      <p:sp>
        <p:nvSpPr>
          <p:cNvPr name="TextBox 187" id="187"/>
          <p:cNvSpPr txBox="true"/>
          <p:nvPr/>
        </p:nvSpPr>
        <p:spPr>
          <a:xfrm rot="0">
            <a:off x="13296967" y="4336671"/>
            <a:ext cx="2115722"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Ổn định, do dev đặt</a:t>
            </a:r>
          </a:p>
        </p:txBody>
      </p:sp>
      <p:sp>
        <p:nvSpPr>
          <p:cNvPr name="TextBox 188" id="188"/>
          <p:cNvSpPr txBox="true"/>
          <p:nvPr/>
        </p:nvSpPr>
        <p:spPr>
          <a:xfrm rot="0">
            <a:off x="886139" y="4850754"/>
            <a:ext cx="242459"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2</a:t>
            </a:r>
          </a:p>
        </p:txBody>
      </p:sp>
      <p:sp>
        <p:nvSpPr>
          <p:cNvPr name="Freeform 189" id="189"/>
          <p:cNvSpPr/>
          <p:nvPr/>
        </p:nvSpPr>
        <p:spPr>
          <a:xfrm flipH="false" flipV="false" rot="0">
            <a:off x="5786647" y="4861165"/>
            <a:ext cx="1486624" cy="343443"/>
          </a:xfrm>
          <a:custGeom>
            <a:avLst/>
            <a:gdLst/>
            <a:ahLst/>
            <a:cxnLst/>
            <a:rect r="r" b="b" t="t" l="l"/>
            <a:pathLst>
              <a:path h="343443" w="1486624">
                <a:moveTo>
                  <a:pt x="0" y="0"/>
                </a:moveTo>
                <a:lnTo>
                  <a:pt x="1486624" y="0"/>
                </a:lnTo>
                <a:lnTo>
                  <a:pt x="1486624" y="343443"/>
                </a:lnTo>
                <a:lnTo>
                  <a:pt x="0" y="3434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0" id="190"/>
          <p:cNvSpPr txBox="true"/>
          <p:nvPr/>
        </p:nvSpPr>
        <p:spPr>
          <a:xfrm rot="0">
            <a:off x="2121122" y="4850754"/>
            <a:ext cx="1548717"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accessibility id</a:t>
            </a:r>
          </a:p>
        </p:txBody>
      </p:sp>
      <p:sp>
        <p:nvSpPr>
          <p:cNvPr name="TextBox 191" id="191"/>
          <p:cNvSpPr txBox="true"/>
          <p:nvPr/>
        </p:nvSpPr>
        <p:spPr>
          <a:xfrm rot="0">
            <a:off x="5872505" y="4908142"/>
            <a:ext cx="1304096" cy="247317"/>
          </a:xfrm>
          <a:prstGeom prst="rect">
            <a:avLst/>
          </a:prstGeom>
        </p:spPr>
        <p:txBody>
          <a:bodyPr anchor="t" rtlCol="false" tIns="0" lIns="0" bIns="0" rIns="0">
            <a:spAutoFit/>
          </a:bodyPr>
          <a:lstStyle/>
          <a:p>
            <a:pPr algn="l">
              <a:lnSpc>
                <a:spcPts val="2070"/>
              </a:lnSpc>
            </a:pPr>
            <a:r>
              <a:rPr lang="en-US" sz="1725" spc="-1">
                <a:solidFill>
                  <a:srgbClr val="222222"/>
                </a:solidFill>
                <a:latin typeface="Courier New"/>
                <a:ea typeface="Courier New"/>
                <a:cs typeface="Courier New"/>
                <a:sym typeface="Courier New"/>
              </a:rPr>
              <a:t>~Đăng nhập</a:t>
            </a:r>
          </a:p>
        </p:txBody>
      </p:sp>
      <p:sp>
        <p:nvSpPr>
          <p:cNvPr name="Freeform 192" id="192"/>
          <p:cNvSpPr/>
          <p:nvPr/>
        </p:nvSpPr>
        <p:spPr>
          <a:xfrm flipH="false" flipV="false" rot="0">
            <a:off x="13673347" y="4861165"/>
            <a:ext cx="2543937" cy="343443"/>
          </a:xfrm>
          <a:custGeom>
            <a:avLst/>
            <a:gdLst/>
            <a:ahLst/>
            <a:cxnLst/>
            <a:rect r="r" b="b" t="t" l="l"/>
            <a:pathLst>
              <a:path h="343443" w="2543937">
                <a:moveTo>
                  <a:pt x="0" y="0"/>
                </a:moveTo>
                <a:lnTo>
                  <a:pt x="2543937" y="0"/>
                </a:lnTo>
                <a:lnTo>
                  <a:pt x="2543937" y="343443"/>
                </a:lnTo>
                <a:lnTo>
                  <a:pt x="0" y="3434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93" id="193"/>
          <p:cNvSpPr txBox="true"/>
          <p:nvPr/>
        </p:nvSpPr>
        <p:spPr>
          <a:xfrm rot="0">
            <a:off x="13296967" y="4850754"/>
            <a:ext cx="378543"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Từ </a:t>
            </a:r>
          </a:p>
        </p:txBody>
      </p:sp>
      <p:sp>
        <p:nvSpPr>
          <p:cNvPr name="TextBox 194" id="194"/>
          <p:cNvSpPr txBox="true"/>
          <p:nvPr/>
        </p:nvSpPr>
        <p:spPr>
          <a:xfrm rot="0">
            <a:off x="13762987" y="4908142"/>
            <a:ext cx="2346303" cy="247317"/>
          </a:xfrm>
          <a:prstGeom prst="rect">
            <a:avLst/>
          </a:prstGeom>
        </p:spPr>
        <p:txBody>
          <a:bodyPr anchor="t" rtlCol="false" tIns="0" lIns="0" bIns="0" rIns="0">
            <a:spAutoFit/>
          </a:bodyPr>
          <a:lstStyle/>
          <a:p>
            <a:pPr algn="l">
              <a:lnSpc>
                <a:spcPts val="2070"/>
              </a:lnSpc>
            </a:pPr>
            <a:r>
              <a:rPr lang="en-US" sz="1725" spc="-1">
                <a:solidFill>
                  <a:srgbClr val="222222"/>
                </a:solidFill>
                <a:latin typeface="Courier New"/>
                <a:ea typeface="Courier New"/>
                <a:cs typeface="Courier New"/>
                <a:sym typeface="Courier New"/>
              </a:rPr>
              <a:t>accessibilityLabel</a:t>
            </a:r>
          </a:p>
        </p:txBody>
      </p:sp>
      <p:sp>
        <p:nvSpPr>
          <p:cNvPr name="TextBox 195" id="195"/>
          <p:cNvSpPr txBox="true"/>
          <p:nvPr/>
        </p:nvSpPr>
        <p:spPr>
          <a:xfrm rot="0">
            <a:off x="886139" y="5365371"/>
            <a:ext cx="242459"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3</a:t>
            </a:r>
          </a:p>
        </p:txBody>
      </p:sp>
      <p:sp>
        <p:nvSpPr>
          <p:cNvPr name="Freeform 196" id="196"/>
          <p:cNvSpPr/>
          <p:nvPr/>
        </p:nvSpPr>
        <p:spPr>
          <a:xfrm flipH="false" flipV="false" rot="0">
            <a:off x="5786647" y="5375238"/>
            <a:ext cx="4901041" cy="343443"/>
          </a:xfrm>
          <a:custGeom>
            <a:avLst/>
            <a:gdLst/>
            <a:ahLst/>
            <a:cxnLst/>
            <a:rect r="r" b="b" t="t" l="l"/>
            <a:pathLst>
              <a:path h="343443" w="4901041">
                <a:moveTo>
                  <a:pt x="0" y="0"/>
                </a:moveTo>
                <a:lnTo>
                  <a:pt x="4901041" y="0"/>
                </a:lnTo>
                <a:lnTo>
                  <a:pt x="4901041" y="343443"/>
                </a:lnTo>
                <a:lnTo>
                  <a:pt x="0" y="34344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7" id="197"/>
          <p:cNvSpPr txBox="true"/>
          <p:nvPr/>
        </p:nvSpPr>
        <p:spPr>
          <a:xfrm rot="0">
            <a:off x="2121122" y="5365371"/>
            <a:ext cx="389877"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text</a:t>
            </a:r>
          </a:p>
        </p:txBody>
      </p:sp>
      <p:sp>
        <p:nvSpPr>
          <p:cNvPr name="TextBox 198" id="198"/>
          <p:cNvSpPr txBox="true"/>
          <p:nvPr/>
        </p:nvSpPr>
        <p:spPr>
          <a:xfrm rot="0">
            <a:off x="5872505" y="5422759"/>
            <a:ext cx="4692063" cy="247317"/>
          </a:xfrm>
          <a:prstGeom prst="rect">
            <a:avLst/>
          </a:prstGeom>
        </p:spPr>
        <p:txBody>
          <a:bodyPr anchor="t" rtlCol="false" tIns="0" lIns="0" bIns="0" rIns="0">
            <a:spAutoFit/>
          </a:bodyPr>
          <a:lstStyle/>
          <a:p>
            <a:pPr algn="l">
              <a:lnSpc>
                <a:spcPts val="2070"/>
              </a:lnSpc>
            </a:pPr>
            <a:r>
              <a:rPr lang="en-US" sz="1725" spc="-1">
                <a:solidFill>
                  <a:srgbClr val="222222"/>
                </a:solidFill>
                <a:latin typeface="Courier New"/>
                <a:ea typeface="Courier New"/>
                <a:cs typeface="Courier New"/>
                <a:sym typeface="Courier New"/>
              </a:rPr>
              <a:t>android=new UiSelector().text("Tìm")</a:t>
            </a:r>
          </a:p>
        </p:txBody>
      </p:sp>
      <p:sp>
        <p:nvSpPr>
          <p:cNvPr name="TextBox 199" id="199"/>
          <p:cNvSpPr txBox="true"/>
          <p:nvPr/>
        </p:nvSpPr>
        <p:spPr>
          <a:xfrm rot="0">
            <a:off x="13296967" y="5365371"/>
            <a:ext cx="2938682"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Gãy khi đổi chữ / ngôn ngữ</a:t>
            </a:r>
          </a:p>
        </p:txBody>
      </p:sp>
      <p:sp>
        <p:nvSpPr>
          <p:cNvPr name="TextBox 200" id="200"/>
          <p:cNvSpPr txBox="true"/>
          <p:nvPr/>
        </p:nvSpPr>
        <p:spPr>
          <a:xfrm rot="0">
            <a:off x="886139" y="5879454"/>
            <a:ext cx="242459"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4</a:t>
            </a:r>
          </a:p>
        </p:txBody>
      </p:sp>
      <p:sp>
        <p:nvSpPr>
          <p:cNvPr name="Freeform 201" id="201"/>
          <p:cNvSpPr/>
          <p:nvPr/>
        </p:nvSpPr>
        <p:spPr>
          <a:xfrm flipH="false" flipV="false" rot="0">
            <a:off x="5786647" y="5889865"/>
            <a:ext cx="7130158" cy="343443"/>
          </a:xfrm>
          <a:custGeom>
            <a:avLst/>
            <a:gdLst/>
            <a:ahLst/>
            <a:cxnLst/>
            <a:rect r="r" b="b" t="t" l="l"/>
            <a:pathLst>
              <a:path h="343443" w="7130158">
                <a:moveTo>
                  <a:pt x="0" y="0"/>
                </a:moveTo>
                <a:lnTo>
                  <a:pt x="7130158" y="0"/>
                </a:lnTo>
                <a:lnTo>
                  <a:pt x="7130158" y="343443"/>
                </a:lnTo>
                <a:lnTo>
                  <a:pt x="0" y="34344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2" id="202"/>
          <p:cNvSpPr txBox="true"/>
          <p:nvPr/>
        </p:nvSpPr>
        <p:spPr>
          <a:xfrm rot="0">
            <a:off x="2121122" y="5879454"/>
            <a:ext cx="659340"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XPath</a:t>
            </a:r>
          </a:p>
        </p:txBody>
      </p:sp>
      <p:sp>
        <p:nvSpPr>
          <p:cNvPr name="TextBox 203" id="203"/>
          <p:cNvSpPr txBox="true"/>
          <p:nvPr/>
        </p:nvSpPr>
        <p:spPr>
          <a:xfrm rot="0">
            <a:off x="5872505" y="5936842"/>
            <a:ext cx="6907139" cy="247317"/>
          </a:xfrm>
          <a:prstGeom prst="rect">
            <a:avLst/>
          </a:prstGeom>
        </p:spPr>
        <p:txBody>
          <a:bodyPr anchor="t" rtlCol="false" tIns="0" lIns="0" bIns="0" rIns="0">
            <a:spAutoFit/>
          </a:bodyPr>
          <a:lstStyle/>
          <a:p>
            <a:pPr algn="l">
              <a:lnSpc>
                <a:spcPts val="2070"/>
              </a:lnSpc>
            </a:pPr>
            <a:r>
              <a:rPr lang="en-US" sz="1725" spc="-1">
                <a:solidFill>
                  <a:srgbClr val="222222"/>
                </a:solidFill>
                <a:latin typeface="Courier New"/>
                <a:ea typeface="Courier New"/>
                <a:cs typeface="Courier New"/>
                <a:sym typeface="Courier New"/>
              </a:rPr>
              <a:t>//android.widget.EditText[@resource-id="login-email"]</a:t>
            </a:r>
          </a:p>
        </p:txBody>
      </p:sp>
      <p:sp>
        <p:nvSpPr>
          <p:cNvPr name="TextBox 204" id="204"/>
          <p:cNvSpPr txBox="true"/>
          <p:nvPr/>
        </p:nvSpPr>
        <p:spPr>
          <a:xfrm rot="0">
            <a:off x="13296967" y="5879454"/>
            <a:ext cx="2721597"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Chậm, gãy khi đổi bố cục</a:t>
            </a:r>
          </a:p>
        </p:txBody>
      </p:sp>
      <p:sp>
        <p:nvSpPr>
          <p:cNvPr name="TextBox 205" id="205"/>
          <p:cNvSpPr txBox="true"/>
          <p:nvPr/>
        </p:nvSpPr>
        <p:spPr>
          <a:xfrm rot="0">
            <a:off x="693358" y="6666631"/>
            <a:ext cx="14571018" cy="361950"/>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B</a:t>
            </a:r>
            <a:r>
              <a:rPr lang="en-US" sz="2370" spc="-1">
                <a:solidFill>
                  <a:srgbClr val="222222"/>
                </a:solidFill>
                <a:latin typeface="Arial"/>
                <a:ea typeface="Arial"/>
                <a:cs typeface="Arial"/>
                <a:sym typeface="Arial"/>
              </a:rPr>
              <a:t>est practice: Ưu tiên Locator ổn định, ít phụ thuộc vào vị trí và cấu trúc giao diện để giảm chi phí bảo trì test.</a:t>
            </a:r>
          </a:p>
        </p:txBody>
      </p:sp>
      <p:grpSp>
        <p:nvGrpSpPr>
          <p:cNvPr name="Group 206" id="206"/>
          <p:cNvGrpSpPr/>
          <p:nvPr/>
        </p:nvGrpSpPr>
        <p:grpSpPr>
          <a:xfrm rot="0">
            <a:off x="0" y="0"/>
            <a:ext cx="18288181" cy="143104"/>
            <a:chOff x="0" y="0"/>
            <a:chExt cx="24384241" cy="190805"/>
          </a:xfrm>
        </p:grpSpPr>
        <p:sp>
          <p:nvSpPr>
            <p:cNvPr name="Freeform 207" id="207"/>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208" id="208"/>
          <p:cNvGrpSpPr/>
          <p:nvPr/>
        </p:nvGrpSpPr>
        <p:grpSpPr>
          <a:xfrm rot="0">
            <a:off x="0" y="9943557"/>
            <a:ext cx="18288181" cy="343443"/>
            <a:chOff x="0" y="0"/>
            <a:chExt cx="24384241" cy="457924"/>
          </a:xfrm>
        </p:grpSpPr>
        <p:sp>
          <p:nvSpPr>
            <p:cNvPr name="Freeform 209" id="209"/>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210" id="210"/>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211" id="211"/>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7 · Locator</a:t>
            </a:r>
          </a:p>
        </p:txBody>
      </p:sp>
      <p:sp>
        <p:nvSpPr>
          <p:cNvPr name="TextBox 212" id="212"/>
          <p:cNvSpPr txBox="true"/>
          <p:nvPr/>
        </p:nvSpPr>
        <p:spPr>
          <a:xfrm rot="0">
            <a:off x="772206" y="1684282"/>
            <a:ext cx="13411646" cy="714375"/>
          </a:xfrm>
          <a:prstGeom prst="rect">
            <a:avLst/>
          </a:prstGeom>
        </p:spPr>
        <p:txBody>
          <a:bodyPr anchor="t" rtlCol="false" tIns="0" lIns="0" bIns="0" rIns="0">
            <a:spAutoFit/>
          </a:bodyPr>
          <a:lstStyle/>
          <a:p>
            <a:pPr algn="l">
              <a:lnSpc>
                <a:spcPts val="2844"/>
              </a:lnSpc>
            </a:pPr>
            <a:r>
              <a:rPr lang="en-US" sz="2370" b="true">
                <a:solidFill>
                  <a:srgbClr val="222222"/>
                </a:solidFill>
                <a:latin typeface="Arial Bold"/>
                <a:ea typeface="Arial Bold"/>
                <a:cs typeface="Arial Bold"/>
                <a:sym typeface="Arial Bold"/>
              </a:rPr>
              <a:t>Loc</a:t>
            </a:r>
            <a:r>
              <a:rPr lang="en-US" sz="2370" b="true">
                <a:solidFill>
                  <a:srgbClr val="222222"/>
                </a:solidFill>
                <a:latin typeface="Arial Bold"/>
                <a:ea typeface="Arial Bold"/>
                <a:cs typeface="Arial Bold"/>
                <a:sym typeface="Arial Bold"/>
              </a:rPr>
              <a:t>ator:</a:t>
            </a:r>
            <a:r>
              <a:rPr lang="en-US" sz="2370">
                <a:solidFill>
                  <a:srgbClr val="222222"/>
                </a:solidFill>
                <a:latin typeface="Arial"/>
                <a:ea typeface="Arial"/>
                <a:cs typeface="Arial"/>
                <a:sym typeface="Arial"/>
              </a:rPr>
              <a:t> là cách xác định một phần tử trên giao diện ứng dụng để Appium có thể tương tác với  nó. </a:t>
            </a:r>
          </a:p>
          <a:p>
            <a:pPr algn="l">
              <a:lnSpc>
                <a:spcPts val="2844"/>
              </a:lnSpc>
            </a:pPr>
            <a:r>
              <a:rPr lang="en-US" sz="2370" spc="-1">
                <a:solidFill>
                  <a:srgbClr val="222222"/>
                </a:solidFill>
                <a:latin typeface="Arial"/>
                <a:ea typeface="Arial"/>
                <a:cs typeface="Arial"/>
                <a:sym typeface="Arial"/>
              </a:rPr>
              <a:t>Ví dụ: Để Appium nhập email, trước tiên phải tìm đúng ô nhập email.</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8" id="8"/>
          <p:cNvGrpSpPr/>
          <p:nvPr/>
        </p:nvGrpSpPr>
        <p:grpSpPr>
          <a:xfrm rot="0">
            <a:off x="685800" y="1757010"/>
            <a:ext cx="8231709" cy="7957433"/>
            <a:chOff x="0" y="0"/>
            <a:chExt cx="10285920" cy="9943198"/>
          </a:xfrm>
        </p:grpSpPr>
        <p:sp>
          <p:nvSpPr>
            <p:cNvPr name="Freeform 9" id="9"/>
            <p:cNvSpPr/>
            <p:nvPr/>
          </p:nvSpPr>
          <p:spPr>
            <a:xfrm flipH="false" flipV="false" rot="0">
              <a:off x="0" y="0"/>
              <a:ext cx="10285857" cy="9943211"/>
            </a:xfrm>
            <a:custGeom>
              <a:avLst/>
              <a:gdLst/>
              <a:ahLst/>
              <a:cxnLst/>
              <a:rect r="r" b="b" t="t" l="l"/>
              <a:pathLst>
                <a:path h="9943211" w="10285857">
                  <a:moveTo>
                    <a:pt x="0" y="0"/>
                  </a:moveTo>
                  <a:lnTo>
                    <a:pt x="10285857" y="0"/>
                  </a:lnTo>
                  <a:lnTo>
                    <a:pt x="10285857" y="9943211"/>
                  </a:lnTo>
                  <a:lnTo>
                    <a:pt x="0" y="9943211"/>
                  </a:lnTo>
                  <a:lnTo>
                    <a:pt x="0" y="0"/>
                  </a:lnTo>
                  <a:close/>
                </a:path>
              </a:pathLst>
            </a:custGeom>
            <a:blipFill>
              <a:blip r:embed="rId2"/>
              <a:stretch>
                <a:fillRect l="-10" t="0" r="-10" b="0"/>
              </a:stretch>
            </a:blipFill>
          </p:spPr>
        </p:sp>
      </p:grpSp>
      <p:sp>
        <p:nvSpPr>
          <p:cNvPr name="TextBox 10" id="10"/>
          <p:cNvSpPr txBox="true"/>
          <p:nvPr/>
        </p:nvSpPr>
        <p:spPr>
          <a:xfrm rot="0">
            <a:off x="685800" y="861146"/>
            <a:ext cx="14469963"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Appium Inspector — Khám phá giao diện và tìm Locator</a:t>
            </a:r>
          </a:p>
        </p:txBody>
      </p:sp>
      <p:sp>
        <p:nvSpPr>
          <p:cNvPr name="TextBox 11" id="11"/>
          <p:cNvSpPr txBox="true"/>
          <p:nvPr/>
        </p:nvSpPr>
        <p:spPr>
          <a:xfrm rot="0">
            <a:off x="9665777" y="5317976"/>
            <a:ext cx="7914045" cy="2825606"/>
          </a:xfrm>
          <a:prstGeom prst="rect">
            <a:avLst/>
          </a:prstGeom>
        </p:spPr>
        <p:txBody>
          <a:bodyPr anchor="t" rtlCol="false" tIns="0" lIns="0" bIns="0" rIns="0">
            <a:spAutoFit/>
          </a:bodyPr>
          <a:lstStyle/>
          <a:p>
            <a:pPr algn="l" marL="509352" indent="-254676" lvl="1">
              <a:lnSpc>
                <a:spcPts val="2831"/>
              </a:lnSpc>
              <a:buFont typeface="Arial"/>
              <a:buChar char="•"/>
            </a:pPr>
            <a:r>
              <a:rPr lang="en-US" sz="2359">
                <a:solidFill>
                  <a:srgbClr val="222222"/>
                </a:solidFill>
                <a:latin typeface="Arial"/>
                <a:ea typeface="Arial"/>
                <a:cs typeface="Arial"/>
                <a:sym typeface="Arial"/>
              </a:rPr>
              <a:t>Insp</a:t>
            </a:r>
            <a:r>
              <a:rPr lang="en-US" sz="2359">
                <a:solidFill>
                  <a:srgbClr val="222222"/>
                </a:solidFill>
                <a:latin typeface="Arial"/>
                <a:ea typeface="Arial"/>
                <a:cs typeface="Arial"/>
                <a:sym typeface="Arial"/>
              </a:rPr>
              <a:t>e</a:t>
            </a:r>
            <a:r>
              <a:rPr lang="en-US" sz="2359">
                <a:solidFill>
                  <a:srgbClr val="222222"/>
                </a:solidFill>
                <a:latin typeface="Arial"/>
                <a:ea typeface="Arial"/>
                <a:cs typeface="Arial"/>
                <a:sym typeface="Arial"/>
              </a:rPr>
              <a:t>ct UI Elements: Xem cây giao diện và các thuộc tính của phần tử.</a:t>
            </a:r>
          </a:p>
          <a:p>
            <a:pPr algn="l" marL="509352" indent="-254676" lvl="1">
              <a:lnSpc>
                <a:spcPts val="2831"/>
              </a:lnSpc>
              <a:buFont typeface="Arial"/>
              <a:buChar char="•"/>
            </a:pPr>
            <a:r>
              <a:rPr lang="en-US" sz="2359">
                <a:solidFill>
                  <a:srgbClr val="222222"/>
                </a:solidFill>
                <a:latin typeface="Arial"/>
                <a:ea typeface="Arial"/>
                <a:cs typeface="Arial"/>
                <a:sym typeface="Arial"/>
              </a:rPr>
              <a:t>Find &amp; Test Locators: Tìm phần tử bằng locator và thử các thao tác như Tap, Send Keys.</a:t>
            </a:r>
          </a:p>
          <a:p>
            <a:pPr algn="l" marL="509352" indent="-254676" lvl="1">
              <a:lnSpc>
                <a:spcPts val="2831"/>
              </a:lnSpc>
              <a:buFont typeface="Arial"/>
              <a:buChar char="•"/>
            </a:pPr>
            <a:r>
              <a:rPr lang="en-US" sz="2359">
                <a:solidFill>
                  <a:srgbClr val="222222"/>
                </a:solidFill>
                <a:latin typeface="Arial"/>
                <a:ea typeface="Arial"/>
                <a:cs typeface="Arial"/>
                <a:sym typeface="Arial"/>
              </a:rPr>
              <a:t>Record Actions: Ghi lại thao tác và hỗ trợ tạo code mẫu để xây dựng test script.</a:t>
            </a:r>
          </a:p>
          <a:p>
            <a:pPr algn="l">
              <a:lnSpc>
                <a:spcPts val="2831"/>
              </a:lnSpc>
            </a:pPr>
            <a:r>
              <a:rPr lang="en-US" sz="2359" spc="-1">
                <a:solidFill>
                  <a:srgbClr val="222222"/>
                </a:solidFill>
                <a:latin typeface="Arial"/>
                <a:ea typeface="Arial"/>
                <a:cs typeface="Arial"/>
                <a:sym typeface="Arial"/>
              </a:rPr>
              <a:t>=&gt; Appium Inspector giúp chúng ta tìm Locator trước khi viết test script.</a:t>
            </a:r>
          </a:p>
        </p:txBody>
      </p:sp>
      <p:grpSp>
        <p:nvGrpSpPr>
          <p:cNvPr name="Group 12" id="12"/>
          <p:cNvGrpSpPr/>
          <p:nvPr/>
        </p:nvGrpSpPr>
        <p:grpSpPr>
          <a:xfrm rot="0">
            <a:off x="0" y="0"/>
            <a:ext cx="18288181" cy="143104"/>
            <a:chOff x="0" y="0"/>
            <a:chExt cx="24384241" cy="190805"/>
          </a:xfrm>
        </p:grpSpPr>
        <p:sp>
          <p:nvSpPr>
            <p:cNvPr name="Freeform 13" id="13"/>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14" id="14"/>
          <p:cNvGrpSpPr/>
          <p:nvPr/>
        </p:nvGrpSpPr>
        <p:grpSpPr>
          <a:xfrm rot="0">
            <a:off x="0" y="9943557"/>
            <a:ext cx="18288181" cy="343443"/>
            <a:chOff x="0" y="0"/>
            <a:chExt cx="24384241" cy="457924"/>
          </a:xfrm>
        </p:grpSpPr>
        <p:sp>
          <p:nvSpPr>
            <p:cNvPr name="Freeform 15" id="15"/>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16" id="16"/>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grpSp>
        <p:nvGrpSpPr>
          <p:cNvPr name="Group 17" id="17"/>
          <p:cNvGrpSpPr/>
          <p:nvPr/>
        </p:nvGrpSpPr>
        <p:grpSpPr>
          <a:xfrm rot="0">
            <a:off x="7370213" y="4368355"/>
            <a:ext cx="1101138" cy="521587"/>
            <a:chOff x="0" y="0"/>
            <a:chExt cx="290012" cy="137373"/>
          </a:xfrm>
        </p:grpSpPr>
        <p:sp>
          <p:nvSpPr>
            <p:cNvPr name="Freeform 18" id="18"/>
            <p:cNvSpPr/>
            <p:nvPr/>
          </p:nvSpPr>
          <p:spPr>
            <a:xfrm flipH="false" flipV="false" rot="0">
              <a:off x="0" y="0"/>
              <a:ext cx="290012" cy="137373"/>
            </a:xfrm>
            <a:custGeom>
              <a:avLst/>
              <a:gdLst/>
              <a:ahLst/>
              <a:cxnLst/>
              <a:rect r="r" b="b" t="t" l="l"/>
              <a:pathLst>
                <a:path h="137373" w="290012">
                  <a:moveTo>
                    <a:pt x="0" y="0"/>
                  </a:moveTo>
                  <a:lnTo>
                    <a:pt x="290012" y="0"/>
                  </a:lnTo>
                  <a:lnTo>
                    <a:pt x="290012" y="137373"/>
                  </a:lnTo>
                  <a:lnTo>
                    <a:pt x="0" y="137373"/>
                  </a:lnTo>
                  <a:close/>
                </a:path>
              </a:pathLst>
            </a:custGeom>
            <a:ln w="38100" cap="sq">
              <a:solidFill>
                <a:srgbClr val="CF222E"/>
              </a:solidFill>
              <a:prstDash val="solid"/>
              <a:miter/>
            </a:ln>
          </p:spPr>
        </p:sp>
        <p:sp>
          <p:nvSpPr>
            <p:cNvPr name="TextBox 19" id="19"/>
            <p:cNvSpPr txBox="true"/>
            <p:nvPr/>
          </p:nvSpPr>
          <p:spPr>
            <a:xfrm>
              <a:off x="0" y="0"/>
              <a:ext cx="290012" cy="137373"/>
            </a:xfrm>
            <a:prstGeom prst="rect">
              <a:avLst/>
            </a:prstGeom>
          </p:spPr>
          <p:txBody>
            <a:bodyPr anchor="ctr" rtlCol="false" tIns="50800" lIns="50800" bIns="50800" rIns="50800"/>
            <a:lstStyle/>
            <a:p>
              <a:pPr algn="ctr">
                <a:lnSpc>
                  <a:spcPts val="1889"/>
                </a:lnSpc>
              </a:pPr>
            </a:p>
          </p:txBody>
        </p:sp>
      </p:grpSp>
      <p:grpSp>
        <p:nvGrpSpPr>
          <p:cNvPr name="Group 20" id="20"/>
          <p:cNvGrpSpPr/>
          <p:nvPr/>
        </p:nvGrpSpPr>
        <p:grpSpPr>
          <a:xfrm rot="0">
            <a:off x="900161" y="4173024"/>
            <a:ext cx="2883257" cy="594031"/>
            <a:chOff x="0" y="0"/>
            <a:chExt cx="759376" cy="156453"/>
          </a:xfrm>
        </p:grpSpPr>
        <p:sp>
          <p:nvSpPr>
            <p:cNvPr name="Freeform 21" id="21"/>
            <p:cNvSpPr/>
            <p:nvPr/>
          </p:nvSpPr>
          <p:spPr>
            <a:xfrm flipH="false" flipV="false" rot="0">
              <a:off x="0" y="0"/>
              <a:ext cx="759376" cy="156453"/>
            </a:xfrm>
            <a:custGeom>
              <a:avLst/>
              <a:gdLst/>
              <a:ahLst/>
              <a:cxnLst/>
              <a:rect r="r" b="b" t="t" l="l"/>
              <a:pathLst>
                <a:path h="156453" w="759376">
                  <a:moveTo>
                    <a:pt x="0" y="0"/>
                  </a:moveTo>
                  <a:lnTo>
                    <a:pt x="759376" y="0"/>
                  </a:lnTo>
                  <a:lnTo>
                    <a:pt x="759376" y="156453"/>
                  </a:lnTo>
                  <a:lnTo>
                    <a:pt x="0" y="156453"/>
                  </a:lnTo>
                  <a:close/>
                </a:path>
              </a:pathLst>
            </a:custGeom>
            <a:ln w="38100" cap="sq">
              <a:solidFill>
                <a:srgbClr val="CF222E"/>
              </a:solidFill>
              <a:prstDash val="solid"/>
              <a:miter/>
            </a:ln>
          </p:spPr>
        </p:sp>
        <p:sp>
          <p:nvSpPr>
            <p:cNvPr name="TextBox 22" id="22"/>
            <p:cNvSpPr txBox="true"/>
            <p:nvPr/>
          </p:nvSpPr>
          <p:spPr>
            <a:xfrm>
              <a:off x="0" y="0"/>
              <a:ext cx="759376" cy="156453"/>
            </a:xfrm>
            <a:prstGeom prst="rect">
              <a:avLst/>
            </a:prstGeom>
          </p:spPr>
          <p:txBody>
            <a:bodyPr anchor="ctr" rtlCol="false" tIns="50800" lIns="50800" bIns="50800" rIns="50800"/>
            <a:lstStyle/>
            <a:p>
              <a:pPr algn="ctr">
                <a:lnSpc>
                  <a:spcPts val="1889"/>
                </a:lnSpc>
              </a:pPr>
            </a:p>
          </p:txBody>
        </p:sp>
      </p:grpSp>
      <p:sp>
        <p:nvSpPr>
          <p:cNvPr name="TextBox 23" id="23"/>
          <p:cNvSpPr txBox="true"/>
          <p:nvPr/>
        </p:nvSpPr>
        <p:spPr>
          <a:xfrm rot="0">
            <a:off x="9665777" y="3025955"/>
            <a:ext cx="7914045" cy="1076325"/>
          </a:xfrm>
          <a:prstGeom prst="rect">
            <a:avLst/>
          </a:prstGeom>
        </p:spPr>
        <p:txBody>
          <a:bodyPr anchor="t" rtlCol="false" tIns="0" lIns="0" bIns="0" rIns="0">
            <a:spAutoFit/>
          </a:bodyPr>
          <a:lstStyle/>
          <a:p>
            <a:pPr algn="l">
              <a:lnSpc>
                <a:spcPts val="2831"/>
              </a:lnSpc>
            </a:pPr>
            <a:r>
              <a:rPr lang="en-US" sz="2359" spc="-1">
                <a:solidFill>
                  <a:srgbClr val="222222"/>
                </a:solidFill>
                <a:latin typeface="Arial"/>
                <a:ea typeface="Arial"/>
                <a:cs typeface="Arial"/>
                <a:sym typeface="Arial"/>
              </a:rPr>
              <a:t>Appium </a:t>
            </a:r>
            <a:r>
              <a:rPr lang="en-US" sz="2359" spc="-1">
                <a:solidFill>
                  <a:srgbClr val="222222"/>
                </a:solidFill>
                <a:latin typeface="Arial"/>
                <a:ea typeface="Arial"/>
                <a:cs typeface="Arial"/>
                <a:sym typeface="Arial"/>
              </a:rPr>
              <a:t>Inspector là công cụ hỗ trợ quan sát cấu trúc giao diện, xem thuộc tính phần tử </a:t>
            </a:r>
            <a:r>
              <a:rPr lang="en-US" sz="2359" spc="-1">
                <a:solidFill>
                  <a:srgbClr val="222222"/>
                </a:solidFill>
                <a:latin typeface="Arial"/>
                <a:ea typeface="Arial"/>
                <a:cs typeface="Arial"/>
                <a:sym typeface="Arial"/>
              </a:rPr>
              <a:t>và thử các thao tác trên ứ</a:t>
            </a:r>
            <a:r>
              <a:rPr lang="en-US" sz="2359" spc="-1">
                <a:solidFill>
                  <a:srgbClr val="222222"/>
                </a:solidFill>
                <a:latin typeface="Arial"/>
                <a:ea typeface="Arial"/>
                <a:cs typeface="Arial"/>
                <a:sym typeface="Arial"/>
              </a:rPr>
              <a:t>ng dụng.</a:t>
            </a:r>
          </a:p>
        </p:txBody>
      </p:sp>
      <p:sp>
        <p:nvSpPr>
          <p:cNvPr name="TextBox 24" id="24"/>
          <p:cNvSpPr txBox="true"/>
          <p:nvPr/>
        </p:nvSpPr>
        <p:spPr>
          <a:xfrm rot="0">
            <a:off x="9665777" y="4349305"/>
            <a:ext cx="4822180"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3 tính năng chính: </a:t>
            </a:r>
          </a:p>
        </p:txBody>
      </p:sp>
      <p:sp>
        <p:nvSpPr>
          <p:cNvPr name="TextBox 25" id="25"/>
          <p:cNvSpPr txBox="true"/>
          <p:nvPr/>
        </p:nvSpPr>
        <p:spPr>
          <a:xfrm rot="0">
            <a:off x="9665777" y="2112180"/>
            <a:ext cx="6360170"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Appium Inspector Là gì?</a:t>
            </a:r>
          </a:p>
        </p:txBody>
      </p:sp>
      <p:sp>
        <p:nvSpPr>
          <p:cNvPr name="TextBox 211" id="211"/>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8 · Appium Inspector</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sp>
        <p:nvSpPr>
          <p:cNvPr name="TextBox 97" id="97"/>
          <p:cNvSpPr txBox="true"/>
          <p:nvPr/>
        </p:nvSpPr>
        <p:spPr>
          <a:xfrm rot="0">
            <a:off x="768096" y="868680"/>
            <a:ext cx="16843248"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Viết một Appium Test — Locator, Action &amp; Assertion</a:t>
            </a:r>
          </a:p>
        </p:txBody>
      </p:sp>
      <p:sp>
        <p:nvSpPr>
          <p:cNvPr id="133" name="TextBox 132"/>
          <p:cNvSpPr txBox="1"/>
          <p:nvPr/>
        </p:nvSpPr>
        <p:spPr>
          <a:xfrm>
            <a:off x="768096" y="1691640"/>
            <a:ext cx="16843248" cy="502920"/>
          </a:xfrm>
          <a:prstGeom prst="rect">
            <a:avLst/>
          </a:prstGeom>
          <a:noFill/>
        </p:spPr>
        <p:txBody>
          <a:bodyPr wrap="square" anchor="t">
            <a:spAutoFit/>
          </a:bodyPr>
          <a:lstStyle/>
          <a:p>
            <a:pPr algn="l"/>
            <a:r>
              <a:rPr sz="2200" b="1" i="0">
                <a:solidFill>
                  <a:srgbClr val="222222"/>
                </a:solidFill>
                <a:latin typeface="Arial"/>
              </a:rPr>
              <a:t>Kịch bản — Verify Cart Total: </a:t>
            </a:r>
            <a:r>
              <a:rPr sz="2200" b="0" i="0">
                <a:solidFill>
                  <a:srgbClr val="222222"/>
                </a:solidFill>
                <a:latin typeface="Arial"/>
              </a:rPr>
              <a:t>thêm </a:t>
            </a:r>
            <a:r>
              <a:rPr sz="2200" b="0" i="1">
                <a:solidFill>
                  <a:srgbClr val="222222"/>
                </a:solidFill>
                <a:latin typeface="Arial"/>
              </a:rPr>
              <a:t>iPhone 15 Pro Max</a:t>
            </a:r>
            <a:r>
              <a:rPr sz="2200" b="0" i="0">
                <a:solidFill>
                  <a:srgbClr val="222222"/>
                </a:solidFill>
                <a:latin typeface="Arial"/>
              </a:rPr>
              <a:t> (30 000 000 ₫) vào giỏ 2 lần → tổng tạm tính phải là </a:t>
            </a:r>
            <a:r>
              <a:rPr sz="2200" b="1" i="0">
                <a:solidFill>
                  <a:srgbClr val="222222"/>
                </a:solidFill>
                <a:latin typeface="Arial"/>
              </a:rPr>
              <a:t>60 000 000 ₫</a:t>
            </a:r>
            <a:r>
              <a:rPr sz="2200" b="0" i="0">
                <a:solidFill>
                  <a:srgbClr val="222222"/>
                </a:solidFill>
                <a:latin typeface="Arial"/>
              </a:rPr>
              <a:t>.</a:t>
            </a:r>
          </a:p>
        </p:txBody>
      </p:sp>
      <p:sp>
        <p:nvSpPr>
          <p:cNvPr id="134" name="Rectangle 133"/>
          <p:cNvSpPr/>
          <p:nvPr/>
        </p:nvSpPr>
        <p:spPr>
          <a:xfrm>
            <a:off x="768096" y="2377440"/>
            <a:ext cx="2673705" cy="1097280"/>
          </a:xfrm>
          <a:prstGeom prst="rect">
            <a:avLst/>
          </a:prstGeom>
          <a:solidFill>
            <a:srgbClr val="EEF3FA"/>
          </a:solidFill>
          <a:ln w="2794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800" b="1" i="0">
                <a:solidFill>
                  <a:srgbClr val="222222"/>
                </a:solidFill>
                <a:latin typeface="Arial"/>
              </a:rPr>
              <a:t>1 · Locator</a:t>
            </a:r>
          </a:p>
          <a:p>
            <a:pPr algn="ctr"/>
            <a:r>
              <a:rPr sz="1600" b="0" i="0">
                <a:solidFill>
                  <a:srgbClr val="222222"/>
                </a:solidFill>
                <a:latin typeface="Arial"/>
              </a:rPr>
              <a:t>Tìm nút “Thêm vào giỏ” (</a:t>
            </a:r>
            <a:r>
              <a:rPr sz="1500" b="0" i="0">
                <a:solidFill>
                  <a:srgbClr val="222222"/>
                </a:solidFill>
                <a:latin typeface="Courier New"/>
              </a:rPr>
              <a:t>product-add-1</a:t>
            </a:r>
            <a:r>
              <a:rPr sz="1600" b="0" i="0">
                <a:solidFill>
                  <a:srgbClr val="222222"/>
                </a:solidFill>
                <a:latin typeface="Arial"/>
              </a:rPr>
              <a:t>)</a:t>
            </a:r>
          </a:p>
        </p:txBody>
      </p:sp>
      <p:pic>
        <p:nvPicPr>
          <p:cNvPr id="135" name="Picture 134" descr="image.png"/>
          <p:cNvPicPr>
            <a:picLocks noChangeAspect="1"/>
          </p:cNvPicPr>
          <p:nvPr/>
        </p:nvPicPr>
        <p:blipFill>
          <a:blip r:embed="rId10"/>
          <a:stretch>
            <a:fillRect/>
          </a:stretch>
        </p:blipFill>
        <p:spPr>
          <a:xfrm>
            <a:off x="3533241" y="2826638"/>
            <a:ext cx="685800" cy="198882"/>
          </a:xfrm>
          <a:prstGeom prst="rect">
            <a:avLst/>
          </a:prstGeom>
        </p:spPr>
      </p:pic>
      <p:sp>
        <p:nvSpPr>
          <p:cNvPr id="136" name="Rectangle 135"/>
          <p:cNvSpPr/>
          <p:nvPr/>
        </p:nvSpPr>
        <p:spPr>
          <a:xfrm>
            <a:off x="4310481" y="2377440"/>
            <a:ext cx="2673705" cy="1097280"/>
          </a:xfrm>
          <a:prstGeom prst="rect">
            <a:avLst/>
          </a:prstGeom>
          <a:solidFill>
            <a:srgbClr val="EEF3FA"/>
          </a:solidFill>
          <a:ln w="2794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800" b="1" i="0">
                <a:solidFill>
                  <a:srgbClr val="222222"/>
                </a:solidFill>
                <a:latin typeface="Arial"/>
              </a:rPr>
              <a:t>2 · Action</a:t>
            </a:r>
          </a:p>
          <a:p>
            <a:pPr algn="ctr"/>
            <a:r>
              <a:rPr sz="1600" b="0" i="0">
                <a:solidFill>
                  <a:srgbClr val="222222"/>
                </a:solidFill>
                <a:latin typeface="Arial"/>
              </a:rPr>
              <a:t>Bấm 2 lần, mở giỏ hàng</a:t>
            </a:r>
          </a:p>
        </p:txBody>
      </p:sp>
      <p:pic>
        <p:nvPicPr>
          <p:cNvPr id="137" name="Picture 136" descr="image.png"/>
          <p:cNvPicPr>
            <a:picLocks noChangeAspect="1"/>
          </p:cNvPicPr>
          <p:nvPr/>
        </p:nvPicPr>
        <p:blipFill>
          <a:blip r:embed="rId10"/>
          <a:stretch>
            <a:fillRect/>
          </a:stretch>
        </p:blipFill>
        <p:spPr>
          <a:xfrm>
            <a:off x="7075627" y="2826638"/>
            <a:ext cx="685800" cy="198882"/>
          </a:xfrm>
          <a:prstGeom prst="rect">
            <a:avLst/>
          </a:prstGeom>
        </p:spPr>
      </p:pic>
      <p:sp>
        <p:nvSpPr>
          <p:cNvPr id="138" name="Rectangle 137"/>
          <p:cNvSpPr/>
          <p:nvPr/>
        </p:nvSpPr>
        <p:spPr>
          <a:xfrm>
            <a:off x="7852867" y="2377440"/>
            <a:ext cx="2673705" cy="1097280"/>
          </a:xfrm>
          <a:prstGeom prst="rect">
            <a:avLst/>
          </a:prstGeom>
          <a:solidFill>
            <a:srgbClr val="EEF3FA"/>
          </a:solidFill>
          <a:ln w="2794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800" b="1" i="0">
                <a:solidFill>
                  <a:srgbClr val="222222"/>
                </a:solidFill>
                <a:latin typeface="Arial"/>
              </a:rPr>
              <a:t>3 · Wait</a:t>
            </a:r>
          </a:p>
          <a:p>
            <a:pPr algn="ctr"/>
            <a:r>
              <a:rPr sz="1600" b="0" i="0">
                <a:solidFill>
                  <a:srgbClr val="222222"/>
                </a:solidFill>
                <a:latin typeface="Arial"/>
              </a:rPr>
              <a:t>Chờ dòng tổng tiền hiện ra</a:t>
            </a:r>
          </a:p>
        </p:txBody>
      </p:sp>
      <p:pic>
        <p:nvPicPr>
          <p:cNvPr id="139" name="Picture 138" descr="image.png"/>
          <p:cNvPicPr>
            <a:picLocks noChangeAspect="1"/>
          </p:cNvPicPr>
          <p:nvPr/>
        </p:nvPicPr>
        <p:blipFill>
          <a:blip r:embed="rId10"/>
          <a:stretch>
            <a:fillRect/>
          </a:stretch>
        </p:blipFill>
        <p:spPr>
          <a:xfrm>
            <a:off x="10618012" y="2826638"/>
            <a:ext cx="685800" cy="198882"/>
          </a:xfrm>
          <a:prstGeom prst="rect">
            <a:avLst/>
          </a:prstGeom>
        </p:spPr>
      </p:pic>
      <p:sp>
        <p:nvSpPr>
          <p:cNvPr id="140" name="Rectangle 139"/>
          <p:cNvSpPr/>
          <p:nvPr/>
        </p:nvSpPr>
        <p:spPr>
          <a:xfrm>
            <a:off x="11395252" y="2377440"/>
            <a:ext cx="2673705" cy="1097280"/>
          </a:xfrm>
          <a:prstGeom prst="rect">
            <a:avLst/>
          </a:prstGeom>
          <a:solidFill>
            <a:srgbClr val="EEF3FA"/>
          </a:solidFill>
          <a:ln w="2794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800" b="1" i="0">
                <a:solidFill>
                  <a:srgbClr val="222222"/>
                </a:solidFill>
                <a:latin typeface="Arial"/>
              </a:rPr>
              <a:t>4 · Assertion</a:t>
            </a:r>
          </a:p>
          <a:p>
            <a:pPr algn="ctr"/>
            <a:r>
              <a:rPr sz="1600" b="0" i="0">
                <a:solidFill>
                  <a:srgbClr val="222222"/>
                </a:solidFill>
                <a:latin typeface="Arial"/>
              </a:rPr>
              <a:t>Tổng = 60 000 000 ₫?</a:t>
            </a:r>
          </a:p>
        </p:txBody>
      </p:sp>
      <p:pic>
        <p:nvPicPr>
          <p:cNvPr id="141" name="Picture 140" descr="image.png"/>
          <p:cNvPicPr>
            <a:picLocks noChangeAspect="1"/>
          </p:cNvPicPr>
          <p:nvPr/>
        </p:nvPicPr>
        <p:blipFill>
          <a:blip r:embed="rId10"/>
          <a:stretch>
            <a:fillRect/>
          </a:stretch>
        </p:blipFill>
        <p:spPr>
          <a:xfrm>
            <a:off x="14160398" y="2826638"/>
            <a:ext cx="685800" cy="198882"/>
          </a:xfrm>
          <a:prstGeom prst="rect">
            <a:avLst/>
          </a:prstGeom>
        </p:spPr>
      </p:pic>
      <p:sp>
        <p:nvSpPr>
          <p:cNvPr id="142" name="Rectangle 141"/>
          <p:cNvSpPr/>
          <p:nvPr/>
        </p:nvSpPr>
        <p:spPr>
          <a:xfrm>
            <a:off x="14937638" y="2377440"/>
            <a:ext cx="2673705" cy="1097280"/>
          </a:xfrm>
          <a:prstGeom prst="rect">
            <a:avLst/>
          </a:prstGeom>
          <a:solidFill>
            <a:srgbClr val="EEF3FA"/>
          </a:solidFill>
          <a:ln w="2794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800" b="1" i="0">
                <a:solidFill>
                  <a:srgbClr val="222222"/>
                </a:solidFill>
                <a:latin typeface="Arial"/>
              </a:rPr>
              <a:t>Test Result</a:t>
            </a:r>
          </a:p>
          <a:p>
            <a:pPr algn="ctr"/>
            <a:r>
              <a:rPr sz="1600" b="0" i="0">
                <a:solidFill>
                  <a:srgbClr val="222222"/>
                </a:solidFill>
                <a:latin typeface="Arial"/>
              </a:rPr>
              <a:t>PASS / FAIL dựa trên Assertion</a:t>
            </a:r>
          </a:p>
        </p:txBody>
      </p:sp>
      <p:sp>
        <p:nvSpPr>
          <p:cNvPr id="143" name="Rectangle 142"/>
          <p:cNvSpPr/>
          <p:nvPr/>
        </p:nvSpPr>
        <p:spPr>
          <a:xfrm>
            <a:off x="768096" y="3703320"/>
            <a:ext cx="12390120" cy="3246120"/>
          </a:xfrm>
          <a:prstGeom prst="rect">
            <a:avLst/>
          </a:prstGeom>
          <a:solidFill>
            <a:srgbClr val="F7F9FC"/>
          </a:solidFill>
          <a:ln w="9525">
            <a:solidFill>
              <a:srgbClr val="E1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68096" y="3703320"/>
            <a:ext cx="64008" cy="32461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50976" y="3776472"/>
            <a:ext cx="12161520" cy="3099815"/>
          </a:xfrm>
          <a:prstGeom prst="rect">
            <a:avLst/>
          </a:prstGeom>
          <a:noFill/>
        </p:spPr>
        <p:txBody>
          <a:bodyPr wrap="square" anchor="t" lIns="45720" rIns="45720" tIns="36576" bIns="36576">
            <a:spAutoFit/>
          </a:bodyPr>
          <a:lstStyle/>
          <a:p>
            <a:pPr algn="l">
              <a:lnSpc>
                <a:spcPct val="110000"/>
              </a:lnSpc>
            </a:pPr>
            <a:r>
              <a:rPr sz="1800" b="0" i="0">
                <a:solidFill>
                  <a:srgbClr val="222222"/>
                </a:solidFill>
                <a:latin typeface="Courier New"/>
              </a:rPr>
              <a:t>const byId = (id) =&gt; driver.$(`android=new UiSelector().resourceId("${id}")`);</a:t>
            </a:r>
          </a:p>
          <a:p>
            <a:pPr algn="l">
              <a:lnSpc>
                <a:spcPct val="110000"/>
              </a:lnSpc>
            </a:pPr>
            <a:r>
              <a:rPr sz="1800" b="0" i="0">
                <a:solidFill>
                  <a:srgbClr val="222222"/>
                </a:solidFill>
                <a:latin typeface="Courier New"/>
              </a:rPr>
              <a:t>const addBtn = await byId("product-add-1");</a:t>
            </a:r>
            <a:r>
              <a:rPr sz="1800" b="1" i="0">
                <a:solidFill>
                  <a:srgbClr val="1F4E79"/>
                </a:solidFill>
                <a:latin typeface="Courier New"/>
              </a:rPr>
              <a:t>          // 1 Locator</a:t>
            </a:r>
          </a:p>
          <a:p>
            <a:pPr algn="l">
              <a:lnSpc>
                <a:spcPct val="110000"/>
              </a:lnSpc>
            </a:pPr>
            <a:r>
              <a:rPr sz="1800" b="0" i="0">
                <a:solidFill>
                  <a:srgbClr val="222222"/>
                </a:solidFill>
                <a:latin typeface="Courier New"/>
              </a:rPr>
              <a:t>for (let i = 0; i &lt; 2; i++) {</a:t>
            </a:r>
            <a:r>
              <a:rPr sz="1800" b="1" i="0">
                <a:solidFill>
                  <a:srgbClr val="1F4E79"/>
                </a:solidFill>
                <a:latin typeface="Courier New"/>
              </a:rPr>
              <a:t>                        // 2 Action: thêm 2 lần</a:t>
            </a:r>
          </a:p>
          <a:p>
            <a:pPr algn="l">
              <a:lnSpc>
                <a:spcPct val="110000"/>
              </a:lnSpc>
            </a:pPr>
            <a:r>
              <a:rPr sz="1800" b="0" i="0">
                <a:solidFill>
                  <a:srgbClr val="222222"/>
                </a:solidFill>
                <a:latin typeface="Courier New"/>
              </a:rPr>
              <a:t>  await addBtn.click();</a:t>
            </a:r>
          </a:p>
          <a:p>
            <a:pPr algn="l">
              <a:lnSpc>
                <a:spcPct val="110000"/>
              </a:lnSpc>
            </a:pPr>
            <a:r>
              <a:rPr sz="1800" b="0" i="0">
                <a:solidFill>
                  <a:srgbClr val="222222"/>
                </a:solidFill>
                <a:latin typeface="Courier New"/>
              </a:rPr>
              <a:t>  await (await byId("android:id/button1")).click();</a:t>
            </a:r>
            <a:r>
              <a:rPr sz="1800" b="0" i="0">
                <a:solidFill>
                  <a:srgbClr val="7A8494"/>
                </a:solidFill>
                <a:latin typeface="Courier New"/>
              </a:rPr>
              <a:t>  // đóng hộp thoại "Thành công"</a:t>
            </a:r>
          </a:p>
          <a:p>
            <a:pPr algn="l">
              <a:lnSpc>
                <a:spcPct val="110000"/>
              </a:lnSpc>
            </a:pPr>
            <a:r>
              <a:rPr sz="1800" b="0" i="0">
                <a:solidFill>
                  <a:srgbClr val="222222"/>
                </a:solidFill>
                <a:latin typeface="Courier New"/>
              </a:rPr>
              <a:t>}</a:t>
            </a:r>
          </a:p>
          <a:p>
            <a:pPr algn="l">
              <a:lnSpc>
                <a:spcPct val="110000"/>
              </a:lnSpc>
            </a:pPr>
            <a:r>
              <a:rPr sz="1800" b="0" i="0">
                <a:solidFill>
                  <a:srgbClr val="222222"/>
                </a:solidFill>
                <a:latin typeface="Courier New"/>
              </a:rPr>
              <a:t>await (await byId("nav-cart")).click();</a:t>
            </a:r>
            <a:r>
              <a:rPr sz="1800" b="0" i="0">
                <a:solidFill>
                  <a:srgbClr val="7A8494"/>
                </a:solidFill>
                <a:latin typeface="Courier New"/>
              </a:rPr>
              <a:t>              // mở giỏ hàng</a:t>
            </a:r>
          </a:p>
          <a:p>
            <a:pPr algn="l">
              <a:lnSpc>
                <a:spcPct val="110000"/>
              </a:lnSpc>
            </a:pPr>
            <a:r>
              <a:rPr sz="1800" b="0" i="0">
                <a:solidFill>
                  <a:srgbClr val="222222"/>
                </a:solidFill>
                <a:latin typeface="Courier New"/>
              </a:rPr>
              <a:t>const total = await byId("cart-total");</a:t>
            </a:r>
          </a:p>
          <a:p>
            <a:pPr algn="l">
              <a:lnSpc>
                <a:spcPct val="110000"/>
              </a:lnSpc>
            </a:pPr>
            <a:r>
              <a:rPr sz="1800" b="0" i="0">
                <a:solidFill>
                  <a:srgbClr val="222222"/>
                </a:solidFill>
                <a:latin typeface="Courier New"/>
              </a:rPr>
              <a:t>await total.waitForDisplayed({ timeout: 10_000 });</a:t>
            </a:r>
            <a:r>
              <a:rPr sz="1800" b="1" i="0">
                <a:solidFill>
                  <a:srgbClr val="1F4E79"/>
                </a:solidFill>
                <a:latin typeface="Courier New"/>
              </a:rPr>
              <a:t>   // 3 Wait: chờ điều kiện</a:t>
            </a:r>
          </a:p>
          <a:p>
            <a:pPr algn="l">
              <a:lnSpc>
                <a:spcPct val="110000"/>
              </a:lnSpc>
            </a:pPr>
            <a:r>
              <a:rPr sz="1800" b="0" i="0">
                <a:solidFill>
                  <a:srgbClr val="222222"/>
                </a:solidFill>
                <a:latin typeface="Courier New"/>
              </a:rPr>
              <a:t>assert.equal((await total.getText()).replace(/\D/g, ""), "60000000");</a:t>
            </a:r>
            <a:r>
              <a:rPr sz="1800" b="1" i="0">
                <a:solidFill>
                  <a:srgbClr val="1F4E79"/>
                </a:solidFill>
                <a:latin typeface="Courier New"/>
              </a:rPr>
              <a:t>  // 4 Assertion</a:t>
            </a:r>
          </a:p>
        </p:txBody>
      </p:sp>
      <p:pic>
        <p:nvPicPr>
          <p:cNvPr id="146" name="Picture 145" descr="eshop_cart_total.png"/>
          <p:cNvPicPr>
            <a:picLocks noChangeAspect="1"/>
          </p:cNvPicPr>
          <p:nvPr/>
        </p:nvPicPr>
        <p:blipFill>
          <a:blip r:embed="rId11"/>
          <a:stretch>
            <a:fillRect/>
          </a:stretch>
        </p:blipFill>
        <p:spPr>
          <a:xfrm>
            <a:off x="13405104" y="3703320"/>
            <a:ext cx="4206240" cy="3135207"/>
          </a:xfrm>
          <a:prstGeom prst="rect">
            <a:avLst/>
          </a:prstGeom>
          <a:ln w="9525">
            <a:solidFill>
              <a:srgbClr val="CCCCCC"/>
            </a:solidFill>
          </a:ln>
        </p:spPr>
      </p:pic>
      <p:sp>
        <p:nvSpPr>
          <p:cNvPr id="147" name="TextBox 146"/>
          <p:cNvSpPr txBox="1"/>
          <p:nvPr/>
        </p:nvSpPr>
        <p:spPr>
          <a:xfrm>
            <a:off x="13405104" y="6884247"/>
            <a:ext cx="4206240" cy="457200"/>
          </a:xfrm>
          <a:prstGeom prst="rect">
            <a:avLst/>
          </a:prstGeom>
          <a:noFill/>
        </p:spPr>
        <p:txBody>
          <a:bodyPr wrap="square" anchor="t">
            <a:spAutoFit/>
          </a:bodyPr>
          <a:lstStyle/>
          <a:p>
            <a:pPr algn="l"/>
            <a:r>
              <a:rPr sz="1300" b="0" i="0">
                <a:solidFill>
                  <a:srgbClr val="555555"/>
                </a:solidFill>
                <a:latin typeface="Arial"/>
              </a:rPr>
              <a:t>Màn giỏ hàng EShop lúc test chạy trên emulator (23/10/2026).</a:t>
            </a:r>
          </a:p>
        </p:txBody>
      </p:sp>
      <p:sp>
        <p:nvSpPr>
          <p:cNvPr id="148" name="TextBox 147"/>
          <p:cNvSpPr txBox="1"/>
          <p:nvPr/>
        </p:nvSpPr>
        <p:spPr>
          <a:xfrm>
            <a:off x="768096" y="7086600"/>
            <a:ext cx="12390120" cy="548640"/>
          </a:xfrm>
          <a:prstGeom prst="rect">
            <a:avLst/>
          </a:prstGeom>
          <a:noFill/>
        </p:spPr>
        <p:txBody>
          <a:bodyPr wrap="square" anchor="t">
            <a:spAutoFit/>
          </a:bodyPr>
          <a:lstStyle/>
          <a:p>
            <a:pPr algn="l"/>
            <a:r>
              <a:rPr sz="1500" b="1" i="0">
                <a:solidFill>
                  <a:srgbClr val="555555"/>
                </a:solidFill>
                <a:latin typeface="Arial"/>
              </a:rPr>
              <a:t>Best practice: </a:t>
            </a:r>
            <a:r>
              <a:rPr sz="1500" b="0" i="0">
                <a:solidFill>
                  <a:srgbClr val="555555"/>
                </a:solidFill>
                <a:latin typeface="Arial"/>
              </a:rPr>
              <a:t>Explicit Wait — chờ điều kiện cụ thể thay vì dùng thời gian chờ cố định. Bộ test thật gom các bước này vào Page Object (</a:t>
            </a:r>
            <a:r>
              <a:rPr sz="1400" b="0" i="0">
                <a:solidFill>
                  <a:srgbClr val="555555"/>
                </a:solidFill>
                <a:latin typeface="Courier New"/>
              </a:rPr>
              <a:t>home.addToCart(1, 2)</a:t>
            </a:r>
            <a:r>
              <a:rPr sz="1500" b="0" i="0">
                <a:solidFill>
                  <a:srgbClr val="555555"/>
                </a:solidFill>
                <a:latin typeface="Arial"/>
              </a:rPr>
              <a:t>).</a:t>
            </a:r>
          </a:p>
        </p:txBody>
      </p:sp>
      <p:sp>
        <p:nvSpPr>
          <p:cNvPr id="149" name="Rectangle 148"/>
          <p:cNvSpPr/>
          <p:nvPr/>
        </p:nvSpPr>
        <p:spPr>
          <a:xfrm>
            <a:off x="768096" y="7818120"/>
            <a:ext cx="16843248" cy="960120"/>
          </a:xfrm>
          <a:prstGeom prst="rect">
            <a:avLst/>
          </a:prstGeom>
          <a:solidFill>
            <a:srgbClr val="FF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768096" y="7818120"/>
            <a:ext cx="82296" cy="9601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996695" y="7818120"/>
            <a:ext cx="16523208" cy="960120"/>
          </a:xfrm>
          <a:prstGeom prst="rect">
            <a:avLst/>
          </a:prstGeom>
          <a:noFill/>
        </p:spPr>
        <p:txBody>
          <a:bodyPr wrap="square" anchor="ctr">
            <a:spAutoFit/>
          </a:bodyPr>
          <a:lstStyle/>
          <a:p>
            <a:pPr algn="l"/>
            <a:r>
              <a:rPr sz="2000" b="1" i="0">
                <a:solidFill>
                  <a:srgbClr val="6A160D"/>
                </a:solidFill>
                <a:latin typeface="Arial"/>
              </a:rPr>
              <a:t>Test này pass vì tổng tiền đúng. Nhưng nếu dòng tổng lệch sang trái và nút thanh toán đổi màu, Appium có phát hiện được không? → Applitools Eyes</a:t>
            </a:r>
          </a:p>
        </p:txBody>
      </p:sp>
      <p:grpSp>
        <p:nvGrpSpPr>
          <p:cNvPr name="Group 126" id="126"/>
          <p:cNvGrpSpPr/>
          <p:nvPr/>
        </p:nvGrpSpPr>
        <p:grpSpPr>
          <a:xfrm rot="0">
            <a:off x="0" y="0"/>
            <a:ext cx="18288181" cy="143104"/>
            <a:chOff x="0" y="0"/>
            <a:chExt cx="24384241" cy="190805"/>
          </a:xfrm>
        </p:grpSpPr>
        <p:sp>
          <p:nvSpPr>
            <p:cNvPr name="Freeform 127" id="127"/>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129" id="129"/>
          <p:cNvGrpSpPr/>
          <p:nvPr/>
        </p:nvGrpSpPr>
        <p:grpSpPr>
          <a:xfrm rot="0">
            <a:off x="0" y="9943557"/>
            <a:ext cx="18288181" cy="343443"/>
            <a:chOff x="0" y="0"/>
            <a:chExt cx="24384241" cy="457924"/>
          </a:xfrm>
        </p:grpSpPr>
        <p:sp>
          <p:nvSpPr>
            <p:cNvPr name="Freeform 130" id="130"/>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131" id="131"/>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132" id="132"/>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9 · Viết test</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8" id="8"/>
          <p:cNvGrpSpPr/>
          <p:nvPr/>
        </p:nvGrpSpPr>
        <p:grpSpPr>
          <a:xfrm rot="0">
            <a:off x="685257" y="7228980"/>
            <a:ext cx="16917124" cy="486537"/>
            <a:chOff x="0" y="0"/>
            <a:chExt cx="22556165" cy="648716"/>
          </a:xfrm>
        </p:grpSpPr>
        <p:sp>
          <p:nvSpPr>
            <p:cNvPr name="Freeform 9" id="9"/>
            <p:cNvSpPr/>
            <p:nvPr/>
          </p:nvSpPr>
          <p:spPr>
            <a:xfrm flipH="false" flipV="false" rot="0">
              <a:off x="0" y="0"/>
              <a:ext cx="22556215" cy="648716"/>
            </a:xfrm>
            <a:custGeom>
              <a:avLst/>
              <a:gdLst/>
              <a:ahLst/>
              <a:cxnLst/>
              <a:rect r="r" b="b" t="t" l="l"/>
              <a:pathLst>
                <a:path h="648716" w="22556215">
                  <a:moveTo>
                    <a:pt x="0" y="0"/>
                  </a:moveTo>
                  <a:lnTo>
                    <a:pt x="22556215" y="0"/>
                  </a:lnTo>
                  <a:lnTo>
                    <a:pt x="22556215" y="648716"/>
                  </a:lnTo>
                  <a:lnTo>
                    <a:pt x="0" y="648716"/>
                  </a:lnTo>
                  <a:lnTo>
                    <a:pt x="0" y="0"/>
                  </a:lnTo>
                  <a:close/>
                </a:path>
              </a:pathLst>
            </a:custGeom>
            <a:solidFill>
              <a:srgbClr val="1F4E79"/>
            </a:solidFill>
          </p:spPr>
        </p:sp>
      </p:grpSp>
      <p:sp>
        <p:nvSpPr>
          <p:cNvPr name="Freeform 10" id="10"/>
          <p:cNvSpPr/>
          <p:nvPr/>
        </p:nvSpPr>
        <p:spPr>
          <a:xfrm flipH="false" flipV="false" rot="0">
            <a:off x="728462" y="3957123"/>
            <a:ext cx="86401" cy="86401"/>
          </a:xfrm>
          <a:custGeom>
            <a:avLst/>
            <a:gdLst/>
            <a:ahLst/>
            <a:cxnLst/>
            <a:rect r="r" b="b" t="t" l="l"/>
            <a:pathLst>
              <a:path h="86401" w="86401">
                <a:moveTo>
                  <a:pt x="0" y="0"/>
                </a:moveTo>
                <a:lnTo>
                  <a:pt x="86402" y="0"/>
                </a:lnTo>
                <a:lnTo>
                  <a:pt x="86402" y="86401"/>
                </a:lnTo>
                <a:lnTo>
                  <a:pt x="0" y="864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685800" y="2690127"/>
            <a:ext cx="8491499" cy="625469"/>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Visual testing và Applitools Eyes</a:t>
            </a:r>
          </a:p>
        </p:txBody>
      </p:sp>
      <p:sp>
        <p:nvSpPr>
          <p:cNvPr name="TextBox 12" id="12"/>
          <p:cNvSpPr txBox="true"/>
          <p:nvPr/>
        </p:nvSpPr>
        <p:spPr>
          <a:xfrm rot="0">
            <a:off x="1000077" y="3805037"/>
            <a:ext cx="7599959"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Checkpoint </a:t>
            </a:r>
            <a:r>
              <a:rPr lang="en-US" sz="2370" spc="-1">
                <a:solidFill>
                  <a:srgbClr val="222222"/>
                </a:solidFill>
                <a:latin typeface="Arial"/>
                <a:ea typeface="Arial"/>
                <a:cs typeface="Arial"/>
                <a:sym typeface="Arial"/>
              </a:rPr>
              <a:t>= ảnh chụp tại một bước; </a:t>
            </a:r>
            <a:r>
              <a:rPr lang="en-US" b="true" sz="2370" spc="-1">
                <a:solidFill>
                  <a:srgbClr val="222222"/>
                </a:solidFill>
                <a:latin typeface="Arial Bold"/>
                <a:ea typeface="Arial Bold"/>
                <a:cs typeface="Arial Bold"/>
                <a:sym typeface="Arial Bold"/>
              </a:rPr>
              <a:t>baseline </a:t>
            </a:r>
            <a:r>
              <a:rPr lang="en-US" sz="2370" spc="-1">
                <a:solidFill>
                  <a:srgbClr val="222222"/>
                </a:solidFill>
                <a:latin typeface="Arial"/>
                <a:ea typeface="Arial"/>
                <a:cs typeface="Arial"/>
                <a:sym typeface="Arial"/>
              </a:rPr>
              <a:t>= ảnh đã</a:t>
            </a:r>
          </a:p>
        </p:txBody>
      </p:sp>
      <p:sp>
        <p:nvSpPr>
          <p:cNvPr name="TextBox 13" id="13"/>
          <p:cNvSpPr txBox="true"/>
          <p:nvPr/>
        </p:nvSpPr>
        <p:spPr>
          <a:xfrm rot="0">
            <a:off x="1000077" y="4191133"/>
            <a:ext cx="7967701"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được người duyệt. Visual AI so cấu trúc và bỏ nhiễu render,</a:t>
            </a:r>
          </a:p>
        </p:txBody>
      </p:sp>
      <p:sp>
        <p:nvSpPr>
          <p:cNvPr name="Freeform 14" id="14"/>
          <p:cNvSpPr/>
          <p:nvPr/>
        </p:nvSpPr>
        <p:spPr>
          <a:xfrm flipH="false" flipV="false" rot="0">
            <a:off x="728462" y="5200202"/>
            <a:ext cx="86401" cy="86401"/>
          </a:xfrm>
          <a:custGeom>
            <a:avLst/>
            <a:gdLst/>
            <a:ahLst/>
            <a:cxnLst/>
            <a:rect r="r" b="b" t="t" l="l"/>
            <a:pathLst>
              <a:path h="86401" w="86401">
                <a:moveTo>
                  <a:pt x="0" y="0"/>
                </a:moveTo>
                <a:lnTo>
                  <a:pt x="86402" y="0"/>
                </a:lnTo>
                <a:lnTo>
                  <a:pt x="86402" y="86402"/>
                </a:lnTo>
                <a:lnTo>
                  <a:pt x="0" y="864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000077" y="4576696"/>
            <a:ext cx="2614136"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không so từng pixel</a:t>
            </a:r>
          </a:p>
        </p:txBody>
      </p:sp>
      <p:sp>
        <p:nvSpPr>
          <p:cNvPr name="TextBox 16" id="16"/>
          <p:cNvSpPr txBox="true"/>
          <p:nvPr/>
        </p:nvSpPr>
        <p:spPr>
          <a:xfrm rot="0">
            <a:off x="1000077" y="5048117"/>
            <a:ext cx="7467124"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Match level </a:t>
            </a:r>
            <a:r>
              <a:rPr lang="en-US" sz="2370" spc="-1">
                <a:solidFill>
                  <a:srgbClr val="222222"/>
                </a:solidFill>
                <a:latin typeface="Arial"/>
                <a:ea typeface="Arial"/>
                <a:cs typeface="Arial"/>
                <a:sym typeface="Arial"/>
              </a:rPr>
              <a:t>(Strict, Layout…) và </a:t>
            </a:r>
            <a:r>
              <a:rPr lang="en-US" b="true" sz="2370" spc="-1">
                <a:solidFill>
                  <a:srgbClr val="222222"/>
                </a:solidFill>
                <a:latin typeface="Arial Bold"/>
                <a:ea typeface="Arial Bold"/>
                <a:cs typeface="Arial Bold"/>
                <a:sym typeface="Arial Bold"/>
              </a:rPr>
              <a:t>ignore / layout region</a:t>
            </a:r>
          </a:p>
        </p:txBody>
      </p:sp>
      <p:sp>
        <p:nvSpPr>
          <p:cNvPr name="Freeform 17" id="17"/>
          <p:cNvSpPr/>
          <p:nvPr/>
        </p:nvSpPr>
        <p:spPr>
          <a:xfrm flipH="false" flipV="false" rot="0">
            <a:off x="728462" y="6057719"/>
            <a:ext cx="86401" cy="86401"/>
          </a:xfrm>
          <a:custGeom>
            <a:avLst/>
            <a:gdLst/>
            <a:ahLst/>
            <a:cxnLst/>
            <a:rect r="r" b="b" t="t" l="l"/>
            <a:pathLst>
              <a:path h="86401" w="86401">
                <a:moveTo>
                  <a:pt x="0" y="0"/>
                </a:moveTo>
                <a:lnTo>
                  <a:pt x="86402" y="0"/>
                </a:lnTo>
                <a:lnTo>
                  <a:pt x="86402" y="86401"/>
                </a:lnTo>
                <a:lnTo>
                  <a:pt x="0" y="86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1000077" y="5433679"/>
            <a:ext cx="4429077"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cho vùng động (đồng hồ, banner)</a:t>
            </a:r>
          </a:p>
        </p:txBody>
      </p:sp>
      <p:sp>
        <p:nvSpPr>
          <p:cNvPr name="TextBox 19" id="19"/>
          <p:cNvSpPr txBox="true"/>
          <p:nvPr/>
        </p:nvSpPr>
        <p:spPr>
          <a:xfrm rot="0">
            <a:off x="1000077" y="5905633"/>
            <a:ext cx="7316457"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Kết quả </a:t>
            </a:r>
            <a:r>
              <a:rPr lang="en-US" b="true" sz="2370" spc="-1">
                <a:solidFill>
                  <a:srgbClr val="222222"/>
                </a:solidFill>
                <a:latin typeface="Arial Bold"/>
                <a:ea typeface="Arial Bold"/>
                <a:cs typeface="Arial Bold"/>
                <a:sym typeface="Arial Bold"/>
              </a:rPr>
              <a:t>Passed / Unresolved </a:t>
            </a:r>
            <a:r>
              <a:rPr lang="en-US" sz="2370" spc="-1">
                <a:solidFill>
                  <a:srgbClr val="222222"/>
                </a:solidFill>
                <a:latin typeface="Arial"/>
                <a:ea typeface="Arial"/>
                <a:cs typeface="Arial"/>
                <a:sym typeface="Arial"/>
              </a:rPr>
              <a:t>→ người </a:t>
            </a:r>
            <a:r>
              <a:rPr lang="en-US" b="true" sz="2370" spc="-1">
                <a:solidFill>
                  <a:srgbClr val="222222"/>
                </a:solidFill>
                <a:latin typeface="Arial Bold"/>
                <a:ea typeface="Arial Bold"/>
                <a:cs typeface="Arial Bold"/>
                <a:sym typeface="Arial Bold"/>
              </a:rPr>
              <a:t>Accept </a:t>
            </a:r>
            <a:r>
              <a:rPr lang="en-US" sz="2370" spc="-1">
                <a:solidFill>
                  <a:srgbClr val="222222"/>
                </a:solidFill>
                <a:latin typeface="Arial"/>
                <a:ea typeface="Arial"/>
                <a:cs typeface="Arial"/>
                <a:sym typeface="Arial"/>
              </a:rPr>
              <a:t>(thành</a:t>
            </a:r>
          </a:p>
        </p:txBody>
      </p:sp>
      <p:sp>
        <p:nvSpPr>
          <p:cNvPr name="TextBox 20" id="20"/>
          <p:cNvSpPr txBox="true"/>
          <p:nvPr/>
        </p:nvSpPr>
        <p:spPr>
          <a:xfrm rot="0">
            <a:off x="1000077" y="6291196"/>
            <a:ext cx="7647480"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baseline mới) hoặc </a:t>
            </a:r>
            <a:r>
              <a:rPr lang="en-US" b="true" sz="2370" spc="-1">
                <a:solidFill>
                  <a:srgbClr val="222222"/>
                </a:solidFill>
                <a:latin typeface="Arial Bold"/>
                <a:ea typeface="Arial Bold"/>
                <a:cs typeface="Arial Bold"/>
                <a:sym typeface="Arial Bold"/>
              </a:rPr>
              <a:t>Reject </a:t>
            </a:r>
            <a:r>
              <a:rPr lang="en-US" sz="2370" spc="-1">
                <a:solidFill>
                  <a:srgbClr val="222222"/>
                </a:solidFill>
                <a:latin typeface="Arial"/>
                <a:ea typeface="Arial"/>
                <a:cs typeface="Arial"/>
                <a:sym typeface="Arial"/>
              </a:rPr>
              <a:t>(bug). Công cụ chỉ báo "khác",</a:t>
            </a:r>
          </a:p>
        </p:txBody>
      </p:sp>
      <p:grpSp>
        <p:nvGrpSpPr>
          <p:cNvPr name="Group 21" id="21"/>
          <p:cNvGrpSpPr/>
          <p:nvPr/>
        </p:nvGrpSpPr>
        <p:grpSpPr>
          <a:xfrm rot="0">
            <a:off x="9315002" y="3843176"/>
            <a:ext cx="8287379" cy="486004"/>
            <a:chOff x="0" y="0"/>
            <a:chExt cx="11049838" cy="648005"/>
          </a:xfrm>
        </p:grpSpPr>
        <p:sp>
          <p:nvSpPr>
            <p:cNvPr name="Freeform 22" id="22"/>
            <p:cNvSpPr/>
            <p:nvPr/>
          </p:nvSpPr>
          <p:spPr>
            <a:xfrm flipH="false" flipV="false" rot="0">
              <a:off x="0" y="0"/>
              <a:ext cx="11049889" cy="647954"/>
            </a:xfrm>
            <a:custGeom>
              <a:avLst/>
              <a:gdLst/>
              <a:ahLst/>
              <a:cxnLst/>
              <a:rect r="r" b="b" t="t" l="l"/>
              <a:pathLst>
                <a:path h="647954" w="11049889">
                  <a:moveTo>
                    <a:pt x="0" y="0"/>
                  </a:moveTo>
                  <a:lnTo>
                    <a:pt x="11049889" y="0"/>
                  </a:lnTo>
                  <a:lnTo>
                    <a:pt x="11049889" y="647954"/>
                  </a:lnTo>
                  <a:lnTo>
                    <a:pt x="0" y="647954"/>
                  </a:lnTo>
                  <a:lnTo>
                    <a:pt x="0" y="0"/>
                  </a:lnTo>
                  <a:close/>
                </a:path>
              </a:pathLst>
            </a:custGeom>
            <a:solidFill>
              <a:srgbClr val="C00000"/>
            </a:solidFill>
          </p:spPr>
        </p:sp>
      </p:grpSp>
      <p:sp>
        <p:nvSpPr>
          <p:cNvPr name="Freeform 23" id="23"/>
          <p:cNvSpPr/>
          <p:nvPr/>
        </p:nvSpPr>
        <p:spPr>
          <a:xfrm flipH="false" flipV="false" rot="0">
            <a:off x="9343615" y="4421524"/>
            <a:ext cx="8251736" cy="1129684"/>
          </a:xfrm>
          <a:custGeom>
            <a:avLst/>
            <a:gdLst/>
            <a:ahLst/>
            <a:cxnLst/>
            <a:rect r="r" b="b" t="t" l="l"/>
            <a:pathLst>
              <a:path h="1129684" w="8251736">
                <a:moveTo>
                  <a:pt x="0" y="0"/>
                </a:moveTo>
                <a:lnTo>
                  <a:pt x="8251737" y="0"/>
                </a:lnTo>
                <a:lnTo>
                  <a:pt x="8251737" y="1129684"/>
                </a:lnTo>
                <a:lnTo>
                  <a:pt x="0" y="11296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4" id="24"/>
          <p:cNvGrpSpPr/>
          <p:nvPr/>
        </p:nvGrpSpPr>
        <p:grpSpPr>
          <a:xfrm rot="0">
            <a:off x="9315002" y="4414504"/>
            <a:ext cx="8287379" cy="1143724"/>
            <a:chOff x="0" y="0"/>
            <a:chExt cx="11049838" cy="1524965"/>
          </a:xfrm>
        </p:grpSpPr>
        <p:sp>
          <p:nvSpPr>
            <p:cNvPr name="Freeform 25" id="25"/>
            <p:cNvSpPr/>
            <p:nvPr/>
          </p:nvSpPr>
          <p:spPr>
            <a:xfrm flipH="false" flipV="false" rot="0">
              <a:off x="0" y="0"/>
              <a:ext cx="11049889" cy="1525016"/>
            </a:xfrm>
            <a:custGeom>
              <a:avLst/>
              <a:gdLst/>
              <a:ahLst/>
              <a:cxnLst/>
              <a:rect r="r" b="b" t="t" l="l"/>
              <a:pathLst>
                <a:path h="1525016" w="11049889">
                  <a:moveTo>
                    <a:pt x="0" y="0"/>
                  </a:moveTo>
                  <a:lnTo>
                    <a:pt x="11049889" y="0"/>
                  </a:lnTo>
                  <a:lnTo>
                    <a:pt x="11049889" y="1525016"/>
                  </a:lnTo>
                  <a:lnTo>
                    <a:pt x="0" y="1525016"/>
                  </a:lnTo>
                  <a:lnTo>
                    <a:pt x="0" y="0"/>
                  </a:lnTo>
                  <a:close/>
                </a:path>
              </a:pathLst>
            </a:custGeom>
            <a:solidFill>
              <a:srgbClr val="D1D9E0"/>
            </a:solidFill>
          </p:spPr>
        </p:sp>
      </p:grpSp>
      <p:grpSp>
        <p:nvGrpSpPr>
          <p:cNvPr name="Group 26" id="26"/>
          <p:cNvGrpSpPr/>
          <p:nvPr/>
        </p:nvGrpSpPr>
        <p:grpSpPr>
          <a:xfrm rot="0">
            <a:off x="9315002" y="4414504"/>
            <a:ext cx="8287379" cy="1143724"/>
            <a:chOff x="0" y="0"/>
            <a:chExt cx="11049838" cy="1524965"/>
          </a:xfrm>
        </p:grpSpPr>
        <p:sp>
          <p:nvSpPr>
            <p:cNvPr name="Freeform 27" id="27"/>
            <p:cNvSpPr/>
            <p:nvPr/>
          </p:nvSpPr>
          <p:spPr>
            <a:xfrm flipH="false" flipV="false" rot="0">
              <a:off x="0" y="0"/>
              <a:ext cx="11049889" cy="1525016"/>
            </a:xfrm>
            <a:custGeom>
              <a:avLst/>
              <a:gdLst/>
              <a:ahLst/>
              <a:cxnLst/>
              <a:rect r="r" b="b" t="t" l="l"/>
              <a:pathLst>
                <a:path h="1525016" w="11049889">
                  <a:moveTo>
                    <a:pt x="0" y="0"/>
                  </a:moveTo>
                  <a:lnTo>
                    <a:pt x="11049889" y="0"/>
                  </a:lnTo>
                  <a:lnTo>
                    <a:pt x="11049889" y="1525016"/>
                  </a:lnTo>
                  <a:lnTo>
                    <a:pt x="0" y="1525016"/>
                  </a:lnTo>
                  <a:lnTo>
                    <a:pt x="0" y="0"/>
                  </a:lnTo>
                  <a:close/>
                </a:path>
              </a:pathLst>
            </a:custGeom>
            <a:solidFill>
              <a:srgbClr val="D1D9E0"/>
            </a:solidFill>
          </p:spPr>
        </p:sp>
      </p:grpSp>
      <p:grpSp>
        <p:nvGrpSpPr>
          <p:cNvPr name="Group 28" id="28"/>
          <p:cNvGrpSpPr/>
          <p:nvPr/>
        </p:nvGrpSpPr>
        <p:grpSpPr>
          <a:xfrm rot="0">
            <a:off x="9315002" y="4414504"/>
            <a:ext cx="8287379" cy="1143724"/>
            <a:chOff x="0" y="0"/>
            <a:chExt cx="11049838" cy="1524965"/>
          </a:xfrm>
        </p:grpSpPr>
        <p:sp>
          <p:nvSpPr>
            <p:cNvPr name="Freeform 29" id="29"/>
            <p:cNvSpPr/>
            <p:nvPr/>
          </p:nvSpPr>
          <p:spPr>
            <a:xfrm flipH="false" flipV="false" rot="0">
              <a:off x="0" y="0"/>
              <a:ext cx="11049889" cy="1525016"/>
            </a:xfrm>
            <a:custGeom>
              <a:avLst/>
              <a:gdLst/>
              <a:ahLst/>
              <a:cxnLst/>
              <a:rect r="r" b="b" t="t" l="l"/>
              <a:pathLst>
                <a:path h="1525016" w="11049889">
                  <a:moveTo>
                    <a:pt x="0" y="0"/>
                  </a:moveTo>
                  <a:lnTo>
                    <a:pt x="11049889" y="0"/>
                  </a:lnTo>
                  <a:lnTo>
                    <a:pt x="11049889" y="1525016"/>
                  </a:lnTo>
                  <a:lnTo>
                    <a:pt x="0" y="1525016"/>
                  </a:lnTo>
                  <a:lnTo>
                    <a:pt x="0" y="0"/>
                  </a:lnTo>
                  <a:close/>
                </a:path>
              </a:pathLst>
            </a:custGeom>
            <a:solidFill>
              <a:srgbClr val="D1D9E0"/>
            </a:solidFill>
          </p:spPr>
        </p:sp>
      </p:grpSp>
      <p:grpSp>
        <p:nvGrpSpPr>
          <p:cNvPr name="Group 30" id="30"/>
          <p:cNvGrpSpPr/>
          <p:nvPr/>
        </p:nvGrpSpPr>
        <p:grpSpPr>
          <a:xfrm rot="0">
            <a:off x="9315002" y="4414504"/>
            <a:ext cx="8287379" cy="1143724"/>
            <a:chOff x="0" y="0"/>
            <a:chExt cx="11049838" cy="1524965"/>
          </a:xfrm>
        </p:grpSpPr>
        <p:sp>
          <p:nvSpPr>
            <p:cNvPr name="Freeform 31" id="31"/>
            <p:cNvSpPr/>
            <p:nvPr/>
          </p:nvSpPr>
          <p:spPr>
            <a:xfrm flipH="false" flipV="false" rot="0">
              <a:off x="0" y="0"/>
              <a:ext cx="11049889" cy="1525016"/>
            </a:xfrm>
            <a:custGeom>
              <a:avLst/>
              <a:gdLst/>
              <a:ahLst/>
              <a:cxnLst/>
              <a:rect r="r" b="b" t="t" l="l"/>
              <a:pathLst>
                <a:path h="1525016" w="11049889">
                  <a:moveTo>
                    <a:pt x="0" y="0"/>
                  </a:moveTo>
                  <a:lnTo>
                    <a:pt x="11049889" y="0"/>
                  </a:lnTo>
                  <a:lnTo>
                    <a:pt x="11049889" y="1525016"/>
                  </a:lnTo>
                  <a:lnTo>
                    <a:pt x="0" y="1525016"/>
                  </a:lnTo>
                  <a:lnTo>
                    <a:pt x="0" y="0"/>
                  </a:lnTo>
                  <a:close/>
                </a:path>
              </a:pathLst>
            </a:custGeom>
            <a:solidFill>
              <a:srgbClr val="1F4E79"/>
            </a:solidFill>
          </p:spPr>
        </p:sp>
      </p:grpSp>
      <p:sp>
        <p:nvSpPr>
          <p:cNvPr name="TextBox 32" id="32"/>
          <p:cNvSpPr txBox="true"/>
          <p:nvPr/>
        </p:nvSpPr>
        <p:spPr>
          <a:xfrm rot="0">
            <a:off x="1000077" y="6676758"/>
            <a:ext cx="2826363"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con người quyết định</a:t>
            </a:r>
          </a:p>
        </p:txBody>
      </p:sp>
      <p:sp>
        <p:nvSpPr>
          <p:cNvPr name="TextBox 33" id="33"/>
          <p:cNvSpPr txBox="true"/>
          <p:nvPr/>
        </p:nvSpPr>
        <p:spPr>
          <a:xfrm rot="0">
            <a:off x="9730264" y="3916813"/>
            <a:ext cx="7483316"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Gắn vào Appium: cùng session, chụp sau khi assert xong</a:t>
            </a:r>
          </a:p>
        </p:txBody>
      </p:sp>
      <p:sp>
        <p:nvSpPr>
          <p:cNvPr name="TextBox 34" id="34"/>
          <p:cNvSpPr txBox="true"/>
          <p:nvPr/>
        </p:nvSpPr>
        <p:spPr>
          <a:xfrm rot="0">
            <a:off x="9543964" y="4540167"/>
            <a:ext cx="7810024" cy="209131"/>
          </a:xfrm>
          <a:prstGeom prst="rect">
            <a:avLst/>
          </a:prstGeom>
        </p:spPr>
        <p:txBody>
          <a:bodyPr anchor="t" rtlCol="false" tIns="0" lIns="0" bIns="0" rIns="0">
            <a:spAutoFit/>
          </a:bodyPr>
          <a:lstStyle/>
          <a:p>
            <a:pPr algn="l">
              <a:lnSpc>
                <a:spcPts val="1584"/>
              </a:lnSpc>
            </a:pPr>
            <a:r>
              <a:rPr lang="en-US" sz="1320" spc="-1">
                <a:solidFill>
                  <a:srgbClr val="CF222E"/>
                </a:solidFill>
                <a:latin typeface="Courier New"/>
                <a:ea typeface="Courier New"/>
                <a:cs typeface="Courier New"/>
                <a:sym typeface="Courier New"/>
              </a:rPr>
              <a:t>const</a:t>
            </a:r>
            <a:r>
              <a:rPr lang="en-US" sz="1320" spc="-1">
                <a:solidFill>
                  <a:srgbClr val="1F2328"/>
                </a:solidFill>
                <a:latin typeface="Courier New"/>
                <a:ea typeface="Courier New"/>
                <a:cs typeface="Courier New"/>
                <a:sym typeface="Courier New"/>
              </a:rPr>
              <a:t> eyes = </a:t>
            </a:r>
            <a:r>
              <a:rPr lang="en-US" sz="1320" spc="-1">
                <a:solidFill>
                  <a:srgbClr val="6639BA"/>
                </a:solidFill>
                <a:latin typeface="Courier New"/>
                <a:ea typeface="Courier New"/>
                <a:cs typeface="Courier New"/>
                <a:sym typeface="Courier New"/>
              </a:rPr>
              <a:t>createEyes</a:t>
            </a:r>
            <a:r>
              <a:rPr lang="en-US" sz="1320" spc="-1">
                <a:solidFill>
                  <a:srgbClr val="1F2328"/>
                </a:solidFill>
                <a:latin typeface="Courier New"/>
                <a:ea typeface="Courier New"/>
                <a:cs typeface="Courier New"/>
                <a:sym typeface="Courier New"/>
              </a:rPr>
              <a:t>();      </a:t>
            </a:r>
            <a:r>
              <a:rPr lang="en-US" sz="1320" spc="-1">
                <a:solidFill>
                  <a:srgbClr val="59636E"/>
                </a:solidFill>
                <a:latin typeface="Courier New"/>
                <a:ea typeface="Courier New"/>
                <a:cs typeface="Courier New"/>
                <a:sym typeface="Courier New"/>
              </a:rPr>
              <a:t>// null nếu không có khoá → chỉ còn functional</a:t>
            </a:r>
          </a:p>
        </p:txBody>
      </p:sp>
      <p:sp>
        <p:nvSpPr>
          <p:cNvPr name="TextBox 35" id="35"/>
          <p:cNvSpPr txBox="true"/>
          <p:nvPr/>
        </p:nvSpPr>
        <p:spPr>
          <a:xfrm rot="0">
            <a:off x="9543964" y="4756166"/>
            <a:ext cx="5103000" cy="209131"/>
          </a:xfrm>
          <a:prstGeom prst="rect">
            <a:avLst/>
          </a:prstGeom>
        </p:spPr>
        <p:txBody>
          <a:bodyPr anchor="t" rtlCol="false" tIns="0" lIns="0" bIns="0" rIns="0">
            <a:spAutoFit/>
          </a:bodyPr>
          <a:lstStyle/>
          <a:p>
            <a:pPr algn="l">
              <a:lnSpc>
                <a:spcPts val="1584"/>
              </a:lnSpc>
            </a:pPr>
            <a:r>
              <a:rPr lang="en-US" sz="1320" spc="-1">
                <a:solidFill>
                  <a:srgbClr val="CF222E"/>
                </a:solidFill>
                <a:latin typeface="Courier New"/>
                <a:ea typeface="Courier New"/>
                <a:cs typeface="Courier New"/>
                <a:sym typeface="Courier New"/>
              </a:rPr>
              <a:t>await</a:t>
            </a:r>
            <a:r>
              <a:rPr lang="en-US" sz="1320" spc="-1">
                <a:solidFill>
                  <a:srgbClr val="1F2328"/>
                </a:solidFill>
                <a:latin typeface="Courier New"/>
                <a:ea typeface="Courier New"/>
                <a:cs typeface="Courier New"/>
                <a:sym typeface="Courier New"/>
              </a:rPr>
              <a:t> </a:t>
            </a:r>
            <a:r>
              <a:rPr lang="en-US" sz="1320" spc="-1">
                <a:solidFill>
                  <a:srgbClr val="6639BA"/>
                </a:solidFill>
                <a:latin typeface="Courier New"/>
                <a:ea typeface="Courier New"/>
                <a:cs typeface="Courier New"/>
                <a:sym typeface="Courier New"/>
              </a:rPr>
              <a:t>openEyes</a:t>
            </a:r>
            <a:r>
              <a:rPr lang="en-US" sz="1320" spc="-1">
                <a:solidFill>
                  <a:srgbClr val="1F2328"/>
                </a:solidFill>
                <a:latin typeface="Courier New"/>
                <a:ea typeface="Courier New"/>
                <a:cs typeface="Courier New"/>
                <a:sym typeface="Courier New"/>
              </a:rPr>
              <a:t>(eyes, driver, </a:t>
            </a:r>
            <a:r>
              <a:rPr lang="en-US" sz="1320" spc="-1">
                <a:solidFill>
                  <a:srgbClr val="0A3069"/>
                </a:solidFill>
                <a:latin typeface="Courier New"/>
                <a:ea typeface="Courier New"/>
                <a:cs typeface="Courier New"/>
                <a:sym typeface="Courier New"/>
              </a:rPr>
              <a:t>"Cart add and total"</a:t>
            </a:r>
            <a:r>
              <a:rPr lang="en-US" sz="1320" spc="-1">
                <a:solidFill>
                  <a:srgbClr val="1F2328"/>
                </a:solidFill>
                <a:latin typeface="Courier New"/>
                <a:ea typeface="Courier New"/>
                <a:cs typeface="Courier New"/>
                <a:sym typeface="Courier New"/>
              </a:rPr>
              <a:t>);</a:t>
            </a:r>
          </a:p>
        </p:txBody>
      </p:sp>
      <p:sp>
        <p:nvSpPr>
          <p:cNvPr name="TextBox 36" id="36"/>
          <p:cNvSpPr txBox="true"/>
          <p:nvPr/>
        </p:nvSpPr>
        <p:spPr>
          <a:xfrm rot="0">
            <a:off x="9543964" y="4972174"/>
            <a:ext cx="6699237" cy="209131"/>
          </a:xfrm>
          <a:prstGeom prst="rect">
            <a:avLst/>
          </a:prstGeom>
        </p:spPr>
        <p:txBody>
          <a:bodyPr anchor="t" rtlCol="false" tIns="0" lIns="0" bIns="0" rIns="0">
            <a:spAutoFit/>
          </a:bodyPr>
          <a:lstStyle/>
          <a:p>
            <a:pPr algn="l">
              <a:lnSpc>
                <a:spcPts val="1584"/>
              </a:lnSpc>
            </a:pPr>
            <a:r>
              <a:rPr lang="en-US" sz="1320" spc="-1">
                <a:solidFill>
                  <a:srgbClr val="CF222E"/>
                </a:solidFill>
                <a:latin typeface="Courier New"/>
                <a:ea typeface="Courier New"/>
                <a:cs typeface="Courier New"/>
                <a:sym typeface="Courier New"/>
              </a:rPr>
              <a:t>await</a:t>
            </a:r>
            <a:r>
              <a:rPr lang="en-US" sz="1320" spc="-1">
                <a:solidFill>
                  <a:srgbClr val="1F2328"/>
                </a:solidFill>
                <a:latin typeface="Courier New"/>
                <a:ea typeface="Courier New"/>
                <a:cs typeface="Courier New"/>
                <a:sym typeface="Courier New"/>
              </a:rPr>
              <a:t> </a:t>
            </a:r>
            <a:r>
              <a:rPr lang="en-US" sz="1320" spc="-1">
                <a:solidFill>
                  <a:srgbClr val="6639BA"/>
                </a:solidFill>
                <a:latin typeface="Courier New"/>
                <a:ea typeface="Courier New"/>
                <a:cs typeface="Courier New"/>
                <a:sym typeface="Courier New"/>
              </a:rPr>
              <a:t>checkpointAs</a:t>
            </a:r>
            <a:r>
              <a:rPr lang="en-US" sz="1320" spc="-1">
                <a:solidFill>
                  <a:srgbClr val="1F2328"/>
                </a:solidFill>
                <a:latin typeface="Courier New"/>
                <a:ea typeface="Courier New"/>
                <a:cs typeface="Courier New"/>
                <a:sym typeface="Courier New"/>
              </a:rPr>
              <a:t>(eyes, </a:t>
            </a:r>
            <a:r>
              <a:rPr lang="en-US" sz="1320" spc="-1">
                <a:solidFill>
                  <a:srgbClr val="0A3069"/>
                </a:solidFill>
                <a:latin typeface="Courier New"/>
                <a:ea typeface="Courier New"/>
                <a:cs typeface="Courier New"/>
                <a:sym typeface="Courier New"/>
              </a:rPr>
              <a:t>"cartFilled"</a:t>
            </a:r>
            <a:r>
              <a:rPr lang="en-US" sz="1320" spc="-1">
                <a:solidFill>
                  <a:srgbClr val="1F2328"/>
                </a:solidFill>
                <a:latin typeface="Courier New"/>
                <a:ea typeface="Courier New"/>
                <a:cs typeface="Courier New"/>
                <a:sym typeface="Courier New"/>
              </a:rPr>
              <a:t>, </a:t>
            </a:r>
            <a:r>
              <a:rPr lang="en-US" sz="1320" spc="-1">
                <a:solidFill>
                  <a:srgbClr val="0A3069"/>
                </a:solidFill>
                <a:latin typeface="Courier New"/>
                <a:ea typeface="Courier New"/>
                <a:cs typeface="Courier New"/>
                <a:sym typeface="Courier New"/>
              </a:rPr>
              <a:t>"Cart - 1 item with total"</a:t>
            </a:r>
            <a:r>
              <a:rPr lang="en-US" sz="1320" spc="-1">
                <a:solidFill>
                  <a:srgbClr val="1F2328"/>
                </a:solidFill>
                <a:latin typeface="Courier New"/>
                <a:ea typeface="Courier New"/>
                <a:cs typeface="Courier New"/>
                <a:sym typeface="Courier New"/>
              </a:rPr>
              <a:t>);</a:t>
            </a:r>
          </a:p>
        </p:txBody>
      </p:sp>
      <p:sp>
        <p:nvSpPr>
          <p:cNvPr name="TextBox 37" id="37"/>
          <p:cNvSpPr txBox="true"/>
          <p:nvPr/>
        </p:nvSpPr>
        <p:spPr>
          <a:xfrm rot="0">
            <a:off x="9543964" y="5200593"/>
            <a:ext cx="7307285" cy="209131"/>
          </a:xfrm>
          <a:prstGeom prst="rect">
            <a:avLst/>
          </a:prstGeom>
        </p:spPr>
        <p:txBody>
          <a:bodyPr anchor="t" rtlCol="false" tIns="0" lIns="0" bIns="0" rIns="0">
            <a:spAutoFit/>
          </a:bodyPr>
          <a:lstStyle/>
          <a:p>
            <a:pPr algn="l">
              <a:lnSpc>
                <a:spcPts val="1584"/>
              </a:lnSpc>
            </a:pPr>
            <a:r>
              <a:rPr lang="en-US" sz="1320" spc="-1">
                <a:solidFill>
                  <a:srgbClr val="CF222E"/>
                </a:solidFill>
                <a:latin typeface="Courier New"/>
                <a:ea typeface="Courier New"/>
                <a:cs typeface="Courier New"/>
                <a:sym typeface="Courier New"/>
              </a:rPr>
              <a:t>await</a:t>
            </a:r>
            <a:r>
              <a:rPr lang="en-US" sz="1320" spc="-1">
                <a:solidFill>
                  <a:srgbClr val="1F2328"/>
                </a:solidFill>
                <a:latin typeface="Courier New"/>
                <a:ea typeface="Courier New"/>
                <a:cs typeface="Courier New"/>
                <a:sym typeface="Courier New"/>
              </a:rPr>
              <a:t> </a:t>
            </a:r>
            <a:r>
              <a:rPr lang="en-US" sz="1320" spc="-1">
                <a:solidFill>
                  <a:srgbClr val="6639BA"/>
                </a:solidFill>
                <a:latin typeface="Courier New"/>
                <a:ea typeface="Courier New"/>
                <a:cs typeface="Courier New"/>
                <a:sym typeface="Courier New"/>
              </a:rPr>
              <a:t>closeEyes</a:t>
            </a:r>
            <a:r>
              <a:rPr lang="en-US" sz="1320" spc="-1">
                <a:solidFill>
                  <a:srgbClr val="1F2328"/>
                </a:solidFill>
                <a:latin typeface="Courier New"/>
                <a:ea typeface="Courier New"/>
                <a:cs typeface="Courier New"/>
                <a:sym typeface="Courier New"/>
              </a:rPr>
              <a:t>(eyes);          </a:t>
            </a:r>
            <a:r>
              <a:rPr lang="en-US" sz="1320" spc="-1">
                <a:solidFill>
                  <a:srgbClr val="59636E"/>
                </a:solidFill>
                <a:latin typeface="Courier New"/>
                <a:ea typeface="Courier New"/>
                <a:cs typeface="Courier New"/>
                <a:sym typeface="Courier New"/>
              </a:rPr>
              <a:t>// in "Eyes: Passed | … | link dashboard"</a:t>
            </a:r>
          </a:p>
        </p:txBody>
      </p:sp>
      <p:sp>
        <p:nvSpPr>
          <p:cNvPr name="TextBox 38" id="38"/>
          <p:cNvSpPr txBox="true"/>
          <p:nvPr/>
        </p:nvSpPr>
        <p:spPr>
          <a:xfrm rot="0">
            <a:off x="9315536" y="5662632"/>
            <a:ext cx="8082182"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Eyes là </a:t>
            </a:r>
            <a:r>
              <a:rPr lang="en-US" b="true" sz="2370" spc="-1">
                <a:solidFill>
                  <a:srgbClr val="222222"/>
                </a:solidFill>
                <a:latin typeface="Arial Bold"/>
                <a:ea typeface="Arial Bold"/>
                <a:cs typeface="Arial Bold"/>
                <a:sym typeface="Arial Bold"/>
              </a:rPr>
              <a:t>lớp cộng thêm</a:t>
            </a:r>
            <a:r>
              <a:rPr lang="en-US" sz="2370" spc="-1">
                <a:solidFill>
                  <a:srgbClr val="222222"/>
                </a:solidFill>
                <a:latin typeface="Arial"/>
                <a:ea typeface="Arial"/>
                <a:cs typeface="Arial"/>
                <a:sym typeface="Arial"/>
              </a:rPr>
              <a:t>: hết trial hay mất mạng thì 8 kiểm tra</a:t>
            </a:r>
          </a:p>
        </p:txBody>
      </p:sp>
      <p:sp>
        <p:nvSpPr>
          <p:cNvPr name="TextBox 39" id="39"/>
          <p:cNvSpPr txBox="true"/>
          <p:nvPr/>
        </p:nvSpPr>
        <p:spPr>
          <a:xfrm rot="0">
            <a:off x="9315536" y="6048194"/>
            <a:ext cx="3114723"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chức năng vẫn chạy đủ</a:t>
            </a:r>
          </a:p>
        </p:txBody>
      </p:sp>
      <p:grpSp>
        <p:nvGrpSpPr>
          <p:cNvPr name="Group 40" id="40"/>
          <p:cNvGrpSpPr/>
          <p:nvPr/>
        </p:nvGrpSpPr>
        <p:grpSpPr>
          <a:xfrm rot="0">
            <a:off x="0" y="0"/>
            <a:ext cx="18288181" cy="143104"/>
            <a:chOff x="0" y="0"/>
            <a:chExt cx="24384241" cy="190805"/>
          </a:xfrm>
        </p:grpSpPr>
        <p:sp>
          <p:nvSpPr>
            <p:cNvPr name="Freeform 41" id="41"/>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sp>
        <p:nvSpPr>
          <p:cNvPr name="TextBox 42" id="42"/>
          <p:cNvSpPr txBox="true"/>
          <p:nvPr/>
        </p:nvSpPr>
        <p:spPr>
          <a:xfrm rot="0">
            <a:off x="2377078" y="7303151"/>
            <a:ext cx="13572896"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Luồng làm việc: chạy base → Accept baseline trên dashboard → chạy bản mới → triage từng checkpoint</a:t>
            </a:r>
          </a:p>
        </p:txBody>
      </p:sp>
      <p:grpSp>
        <p:nvGrpSpPr>
          <p:cNvPr name="Group 43" id="43"/>
          <p:cNvGrpSpPr/>
          <p:nvPr/>
        </p:nvGrpSpPr>
        <p:grpSpPr>
          <a:xfrm rot="0">
            <a:off x="0" y="9943557"/>
            <a:ext cx="18288181" cy="343443"/>
            <a:chOff x="0" y="0"/>
            <a:chExt cx="24384241" cy="457924"/>
          </a:xfrm>
        </p:grpSpPr>
        <p:sp>
          <p:nvSpPr>
            <p:cNvPr name="Freeform 44" id="44"/>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45" id="45"/>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46" id="46"/>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10 · Visual testing và Eyes</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8" id="8"/>
          <p:cNvGrpSpPr/>
          <p:nvPr/>
        </p:nvGrpSpPr>
        <p:grpSpPr>
          <a:xfrm rot="0">
            <a:off x="699840" y="2971619"/>
            <a:ext cx="929345" cy="500577"/>
            <a:chOff x="0" y="0"/>
            <a:chExt cx="1239126" cy="667436"/>
          </a:xfrm>
        </p:grpSpPr>
        <p:sp>
          <p:nvSpPr>
            <p:cNvPr name="Freeform 9" id="9"/>
            <p:cNvSpPr/>
            <p:nvPr/>
          </p:nvSpPr>
          <p:spPr>
            <a:xfrm flipH="false" flipV="false" rot="0">
              <a:off x="0" y="0"/>
              <a:ext cx="1239139" cy="667385"/>
            </a:xfrm>
            <a:custGeom>
              <a:avLst/>
              <a:gdLst/>
              <a:ahLst/>
              <a:cxnLst/>
              <a:rect r="r" b="b" t="t" l="l"/>
              <a:pathLst>
                <a:path h="667385" w="1239139">
                  <a:moveTo>
                    <a:pt x="0" y="0"/>
                  </a:moveTo>
                  <a:lnTo>
                    <a:pt x="1239139" y="0"/>
                  </a:lnTo>
                  <a:lnTo>
                    <a:pt x="1239139" y="667385"/>
                  </a:lnTo>
                  <a:lnTo>
                    <a:pt x="0" y="667385"/>
                  </a:lnTo>
                  <a:lnTo>
                    <a:pt x="0" y="0"/>
                  </a:lnTo>
                  <a:close/>
                </a:path>
              </a:pathLst>
            </a:custGeom>
            <a:solidFill>
              <a:srgbClr val="FFFFFF"/>
            </a:solidFill>
          </p:spPr>
        </p:sp>
      </p:grpSp>
      <p:grpSp>
        <p:nvGrpSpPr>
          <p:cNvPr name="Group 10" id="10"/>
          <p:cNvGrpSpPr/>
          <p:nvPr/>
        </p:nvGrpSpPr>
        <p:grpSpPr>
          <a:xfrm rot="0">
            <a:off x="1628642" y="2971619"/>
            <a:ext cx="5044145" cy="500577"/>
            <a:chOff x="0" y="0"/>
            <a:chExt cx="6725526" cy="667436"/>
          </a:xfrm>
        </p:grpSpPr>
        <p:sp>
          <p:nvSpPr>
            <p:cNvPr name="Freeform 11" id="11"/>
            <p:cNvSpPr/>
            <p:nvPr/>
          </p:nvSpPr>
          <p:spPr>
            <a:xfrm flipH="false" flipV="false" rot="0">
              <a:off x="0" y="0"/>
              <a:ext cx="6725539" cy="667385"/>
            </a:xfrm>
            <a:custGeom>
              <a:avLst/>
              <a:gdLst/>
              <a:ahLst/>
              <a:cxnLst/>
              <a:rect r="r" b="b" t="t" l="l"/>
              <a:pathLst>
                <a:path h="667385" w="6725539">
                  <a:moveTo>
                    <a:pt x="0" y="0"/>
                  </a:moveTo>
                  <a:lnTo>
                    <a:pt x="6725539" y="0"/>
                  </a:lnTo>
                  <a:lnTo>
                    <a:pt x="6725539" y="667385"/>
                  </a:lnTo>
                  <a:lnTo>
                    <a:pt x="0" y="667385"/>
                  </a:lnTo>
                  <a:lnTo>
                    <a:pt x="0" y="0"/>
                  </a:lnTo>
                  <a:close/>
                </a:path>
              </a:pathLst>
            </a:custGeom>
            <a:solidFill>
              <a:srgbClr val="FFFFFF"/>
            </a:solidFill>
          </p:spPr>
        </p:sp>
      </p:grpSp>
      <p:grpSp>
        <p:nvGrpSpPr>
          <p:cNvPr name="Group 12" id="12"/>
          <p:cNvGrpSpPr/>
          <p:nvPr/>
        </p:nvGrpSpPr>
        <p:grpSpPr>
          <a:xfrm rot="0">
            <a:off x="6672243" y="2971619"/>
            <a:ext cx="1300324" cy="500577"/>
            <a:chOff x="0" y="0"/>
            <a:chExt cx="1733766" cy="667436"/>
          </a:xfrm>
        </p:grpSpPr>
        <p:sp>
          <p:nvSpPr>
            <p:cNvPr name="Freeform 13" id="13"/>
            <p:cNvSpPr/>
            <p:nvPr/>
          </p:nvSpPr>
          <p:spPr>
            <a:xfrm flipH="false" flipV="false" rot="0">
              <a:off x="0" y="0"/>
              <a:ext cx="1733804" cy="667385"/>
            </a:xfrm>
            <a:custGeom>
              <a:avLst/>
              <a:gdLst/>
              <a:ahLst/>
              <a:cxnLst/>
              <a:rect r="r" b="b" t="t" l="l"/>
              <a:pathLst>
                <a:path h="667385" w="1733804">
                  <a:moveTo>
                    <a:pt x="0" y="0"/>
                  </a:moveTo>
                  <a:lnTo>
                    <a:pt x="1733804" y="0"/>
                  </a:lnTo>
                  <a:lnTo>
                    <a:pt x="1733804" y="667385"/>
                  </a:lnTo>
                  <a:lnTo>
                    <a:pt x="0" y="667385"/>
                  </a:lnTo>
                  <a:lnTo>
                    <a:pt x="0" y="0"/>
                  </a:lnTo>
                  <a:close/>
                </a:path>
              </a:pathLst>
            </a:custGeom>
            <a:solidFill>
              <a:srgbClr val="FFFFFF"/>
            </a:solidFill>
          </p:spPr>
        </p:sp>
      </p:grpSp>
      <p:grpSp>
        <p:nvGrpSpPr>
          <p:cNvPr name="Group 14" id="14"/>
          <p:cNvGrpSpPr/>
          <p:nvPr/>
        </p:nvGrpSpPr>
        <p:grpSpPr>
          <a:xfrm rot="0">
            <a:off x="7972015" y="2971619"/>
            <a:ext cx="2072516" cy="500577"/>
            <a:chOff x="0" y="0"/>
            <a:chExt cx="2763355" cy="667436"/>
          </a:xfrm>
        </p:grpSpPr>
        <p:sp>
          <p:nvSpPr>
            <p:cNvPr name="Freeform 15" id="15"/>
            <p:cNvSpPr/>
            <p:nvPr/>
          </p:nvSpPr>
          <p:spPr>
            <a:xfrm flipH="false" flipV="false" rot="0">
              <a:off x="0" y="0"/>
              <a:ext cx="2763393" cy="667385"/>
            </a:xfrm>
            <a:custGeom>
              <a:avLst/>
              <a:gdLst/>
              <a:ahLst/>
              <a:cxnLst/>
              <a:rect r="r" b="b" t="t" l="l"/>
              <a:pathLst>
                <a:path h="667385" w="2763393">
                  <a:moveTo>
                    <a:pt x="0" y="0"/>
                  </a:moveTo>
                  <a:lnTo>
                    <a:pt x="2763393" y="0"/>
                  </a:lnTo>
                  <a:lnTo>
                    <a:pt x="2763393" y="667385"/>
                  </a:lnTo>
                  <a:lnTo>
                    <a:pt x="0" y="667385"/>
                  </a:lnTo>
                  <a:lnTo>
                    <a:pt x="0" y="0"/>
                  </a:lnTo>
                  <a:close/>
                </a:path>
              </a:pathLst>
            </a:custGeom>
            <a:solidFill>
              <a:srgbClr val="FFFFFF"/>
            </a:solidFill>
          </p:spPr>
        </p:sp>
      </p:grpSp>
      <p:grpSp>
        <p:nvGrpSpPr>
          <p:cNvPr name="Group 16" id="16"/>
          <p:cNvGrpSpPr/>
          <p:nvPr/>
        </p:nvGrpSpPr>
        <p:grpSpPr>
          <a:xfrm rot="0">
            <a:off x="699840" y="2971619"/>
            <a:ext cx="929345" cy="500577"/>
            <a:chOff x="0" y="0"/>
            <a:chExt cx="1239126" cy="667436"/>
          </a:xfrm>
        </p:grpSpPr>
        <p:sp>
          <p:nvSpPr>
            <p:cNvPr name="Freeform 17" id="17"/>
            <p:cNvSpPr/>
            <p:nvPr/>
          </p:nvSpPr>
          <p:spPr>
            <a:xfrm flipH="false" flipV="false" rot="0">
              <a:off x="0" y="0"/>
              <a:ext cx="1239139" cy="667385"/>
            </a:xfrm>
            <a:custGeom>
              <a:avLst/>
              <a:gdLst/>
              <a:ahLst/>
              <a:cxnLst/>
              <a:rect r="r" b="b" t="t" l="l"/>
              <a:pathLst>
                <a:path h="667385" w="1239139">
                  <a:moveTo>
                    <a:pt x="0" y="0"/>
                  </a:moveTo>
                  <a:lnTo>
                    <a:pt x="1239139" y="0"/>
                  </a:lnTo>
                  <a:lnTo>
                    <a:pt x="1239139" y="667385"/>
                  </a:lnTo>
                  <a:lnTo>
                    <a:pt x="0" y="667385"/>
                  </a:lnTo>
                  <a:lnTo>
                    <a:pt x="0" y="0"/>
                  </a:lnTo>
                  <a:close/>
                </a:path>
              </a:pathLst>
            </a:custGeom>
            <a:solidFill>
              <a:srgbClr val="1F4E79"/>
            </a:solidFill>
          </p:spPr>
        </p:sp>
      </p:grpSp>
      <p:grpSp>
        <p:nvGrpSpPr>
          <p:cNvPr name="Group 18" id="18"/>
          <p:cNvGrpSpPr/>
          <p:nvPr/>
        </p:nvGrpSpPr>
        <p:grpSpPr>
          <a:xfrm rot="0">
            <a:off x="1628642" y="2971619"/>
            <a:ext cx="5044145" cy="500577"/>
            <a:chOff x="0" y="0"/>
            <a:chExt cx="6725526" cy="667436"/>
          </a:xfrm>
        </p:grpSpPr>
        <p:sp>
          <p:nvSpPr>
            <p:cNvPr name="Freeform 19" id="19"/>
            <p:cNvSpPr/>
            <p:nvPr/>
          </p:nvSpPr>
          <p:spPr>
            <a:xfrm flipH="false" flipV="false" rot="0">
              <a:off x="0" y="0"/>
              <a:ext cx="6725539" cy="667385"/>
            </a:xfrm>
            <a:custGeom>
              <a:avLst/>
              <a:gdLst/>
              <a:ahLst/>
              <a:cxnLst/>
              <a:rect r="r" b="b" t="t" l="l"/>
              <a:pathLst>
                <a:path h="667385" w="6725539">
                  <a:moveTo>
                    <a:pt x="0" y="0"/>
                  </a:moveTo>
                  <a:lnTo>
                    <a:pt x="6725539" y="0"/>
                  </a:lnTo>
                  <a:lnTo>
                    <a:pt x="6725539" y="667385"/>
                  </a:lnTo>
                  <a:lnTo>
                    <a:pt x="0" y="667385"/>
                  </a:lnTo>
                  <a:lnTo>
                    <a:pt x="0" y="0"/>
                  </a:lnTo>
                  <a:close/>
                </a:path>
              </a:pathLst>
            </a:custGeom>
            <a:solidFill>
              <a:srgbClr val="1F4E79"/>
            </a:solidFill>
          </p:spPr>
        </p:sp>
      </p:grpSp>
      <p:grpSp>
        <p:nvGrpSpPr>
          <p:cNvPr name="Group 20" id="20"/>
          <p:cNvGrpSpPr/>
          <p:nvPr/>
        </p:nvGrpSpPr>
        <p:grpSpPr>
          <a:xfrm rot="0">
            <a:off x="6672243" y="2971619"/>
            <a:ext cx="1300324" cy="500577"/>
            <a:chOff x="0" y="0"/>
            <a:chExt cx="1733766" cy="667436"/>
          </a:xfrm>
        </p:grpSpPr>
        <p:sp>
          <p:nvSpPr>
            <p:cNvPr name="Freeform 21" id="21"/>
            <p:cNvSpPr/>
            <p:nvPr/>
          </p:nvSpPr>
          <p:spPr>
            <a:xfrm flipH="false" flipV="false" rot="0">
              <a:off x="0" y="0"/>
              <a:ext cx="1733804" cy="667385"/>
            </a:xfrm>
            <a:custGeom>
              <a:avLst/>
              <a:gdLst/>
              <a:ahLst/>
              <a:cxnLst/>
              <a:rect r="r" b="b" t="t" l="l"/>
              <a:pathLst>
                <a:path h="667385" w="1733804">
                  <a:moveTo>
                    <a:pt x="0" y="0"/>
                  </a:moveTo>
                  <a:lnTo>
                    <a:pt x="1733804" y="0"/>
                  </a:lnTo>
                  <a:lnTo>
                    <a:pt x="1733804" y="667385"/>
                  </a:lnTo>
                  <a:lnTo>
                    <a:pt x="0" y="667385"/>
                  </a:lnTo>
                  <a:lnTo>
                    <a:pt x="0" y="0"/>
                  </a:lnTo>
                  <a:close/>
                </a:path>
              </a:pathLst>
            </a:custGeom>
            <a:solidFill>
              <a:srgbClr val="1F4E79"/>
            </a:solidFill>
          </p:spPr>
        </p:sp>
      </p:grpSp>
      <p:grpSp>
        <p:nvGrpSpPr>
          <p:cNvPr name="Group 22" id="22"/>
          <p:cNvGrpSpPr/>
          <p:nvPr/>
        </p:nvGrpSpPr>
        <p:grpSpPr>
          <a:xfrm rot="0">
            <a:off x="7972015" y="2971619"/>
            <a:ext cx="2072516" cy="500577"/>
            <a:chOff x="0" y="0"/>
            <a:chExt cx="2763355" cy="667436"/>
          </a:xfrm>
        </p:grpSpPr>
        <p:sp>
          <p:nvSpPr>
            <p:cNvPr name="Freeform 23" id="23"/>
            <p:cNvSpPr/>
            <p:nvPr/>
          </p:nvSpPr>
          <p:spPr>
            <a:xfrm flipH="false" flipV="false" rot="0">
              <a:off x="0" y="0"/>
              <a:ext cx="2763393" cy="667385"/>
            </a:xfrm>
            <a:custGeom>
              <a:avLst/>
              <a:gdLst/>
              <a:ahLst/>
              <a:cxnLst/>
              <a:rect r="r" b="b" t="t" l="l"/>
              <a:pathLst>
                <a:path h="667385" w="2763393">
                  <a:moveTo>
                    <a:pt x="0" y="0"/>
                  </a:moveTo>
                  <a:lnTo>
                    <a:pt x="2763393" y="0"/>
                  </a:lnTo>
                  <a:lnTo>
                    <a:pt x="2763393" y="667385"/>
                  </a:lnTo>
                  <a:lnTo>
                    <a:pt x="0" y="667385"/>
                  </a:lnTo>
                  <a:lnTo>
                    <a:pt x="0" y="0"/>
                  </a:lnTo>
                  <a:close/>
                </a:path>
              </a:pathLst>
            </a:custGeom>
            <a:solidFill>
              <a:srgbClr val="1F4E79"/>
            </a:solidFill>
          </p:spPr>
        </p:sp>
      </p:grpSp>
      <p:grpSp>
        <p:nvGrpSpPr>
          <p:cNvPr name="Group 24" id="24"/>
          <p:cNvGrpSpPr/>
          <p:nvPr/>
        </p:nvGrpSpPr>
        <p:grpSpPr>
          <a:xfrm rot="0">
            <a:off x="699840" y="3471662"/>
            <a:ext cx="929345" cy="814864"/>
            <a:chOff x="0" y="0"/>
            <a:chExt cx="1239126" cy="1086485"/>
          </a:xfrm>
        </p:grpSpPr>
        <p:sp>
          <p:nvSpPr>
            <p:cNvPr name="Freeform 25" id="25"/>
            <p:cNvSpPr/>
            <p:nvPr/>
          </p:nvSpPr>
          <p:spPr>
            <a:xfrm flipH="false" flipV="false" rot="0">
              <a:off x="0" y="0"/>
              <a:ext cx="1239139" cy="1086485"/>
            </a:xfrm>
            <a:custGeom>
              <a:avLst/>
              <a:gdLst/>
              <a:ahLst/>
              <a:cxnLst/>
              <a:rect r="r" b="b" t="t" l="l"/>
              <a:pathLst>
                <a:path h="1086485" w="1239139">
                  <a:moveTo>
                    <a:pt x="0" y="0"/>
                  </a:moveTo>
                  <a:lnTo>
                    <a:pt x="1239139" y="0"/>
                  </a:lnTo>
                  <a:lnTo>
                    <a:pt x="1239139" y="1086485"/>
                  </a:lnTo>
                  <a:lnTo>
                    <a:pt x="0" y="1086485"/>
                  </a:lnTo>
                  <a:lnTo>
                    <a:pt x="0" y="0"/>
                  </a:lnTo>
                  <a:close/>
                </a:path>
              </a:pathLst>
            </a:custGeom>
            <a:solidFill>
              <a:srgbClr val="FFFFFF"/>
            </a:solidFill>
          </p:spPr>
        </p:sp>
      </p:grpSp>
      <p:grpSp>
        <p:nvGrpSpPr>
          <p:cNvPr name="Group 26" id="26"/>
          <p:cNvGrpSpPr/>
          <p:nvPr/>
        </p:nvGrpSpPr>
        <p:grpSpPr>
          <a:xfrm rot="0">
            <a:off x="1628642" y="3471662"/>
            <a:ext cx="5044145" cy="814864"/>
            <a:chOff x="0" y="0"/>
            <a:chExt cx="6725526" cy="1086485"/>
          </a:xfrm>
        </p:grpSpPr>
        <p:sp>
          <p:nvSpPr>
            <p:cNvPr name="Freeform 27" id="27"/>
            <p:cNvSpPr/>
            <p:nvPr/>
          </p:nvSpPr>
          <p:spPr>
            <a:xfrm flipH="false" flipV="false" rot="0">
              <a:off x="0" y="0"/>
              <a:ext cx="6725539" cy="1086485"/>
            </a:xfrm>
            <a:custGeom>
              <a:avLst/>
              <a:gdLst/>
              <a:ahLst/>
              <a:cxnLst/>
              <a:rect r="r" b="b" t="t" l="l"/>
              <a:pathLst>
                <a:path h="1086485" w="6725539">
                  <a:moveTo>
                    <a:pt x="0" y="0"/>
                  </a:moveTo>
                  <a:lnTo>
                    <a:pt x="6725539" y="0"/>
                  </a:lnTo>
                  <a:lnTo>
                    <a:pt x="6725539" y="1086485"/>
                  </a:lnTo>
                  <a:lnTo>
                    <a:pt x="0" y="1086485"/>
                  </a:lnTo>
                  <a:lnTo>
                    <a:pt x="0" y="0"/>
                  </a:lnTo>
                  <a:close/>
                </a:path>
              </a:pathLst>
            </a:custGeom>
            <a:solidFill>
              <a:srgbClr val="FFFFFF"/>
            </a:solidFill>
          </p:spPr>
        </p:sp>
      </p:grpSp>
      <p:grpSp>
        <p:nvGrpSpPr>
          <p:cNvPr name="Group 28" id="28"/>
          <p:cNvGrpSpPr/>
          <p:nvPr/>
        </p:nvGrpSpPr>
        <p:grpSpPr>
          <a:xfrm rot="0">
            <a:off x="6672243" y="3471662"/>
            <a:ext cx="1300324" cy="814864"/>
            <a:chOff x="0" y="0"/>
            <a:chExt cx="1733766" cy="1086485"/>
          </a:xfrm>
        </p:grpSpPr>
        <p:sp>
          <p:nvSpPr>
            <p:cNvPr name="Freeform 29" id="29"/>
            <p:cNvSpPr/>
            <p:nvPr/>
          </p:nvSpPr>
          <p:spPr>
            <a:xfrm flipH="false" flipV="false" rot="0">
              <a:off x="0" y="0"/>
              <a:ext cx="1733804" cy="1086485"/>
            </a:xfrm>
            <a:custGeom>
              <a:avLst/>
              <a:gdLst/>
              <a:ahLst/>
              <a:cxnLst/>
              <a:rect r="r" b="b" t="t" l="l"/>
              <a:pathLst>
                <a:path h="1086485" w="1733804">
                  <a:moveTo>
                    <a:pt x="0" y="0"/>
                  </a:moveTo>
                  <a:lnTo>
                    <a:pt x="1733804" y="0"/>
                  </a:lnTo>
                  <a:lnTo>
                    <a:pt x="1733804" y="1086485"/>
                  </a:lnTo>
                  <a:lnTo>
                    <a:pt x="0" y="1086485"/>
                  </a:lnTo>
                  <a:lnTo>
                    <a:pt x="0" y="0"/>
                  </a:lnTo>
                  <a:close/>
                </a:path>
              </a:pathLst>
            </a:custGeom>
            <a:solidFill>
              <a:srgbClr val="FFFFFF"/>
            </a:solidFill>
          </p:spPr>
        </p:sp>
      </p:grpSp>
      <p:grpSp>
        <p:nvGrpSpPr>
          <p:cNvPr name="Group 30" id="30"/>
          <p:cNvGrpSpPr/>
          <p:nvPr/>
        </p:nvGrpSpPr>
        <p:grpSpPr>
          <a:xfrm rot="0">
            <a:off x="7972015" y="3471662"/>
            <a:ext cx="2072516" cy="814864"/>
            <a:chOff x="0" y="0"/>
            <a:chExt cx="2763355" cy="1086485"/>
          </a:xfrm>
        </p:grpSpPr>
        <p:sp>
          <p:nvSpPr>
            <p:cNvPr name="Freeform 31" id="31"/>
            <p:cNvSpPr/>
            <p:nvPr/>
          </p:nvSpPr>
          <p:spPr>
            <a:xfrm flipH="false" flipV="false" rot="0">
              <a:off x="0" y="0"/>
              <a:ext cx="2763393" cy="1086485"/>
            </a:xfrm>
            <a:custGeom>
              <a:avLst/>
              <a:gdLst/>
              <a:ahLst/>
              <a:cxnLst/>
              <a:rect r="r" b="b" t="t" l="l"/>
              <a:pathLst>
                <a:path h="1086485" w="2763393">
                  <a:moveTo>
                    <a:pt x="0" y="0"/>
                  </a:moveTo>
                  <a:lnTo>
                    <a:pt x="2763393" y="0"/>
                  </a:lnTo>
                  <a:lnTo>
                    <a:pt x="2763393" y="1086485"/>
                  </a:lnTo>
                  <a:lnTo>
                    <a:pt x="0" y="1086485"/>
                  </a:lnTo>
                  <a:lnTo>
                    <a:pt x="0" y="0"/>
                  </a:lnTo>
                  <a:close/>
                </a:path>
              </a:pathLst>
            </a:custGeom>
            <a:solidFill>
              <a:srgbClr val="FFFFFF"/>
            </a:solidFill>
          </p:spPr>
        </p:sp>
      </p:grpSp>
      <p:grpSp>
        <p:nvGrpSpPr>
          <p:cNvPr name="Group 32" id="32"/>
          <p:cNvGrpSpPr/>
          <p:nvPr/>
        </p:nvGrpSpPr>
        <p:grpSpPr>
          <a:xfrm rot="0">
            <a:off x="699840" y="4285983"/>
            <a:ext cx="929345" cy="814864"/>
            <a:chOff x="0" y="0"/>
            <a:chExt cx="1239126" cy="1086485"/>
          </a:xfrm>
        </p:grpSpPr>
        <p:sp>
          <p:nvSpPr>
            <p:cNvPr name="Freeform 33" id="33"/>
            <p:cNvSpPr/>
            <p:nvPr/>
          </p:nvSpPr>
          <p:spPr>
            <a:xfrm flipH="false" flipV="false" rot="0">
              <a:off x="0" y="0"/>
              <a:ext cx="1239139" cy="1086485"/>
            </a:xfrm>
            <a:custGeom>
              <a:avLst/>
              <a:gdLst/>
              <a:ahLst/>
              <a:cxnLst/>
              <a:rect r="r" b="b" t="t" l="l"/>
              <a:pathLst>
                <a:path h="1086485" w="1239139">
                  <a:moveTo>
                    <a:pt x="0" y="0"/>
                  </a:moveTo>
                  <a:lnTo>
                    <a:pt x="1239139" y="0"/>
                  </a:lnTo>
                  <a:lnTo>
                    <a:pt x="1239139" y="1086485"/>
                  </a:lnTo>
                  <a:lnTo>
                    <a:pt x="0" y="1086485"/>
                  </a:lnTo>
                  <a:lnTo>
                    <a:pt x="0" y="0"/>
                  </a:lnTo>
                  <a:close/>
                </a:path>
              </a:pathLst>
            </a:custGeom>
            <a:solidFill>
              <a:srgbClr val="F6F8FA"/>
            </a:solidFill>
          </p:spPr>
        </p:sp>
      </p:grpSp>
      <p:grpSp>
        <p:nvGrpSpPr>
          <p:cNvPr name="Group 34" id="34"/>
          <p:cNvGrpSpPr/>
          <p:nvPr/>
        </p:nvGrpSpPr>
        <p:grpSpPr>
          <a:xfrm rot="0">
            <a:off x="1628642" y="4285983"/>
            <a:ext cx="5044145" cy="814864"/>
            <a:chOff x="0" y="0"/>
            <a:chExt cx="6725526" cy="1086485"/>
          </a:xfrm>
        </p:grpSpPr>
        <p:sp>
          <p:nvSpPr>
            <p:cNvPr name="Freeform 35" id="35"/>
            <p:cNvSpPr/>
            <p:nvPr/>
          </p:nvSpPr>
          <p:spPr>
            <a:xfrm flipH="false" flipV="false" rot="0">
              <a:off x="0" y="0"/>
              <a:ext cx="6725539" cy="1086485"/>
            </a:xfrm>
            <a:custGeom>
              <a:avLst/>
              <a:gdLst/>
              <a:ahLst/>
              <a:cxnLst/>
              <a:rect r="r" b="b" t="t" l="l"/>
              <a:pathLst>
                <a:path h="1086485" w="6725539">
                  <a:moveTo>
                    <a:pt x="0" y="0"/>
                  </a:moveTo>
                  <a:lnTo>
                    <a:pt x="6725539" y="0"/>
                  </a:lnTo>
                  <a:lnTo>
                    <a:pt x="6725539" y="1086485"/>
                  </a:lnTo>
                  <a:lnTo>
                    <a:pt x="0" y="1086485"/>
                  </a:lnTo>
                  <a:lnTo>
                    <a:pt x="0" y="0"/>
                  </a:lnTo>
                  <a:close/>
                </a:path>
              </a:pathLst>
            </a:custGeom>
            <a:solidFill>
              <a:srgbClr val="F6F8FA"/>
            </a:solidFill>
          </p:spPr>
        </p:sp>
      </p:grpSp>
      <p:grpSp>
        <p:nvGrpSpPr>
          <p:cNvPr name="Group 36" id="36"/>
          <p:cNvGrpSpPr/>
          <p:nvPr/>
        </p:nvGrpSpPr>
        <p:grpSpPr>
          <a:xfrm rot="0">
            <a:off x="6672243" y="4285983"/>
            <a:ext cx="1300324" cy="814864"/>
            <a:chOff x="0" y="0"/>
            <a:chExt cx="1733766" cy="1086485"/>
          </a:xfrm>
        </p:grpSpPr>
        <p:sp>
          <p:nvSpPr>
            <p:cNvPr name="Freeform 37" id="37"/>
            <p:cNvSpPr/>
            <p:nvPr/>
          </p:nvSpPr>
          <p:spPr>
            <a:xfrm flipH="false" flipV="false" rot="0">
              <a:off x="0" y="0"/>
              <a:ext cx="1733804" cy="1086485"/>
            </a:xfrm>
            <a:custGeom>
              <a:avLst/>
              <a:gdLst/>
              <a:ahLst/>
              <a:cxnLst/>
              <a:rect r="r" b="b" t="t" l="l"/>
              <a:pathLst>
                <a:path h="1086485" w="1733804">
                  <a:moveTo>
                    <a:pt x="0" y="0"/>
                  </a:moveTo>
                  <a:lnTo>
                    <a:pt x="1733804" y="0"/>
                  </a:lnTo>
                  <a:lnTo>
                    <a:pt x="1733804" y="1086485"/>
                  </a:lnTo>
                  <a:lnTo>
                    <a:pt x="0" y="1086485"/>
                  </a:lnTo>
                  <a:lnTo>
                    <a:pt x="0" y="0"/>
                  </a:lnTo>
                  <a:close/>
                </a:path>
              </a:pathLst>
            </a:custGeom>
            <a:solidFill>
              <a:srgbClr val="F6F8FA"/>
            </a:solidFill>
          </p:spPr>
        </p:sp>
      </p:grpSp>
      <p:grpSp>
        <p:nvGrpSpPr>
          <p:cNvPr name="Group 38" id="38"/>
          <p:cNvGrpSpPr/>
          <p:nvPr/>
        </p:nvGrpSpPr>
        <p:grpSpPr>
          <a:xfrm rot="0">
            <a:off x="7972015" y="4285983"/>
            <a:ext cx="2072516" cy="814864"/>
            <a:chOff x="0" y="0"/>
            <a:chExt cx="2763355" cy="1086485"/>
          </a:xfrm>
        </p:grpSpPr>
        <p:sp>
          <p:nvSpPr>
            <p:cNvPr name="Freeform 39" id="39"/>
            <p:cNvSpPr/>
            <p:nvPr/>
          </p:nvSpPr>
          <p:spPr>
            <a:xfrm flipH="false" flipV="false" rot="0">
              <a:off x="0" y="0"/>
              <a:ext cx="2763393" cy="1086485"/>
            </a:xfrm>
            <a:custGeom>
              <a:avLst/>
              <a:gdLst/>
              <a:ahLst/>
              <a:cxnLst/>
              <a:rect r="r" b="b" t="t" l="l"/>
              <a:pathLst>
                <a:path h="1086485" w="2763393">
                  <a:moveTo>
                    <a:pt x="0" y="0"/>
                  </a:moveTo>
                  <a:lnTo>
                    <a:pt x="2763393" y="0"/>
                  </a:lnTo>
                  <a:lnTo>
                    <a:pt x="2763393" y="1086485"/>
                  </a:lnTo>
                  <a:lnTo>
                    <a:pt x="0" y="1086485"/>
                  </a:lnTo>
                  <a:lnTo>
                    <a:pt x="0" y="0"/>
                  </a:lnTo>
                  <a:close/>
                </a:path>
              </a:pathLst>
            </a:custGeom>
            <a:solidFill>
              <a:srgbClr val="F6F8FA"/>
            </a:solidFill>
          </p:spPr>
        </p:sp>
      </p:grpSp>
      <p:grpSp>
        <p:nvGrpSpPr>
          <p:cNvPr name="Group 40" id="40"/>
          <p:cNvGrpSpPr/>
          <p:nvPr/>
        </p:nvGrpSpPr>
        <p:grpSpPr>
          <a:xfrm rot="0">
            <a:off x="699840" y="4285983"/>
            <a:ext cx="929345" cy="814864"/>
            <a:chOff x="0" y="0"/>
            <a:chExt cx="1239126" cy="1086485"/>
          </a:xfrm>
        </p:grpSpPr>
        <p:sp>
          <p:nvSpPr>
            <p:cNvPr name="Freeform 41" id="41"/>
            <p:cNvSpPr/>
            <p:nvPr/>
          </p:nvSpPr>
          <p:spPr>
            <a:xfrm flipH="false" flipV="false" rot="0">
              <a:off x="0" y="0"/>
              <a:ext cx="1239139" cy="1086485"/>
            </a:xfrm>
            <a:custGeom>
              <a:avLst/>
              <a:gdLst/>
              <a:ahLst/>
              <a:cxnLst/>
              <a:rect r="r" b="b" t="t" l="l"/>
              <a:pathLst>
                <a:path h="1086485" w="1239139">
                  <a:moveTo>
                    <a:pt x="0" y="0"/>
                  </a:moveTo>
                  <a:lnTo>
                    <a:pt x="1239139" y="0"/>
                  </a:lnTo>
                  <a:lnTo>
                    <a:pt x="1239139" y="1086485"/>
                  </a:lnTo>
                  <a:lnTo>
                    <a:pt x="0" y="1086485"/>
                  </a:lnTo>
                  <a:lnTo>
                    <a:pt x="0" y="0"/>
                  </a:lnTo>
                  <a:close/>
                </a:path>
              </a:pathLst>
            </a:custGeom>
            <a:solidFill>
              <a:srgbClr val="EEF3FA"/>
            </a:solidFill>
          </p:spPr>
        </p:sp>
      </p:grpSp>
      <p:grpSp>
        <p:nvGrpSpPr>
          <p:cNvPr name="Group 42" id="42"/>
          <p:cNvGrpSpPr/>
          <p:nvPr/>
        </p:nvGrpSpPr>
        <p:grpSpPr>
          <a:xfrm rot="0">
            <a:off x="1628642" y="4285983"/>
            <a:ext cx="5044145" cy="814864"/>
            <a:chOff x="0" y="0"/>
            <a:chExt cx="6725526" cy="1086485"/>
          </a:xfrm>
        </p:grpSpPr>
        <p:sp>
          <p:nvSpPr>
            <p:cNvPr name="Freeform 43" id="43"/>
            <p:cNvSpPr/>
            <p:nvPr/>
          </p:nvSpPr>
          <p:spPr>
            <a:xfrm flipH="false" flipV="false" rot="0">
              <a:off x="0" y="0"/>
              <a:ext cx="6725539" cy="1086485"/>
            </a:xfrm>
            <a:custGeom>
              <a:avLst/>
              <a:gdLst/>
              <a:ahLst/>
              <a:cxnLst/>
              <a:rect r="r" b="b" t="t" l="l"/>
              <a:pathLst>
                <a:path h="1086485" w="6725539">
                  <a:moveTo>
                    <a:pt x="0" y="0"/>
                  </a:moveTo>
                  <a:lnTo>
                    <a:pt x="6725539" y="0"/>
                  </a:lnTo>
                  <a:lnTo>
                    <a:pt x="6725539" y="1086485"/>
                  </a:lnTo>
                  <a:lnTo>
                    <a:pt x="0" y="1086485"/>
                  </a:lnTo>
                  <a:lnTo>
                    <a:pt x="0" y="0"/>
                  </a:lnTo>
                  <a:close/>
                </a:path>
              </a:pathLst>
            </a:custGeom>
            <a:solidFill>
              <a:srgbClr val="EEF3FA"/>
            </a:solidFill>
          </p:spPr>
        </p:sp>
      </p:grpSp>
      <p:grpSp>
        <p:nvGrpSpPr>
          <p:cNvPr name="Group 44" id="44"/>
          <p:cNvGrpSpPr/>
          <p:nvPr/>
        </p:nvGrpSpPr>
        <p:grpSpPr>
          <a:xfrm rot="0">
            <a:off x="6672243" y="4285983"/>
            <a:ext cx="1300324" cy="814864"/>
            <a:chOff x="0" y="0"/>
            <a:chExt cx="1733766" cy="1086485"/>
          </a:xfrm>
        </p:grpSpPr>
        <p:sp>
          <p:nvSpPr>
            <p:cNvPr name="Freeform 45" id="45"/>
            <p:cNvSpPr/>
            <p:nvPr/>
          </p:nvSpPr>
          <p:spPr>
            <a:xfrm flipH="false" flipV="false" rot="0">
              <a:off x="0" y="0"/>
              <a:ext cx="1733804" cy="1086485"/>
            </a:xfrm>
            <a:custGeom>
              <a:avLst/>
              <a:gdLst/>
              <a:ahLst/>
              <a:cxnLst/>
              <a:rect r="r" b="b" t="t" l="l"/>
              <a:pathLst>
                <a:path h="1086485" w="1733804">
                  <a:moveTo>
                    <a:pt x="0" y="0"/>
                  </a:moveTo>
                  <a:lnTo>
                    <a:pt x="1733804" y="0"/>
                  </a:lnTo>
                  <a:lnTo>
                    <a:pt x="1733804" y="1086485"/>
                  </a:lnTo>
                  <a:lnTo>
                    <a:pt x="0" y="1086485"/>
                  </a:lnTo>
                  <a:lnTo>
                    <a:pt x="0" y="0"/>
                  </a:lnTo>
                  <a:close/>
                </a:path>
              </a:pathLst>
            </a:custGeom>
            <a:solidFill>
              <a:srgbClr val="EEF3FA"/>
            </a:solidFill>
          </p:spPr>
        </p:sp>
      </p:grpSp>
      <p:grpSp>
        <p:nvGrpSpPr>
          <p:cNvPr name="Group 46" id="46"/>
          <p:cNvGrpSpPr/>
          <p:nvPr/>
        </p:nvGrpSpPr>
        <p:grpSpPr>
          <a:xfrm rot="0">
            <a:off x="7972015" y="4285983"/>
            <a:ext cx="2072516" cy="814864"/>
            <a:chOff x="0" y="0"/>
            <a:chExt cx="2763355" cy="1086485"/>
          </a:xfrm>
        </p:grpSpPr>
        <p:sp>
          <p:nvSpPr>
            <p:cNvPr name="Freeform 47" id="47"/>
            <p:cNvSpPr/>
            <p:nvPr/>
          </p:nvSpPr>
          <p:spPr>
            <a:xfrm flipH="false" flipV="false" rot="0">
              <a:off x="0" y="0"/>
              <a:ext cx="2763393" cy="1086485"/>
            </a:xfrm>
            <a:custGeom>
              <a:avLst/>
              <a:gdLst/>
              <a:ahLst/>
              <a:cxnLst/>
              <a:rect r="r" b="b" t="t" l="l"/>
              <a:pathLst>
                <a:path h="1086485" w="2763393">
                  <a:moveTo>
                    <a:pt x="0" y="0"/>
                  </a:moveTo>
                  <a:lnTo>
                    <a:pt x="2763393" y="0"/>
                  </a:lnTo>
                  <a:lnTo>
                    <a:pt x="2763393" y="1086485"/>
                  </a:lnTo>
                  <a:lnTo>
                    <a:pt x="0" y="1086485"/>
                  </a:lnTo>
                  <a:lnTo>
                    <a:pt x="0" y="0"/>
                  </a:lnTo>
                  <a:close/>
                </a:path>
              </a:pathLst>
            </a:custGeom>
            <a:solidFill>
              <a:srgbClr val="EEF3FA"/>
            </a:solidFill>
          </p:spPr>
        </p:sp>
      </p:grpSp>
      <p:grpSp>
        <p:nvGrpSpPr>
          <p:cNvPr name="Group 48" id="48"/>
          <p:cNvGrpSpPr/>
          <p:nvPr/>
        </p:nvGrpSpPr>
        <p:grpSpPr>
          <a:xfrm rot="0">
            <a:off x="699840" y="5100304"/>
            <a:ext cx="929345" cy="829437"/>
            <a:chOff x="0" y="0"/>
            <a:chExt cx="1239126" cy="1105916"/>
          </a:xfrm>
        </p:grpSpPr>
        <p:sp>
          <p:nvSpPr>
            <p:cNvPr name="Freeform 49" id="49"/>
            <p:cNvSpPr/>
            <p:nvPr/>
          </p:nvSpPr>
          <p:spPr>
            <a:xfrm flipH="false" flipV="false" rot="0">
              <a:off x="0" y="0"/>
              <a:ext cx="1239139" cy="1105916"/>
            </a:xfrm>
            <a:custGeom>
              <a:avLst/>
              <a:gdLst/>
              <a:ahLst/>
              <a:cxnLst/>
              <a:rect r="r" b="b" t="t" l="l"/>
              <a:pathLst>
                <a:path h="1105916" w="1239139">
                  <a:moveTo>
                    <a:pt x="0" y="0"/>
                  </a:moveTo>
                  <a:lnTo>
                    <a:pt x="1239139" y="0"/>
                  </a:lnTo>
                  <a:lnTo>
                    <a:pt x="1239139" y="1105916"/>
                  </a:lnTo>
                  <a:lnTo>
                    <a:pt x="0" y="1105916"/>
                  </a:lnTo>
                  <a:lnTo>
                    <a:pt x="0" y="0"/>
                  </a:lnTo>
                  <a:close/>
                </a:path>
              </a:pathLst>
            </a:custGeom>
            <a:solidFill>
              <a:srgbClr val="FFFFFF"/>
            </a:solidFill>
          </p:spPr>
        </p:sp>
      </p:grpSp>
      <p:grpSp>
        <p:nvGrpSpPr>
          <p:cNvPr name="Group 50" id="50"/>
          <p:cNvGrpSpPr/>
          <p:nvPr/>
        </p:nvGrpSpPr>
        <p:grpSpPr>
          <a:xfrm rot="0">
            <a:off x="1628642" y="5100304"/>
            <a:ext cx="5044145" cy="829437"/>
            <a:chOff x="0" y="0"/>
            <a:chExt cx="6725526" cy="1105916"/>
          </a:xfrm>
        </p:grpSpPr>
        <p:sp>
          <p:nvSpPr>
            <p:cNvPr name="Freeform 51" id="51"/>
            <p:cNvSpPr/>
            <p:nvPr/>
          </p:nvSpPr>
          <p:spPr>
            <a:xfrm flipH="false" flipV="false" rot="0">
              <a:off x="0" y="0"/>
              <a:ext cx="6725539" cy="1105916"/>
            </a:xfrm>
            <a:custGeom>
              <a:avLst/>
              <a:gdLst/>
              <a:ahLst/>
              <a:cxnLst/>
              <a:rect r="r" b="b" t="t" l="l"/>
              <a:pathLst>
                <a:path h="1105916" w="6725539">
                  <a:moveTo>
                    <a:pt x="0" y="0"/>
                  </a:moveTo>
                  <a:lnTo>
                    <a:pt x="6725539" y="0"/>
                  </a:lnTo>
                  <a:lnTo>
                    <a:pt x="6725539" y="1105916"/>
                  </a:lnTo>
                  <a:lnTo>
                    <a:pt x="0" y="1105916"/>
                  </a:lnTo>
                  <a:lnTo>
                    <a:pt x="0" y="0"/>
                  </a:lnTo>
                  <a:close/>
                </a:path>
              </a:pathLst>
            </a:custGeom>
            <a:solidFill>
              <a:srgbClr val="FFFFFF"/>
            </a:solidFill>
          </p:spPr>
        </p:sp>
      </p:grpSp>
      <p:grpSp>
        <p:nvGrpSpPr>
          <p:cNvPr name="Group 52" id="52"/>
          <p:cNvGrpSpPr/>
          <p:nvPr/>
        </p:nvGrpSpPr>
        <p:grpSpPr>
          <a:xfrm rot="0">
            <a:off x="6672243" y="5100304"/>
            <a:ext cx="1300324" cy="829437"/>
            <a:chOff x="0" y="0"/>
            <a:chExt cx="1733766" cy="1105916"/>
          </a:xfrm>
        </p:grpSpPr>
        <p:sp>
          <p:nvSpPr>
            <p:cNvPr name="Freeform 53" id="53"/>
            <p:cNvSpPr/>
            <p:nvPr/>
          </p:nvSpPr>
          <p:spPr>
            <a:xfrm flipH="false" flipV="false" rot="0">
              <a:off x="0" y="0"/>
              <a:ext cx="1733804" cy="1105916"/>
            </a:xfrm>
            <a:custGeom>
              <a:avLst/>
              <a:gdLst/>
              <a:ahLst/>
              <a:cxnLst/>
              <a:rect r="r" b="b" t="t" l="l"/>
              <a:pathLst>
                <a:path h="1105916" w="1733804">
                  <a:moveTo>
                    <a:pt x="0" y="0"/>
                  </a:moveTo>
                  <a:lnTo>
                    <a:pt x="1733804" y="0"/>
                  </a:lnTo>
                  <a:lnTo>
                    <a:pt x="1733804" y="1105916"/>
                  </a:lnTo>
                  <a:lnTo>
                    <a:pt x="0" y="1105916"/>
                  </a:lnTo>
                  <a:lnTo>
                    <a:pt x="0" y="0"/>
                  </a:lnTo>
                  <a:close/>
                </a:path>
              </a:pathLst>
            </a:custGeom>
            <a:solidFill>
              <a:srgbClr val="FFFFFF"/>
            </a:solidFill>
          </p:spPr>
        </p:sp>
      </p:grpSp>
      <p:grpSp>
        <p:nvGrpSpPr>
          <p:cNvPr name="Group 54" id="54"/>
          <p:cNvGrpSpPr/>
          <p:nvPr/>
        </p:nvGrpSpPr>
        <p:grpSpPr>
          <a:xfrm rot="0">
            <a:off x="7972015" y="5100304"/>
            <a:ext cx="2072516" cy="829437"/>
            <a:chOff x="0" y="0"/>
            <a:chExt cx="2763355" cy="1105916"/>
          </a:xfrm>
        </p:grpSpPr>
        <p:sp>
          <p:nvSpPr>
            <p:cNvPr name="Freeform 55" id="55"/>
            <p:cNvSpPr/>
            <p:nvPr/>
          </p:nvSpPr>
          <p:spPr>
            <a:xfrm flipH="false" flipV="false" rot="0">
              <a:off x="0" y="0"/>
              <a:ext cx="2763393" cy="1105916"/>
            </a:xfrm>
            <a:custGeom>
              <a:avLst/>
              <a:gdLst/>
              <a:ahLst/>
              <a:cxnLst/>
              <a:rect r="r" b="b" t="t" l="l"/>
              <a:pathLst>
                <a:path h="1105916" w="2763393">
                  <a:moveTo>
                    <a:pt x="0" y="0"/>
                  </a:moveTo>
                  <a:lnTo>
                    <a:pt x="2763393" y="0"/>
                  </a:lnTo>
                  <a:lnTo>
                    <a:pt x="2763393" y="1105916"/>
                  </a:lnTo>
                  <a:lnTo>
                    <a:pt x="0" y="1105916"/>
                  </a:lnTo>
                  <a:lnTo>
                    <a:pt x="0" y="0"/>
                  </a:lnTo>
                  <a:close/>
                </a:path>
              </a:pathLst>
            </a:custGeom>
            <a:solidFill>
              <a:srgbClr val="FFFFFF"/>
            </a:solidFill>
          </p:spPr>
        </p:sp>
      </p:grpSp>
      <p:grpSp>
        <p:nvGrpSpPr>
          <p:cNvPr name="Group 56" id="56"/>
          <p:cNvGrpSpPr/>
          <p:nvPr/>
        </p:nvGrpSpPr>
        <p:grpSpPr>
          <a:xfrm rot="0">
            <a:off x="685257" y="2957036"/>
            <a:ext cx="15116" cy="529199"/>
            <a:chOff x="0" y="0"/>
            <a:chExt cx="20155" cy="705599"/>
          </a:xfrm>
        </p:grpSpPr>
        <p:sp>
          <p:nvSpPr>
            <p:cNvPr name="Freeform 57" id="57"/>
            <p:cNvSpPr/>
            <p:nvPr/>
          </p:nvSpPr>
          <p:spPr>
            <a:xfrm flipH="false" flipV="false" rot="0">
              <a:off x="0" y="0"/>
              <a:ext cx="20193" cy="705612"/>
            </a:xfrm>
            <a:custGeom>
              <a:avLst/>
              <a:gdLst/>
              <a:ahLst/>
              <a:cxnLst/>
              <a:rect r="r" b="b" t="t" l="l"/>
              <a:pathLst>
                <a:path h="705612" w="20193">
                  <a:moveTo>
                    <a:pt x="0" y="0"/>
                  </a:moveTo>
                  <a:lnTo>
                    <a:pt x="20193" y="0"/>
                  </a:lnTo>
                  <a:lnTo>
                    <a:pt x="20193" y="705612"/>
                  </a:lnTo>
                  <a:lnTo>
                    <a:pt x="0" y="705612"/>
                  </a:lnTo>
                  <a:lnTo>
                    <a:pt x="0" y="0"/>
                  </a:lnTo>
                  <a:close/>
                </a:path>
              </a:pathLst>
            </a:custGeom>
            <a:solidFill>
              <a:srgbClr val="D1D9E0"/>
            </a:solidFill>
          </p:spPr>
        </p:sp>
      </p:grpSp>
      <p:grpSp>
        <p:nvGrpSpPr>
          <p:cNvPr name="Group 58" id="58"/>
          <p:cNvGrpSpPr/>
          <p:nvPr/>
        </p:nvGrpSpPr>
        <p:grpSpPr>
          <a:xfrm rot="0">
            <a:off x="685257" y="2957036"/>
            <a:ext cx="957958" cy="15116"/>
            <a:chOff x="0" y="0"/>
            <a:chExt cx="1277277" cy="20155"/>
          </a:xfrm>
        </p:grpSpPr>
        <p:sp>
          <p:nvSpPr>
            <p:cNvPr name="Freeform 59" id="59"/>
            <p:cNvSpPr/>
            <p:nvPr/>
          </p:nvSpPr>
          <p:spPr>
            <a:xfrm flipH="false" flipV="false" rot="0">
              <a:off x="0" y="0"/>
              <a:ext cx="1277239" cy="20193"/>
            </a:xfrm>
            <a:custGeom>
              <a:avLst/>
              <a:gdLst/>
              <a:ahLst/>
              <a:cxnLst/>
              <a:rect r="r" b="b" t="t" l="l"/>
              <a:pathLst>
                <a:path h="20193" w="1277239">
                  <a:moveTo>
                    <a:pt x="0" y="0"/>
                  </a:moveTo>
                  <a:lnTo>
                    <a:pt x="1277239" y="0"/>
                  </a:lnTo>
                  <a:lnTo>
                    <a:pt x="1277239" y="20193"/>
                  </a:lnTo>
                  <a:lnTo>
                    <a:pt x="0" y="20193"/>
                  </a:lnTo>
                  <a:lnTo>
                    <a:pt x="0" y="0"/>
                  </a:lnTo>
                  <a:close/>
                </a:path>
              </a:pathLst>
            </a:custGeom>
            <a:solidFill>
              <a:srgbClr val="D1D9E0"/>
            </a:solidFill>
          </p:spPr>
        </p:sp>
      </p:grpSp>
      <p:grpSp>
        <p:nvGrpSpPr>
          <p:cNvPr name="Group 60" id="60"/>
          <p:cNvGrpSpPr/>
          <p:nvPr/>
        </p:nvGrpSpPr>
        <p:grpSpPr>
          <a:xfrm rot="0">
            <a:off x="1628642" y="2957036"/>
            <a:ext cx="14583" cy="529199"/>
            <a:chOff x="0" y="0"/>
            <a:chExt cx="19444" cy="705599"/>
          </a:xfrm>
        </p:grpSpPr>
        <p:sp>
          <p:nvSpPr>
            <p:cNvPr name="Freeform 61" id="61"/>
            <p:cNvSpPr/>
            <p:nvPr/>
          </p:nvSpPr>
          <p:spPr>
            <a:xfrm flipH="false" flipV="false" rot="0">
              <a:off x="0" y="0"/>
              <a:ext cx="19431" cy="705612"/>
            </a:xfrm>
            <a:custGeom>
              <a:avLst/>
              <a:gdLst/>
              <a:ahLst/>
              <a:cxnLst/>
              <a:rect r="r" b="b" t="t" l="l"/>
              <a:pathLst>
                <a:path h="705612" w="19431">
                  <a:moveTo>
                    <a:pt x="0" y="0"/>
                  </a:moveTo>
                  <a:lnTo>
                    <a:pt x="19431" y="0"/>
                  </a:lnTo>
                  <a:lnTo>
                    <a:pt x="19431" y="705612"/>
                  </a:lnTo>
                  <a:lnTo>
                    <a:pt x="0" y="705612"/>
                  </a:lnTo>
                  <a:lnTo>
                    <a:pt x="0" y="0"/>
                  </a:lnTo>
                  <a:close/>
                </a:path>
              </a:pathLst>
            </a:custGeom>
            <a:solidFill>
              <a:srgbClr val="D1D9E0"/>
            </a:solidFill>
          </p:spPr>
        </p:sp>
      </p:grpSp>
      <p:grpSp>
        <p:nvGrpSpPr>
          <p:cNvPr name="Group 62" id="62"/>
          <p:cNvGrpSpPr/>
          <p:nvPr/>
        </p:nvGrpSpPr>
        <p:grpSpPr>
          <a:xfrm rot="0">
            <a:off x="1642682" y="2957036"/>
            <a:ext cx="5030095" cy="15116"/>
            <a:chOff x="0" y="0"/>
            <a:chExt cx="6706794" cy="20155"/>
          </a:xfrm>
        </p:grpSpPr>
        <p:sp>
          <p:nvSpPr>
            <p:cNvPr name="Freeform 63" id="63"/>
            <p:cNvSpPr/>
            <p:nvPr/>
          </p:nvSpPr>
          <p:spPr>
            <a:xfrm flipH="false" flipV="false" rot="0">
              <a:off x="0" y="0"/>
              <a:ext cx="6706743" cy="20193"/>
            </a:xfrm>
            <a:custGeom>
              <a:avLst/>
              <a:gdLst/>
              <a:ahLst/>
              <a:cxnLst/>
              <a:rect r="r" b="b" t="t" l="l"/>
              <a:pathLst>
                <a:path h="20193" w="6706743">
                  <a:moveTo>
                    <a:pt x="0" y="0"/>
                  </a:moveTo>
                  <a:lnTo>
                    <a:pt x="6706743" y="0"/>
                  </a:lnTo>
                  <a:lnTo>
                    <a:pt x="6706743" y="20193"/>
                  </a:lnTo>
                  <a:lnTo>
                    <a:pt x="0" y="20193"/>
                  </a:lnTo>
                  <a:lnTo>
                    <a:pt x="0" y="0"/>
                  </a:lnTo>
                  <a:close/>
                </a:path>
              </a:pathLst>
            </a:custGeom>
            <a:solidFill>
              <a:srgbClr val="D1D9E0"/>
            </a:solidFill>
          </p:spPr>
        </p:sp>
      </p:grpSp>
      <p:grpSp>
        <p:nvGrpSpPr>
          <p:cNvPr name="Group 64" id="64"/>
          <p:cNvGrpSpPr/>
          <p:nvPr/>
        </p:nvGrpSpPr>
        <p:grpSpPr>
          <a:xfrm rot="0">
            <a:off x="6657661" y="2957036"/>
            <a:ext cx="15116" cy="529199"/>
            <a:chOff x="0" y="0"/>
            <a:chExt cx="20155" cy="705599"/>
          </a:xfrm>
        </p:grpSpPr>
        <p:sp>
          <p:nvSpPr>
            <p:cNvPr name="Freeform 65" id="65"/>
            <p:cNvSpPr/>
            <p:nvPr/>
          </p:nvSpPr>
          <p:spPr>
            <a:xfrm flipH="false" flipV="false" rot="0">
              <a:off x="0" y="0"/>
              <a:ext cx="20193" cy="705612"/>
            </a:xfrm>
            <a:custGeom>
              <a:avLst/>
              <a:gdLst/>
              <a:ahLst/>
              <a:cxnLst/>
              <a:rect r="r" b="b" t="t" l="l"/>
              <a:pathLst>
                <a:path h="705612" w="20193">
                  <a:moveTo>
                    <a:pt x="0" y="0"/>
                  </a:moveTo>
                  <a:lnTo>
                    <a:pt x="20193" y="0"/>
                  </a:lnTo>
                  <a:lnTo>
                    <a:pt x="20193" y="705612"/>
                  </a:lnTo>
                  <a:lnTo>
                    <a:pt x="0" y="705612"/>
                  </a:lnTo>
                  <a:lnTo>
                    <a:pt x="0" y="0"/>
                  </a:lnTo>
                  <a:close/>
                </a:path>
              </a:pathLst>
            </a:custGeom>
            <a:solidFill>
              <a:srgbClr val="D1D9E0"/>
            </a:solidFill>
          </p:spPr>
        </p:sp>
      </p:grpSp>
      <p:grpSp>
        <p:nvGrpSpPr>
          <p:cNvPr name="Group 66" id="66"/>
          <p:cNvGrpSpPr/>
          <p:nvPr/>
        </p:nvGrpSpPr>
        <p:grpSpPr>
          <a:xfrm rot="0">
            <a:off x="6672243" y="2957036"/>
            <a:ext cx="1300324" cy="15116"/>
            <a:chOff x="0" y="0"/>
            <a:chExt cx="1733766" cy="20155"/>
          </a:xfrm>
        </p:grpSpPr>
        <p:sp>
          <p:nvSpPr>
            <p:cNvPr name="Freeform 67" id="67"/>
            <p:cNvSpPr/>
            <p:nvPr/>
          </p:nvSpPr>
          <p:spPr>
            <a:xfrm flipH="false" flipV="false" rot="0">
              <a:off x="0" y="0"/>
              <a:ext cx="1733804" cy="20193"/>
            </a:xfrm>
            <a:custGeom>
              <a:avLst/>
              <a:gdLst/>
              <a:ahLst/>
              <a:cxnLst/>
              <a:rect r="r" b="b" t="t" l="l"/>
              <a:pathLst>
                <a:path h="20193" w="1733804">
                  <a:moveTo>
                    <a:pt x="0" y="0"/>
                  </a:moveTo>
                  <a:lnTo>
                    <a:pt x="1733804" y="0"/>
                  </a:lnTo>
                  <a:lnTo>
                    <a:pt x="1733804" y="20193"/>
                  </a:lnTo>
                  <a:lnTo>
                    <a:pt x="0" y="20193"/>
                  </a:lnTo>
                  <a:lnTo>
                    <a:pt x="0" y="0"/>
                  </a:lnTo>
                  <a:close/>
                </a:path>
              </a:pathLst>
            </a:custGeom>
            <a:solidFill>
              <a:srgbClr val="D1D9E0"/>
            </a:solidFill>
          </p:spPr>
        </p:sp>
      </p:grpSp>
      <p:grpSp>
        <p:nvGrpSpPr>
          <p:cNvPr name="Group 68" id="68"/>
          <p:cNvGrpSpPr/>
          <p:nvPr/>
        </p:nvGrpSpPr>
        <p:grpSpPr>
          <a:xfrm rot="0">
            <a:off x="7957976" y="2957036"/>
            <a:ext cx="14583" cy="529199"/>
            <a:chOff x="0" y="0"/>
            <a:chExt cx="19444" cy="705599"/>
          </a:xfrm>
        </p:grpSpPr>
        <p:sp>
          <p:nvSpPr>
            <p:cNvPr name="Freeform 69" id="69"/>
            <p:cNvSpPr/>
            <p:nvPr/>
          </p:nvSpPr>
          <p:spPr>
            <a:xfrm flipH="false" flipV="false" rot="0">
              <a:off x="0" y="0"/>
              <a:ext cx="19431" cy="705612"/>
            </a:xfrm>
            <a:custGeom>
              <a:avLst/>
              <a:gdLst/>
              <a:ahLst/>
              <a:cxnLst/>
              <a:rect r="r" b="b" t="t" l="l"/>
              <a:pathLst>
                <a:path h="705612" w="19431">
                  <a:moveTo>
                    <a:pt x="0" y="0"/>
                  </a:moveTo>
                  <a:lnTo>
                    <a:pt x="19431" y="0"/>
                  </a:lnTo>
                  <a:lnTo>
                    <a:pt x="19431" y="705612"/>
                  </a:lnTo>
                  <a:lnTo>
                    <a:pt x="0" y="705612"/>
                  </a:lnTo>
                  <a:lnTo>
                    <a:pt x="0" y="0"/>
                  </a:lnTo>
                  <a:close/>
                </a:path>
              </a:pathLst>
            </a:custGeom>
            <a:solidFill>
              <a:srgbClr val="D1D9E0"/>
            </a:solidFill>
          </p:spPr>
        </p:sp>
      </p:grpSp>
      <p:grpSp>
        <p:nvGrpSpPr>
          <p:cNvPr name="Group 70" id="70"/>
          <p:cNvGrpSpPr/>
          <p:nvPr/>
        </p:nvGrpSpPr>
        <p:grpSpPr>
          <a:xfrm rot="0">
            <a:off x="7972015" y="2957036"/>
            <a:ext cx="2086556" cy="15116"/>
            <a:chOff x="0" y="0"/>
            <a:chExt cx="2782075" cy="20155"/>
          </a:xfrm>
        </p:grpSpPr>
        <p:sp>
          <p:nvSpPr>
            <p:cNvPr name="Freeform 71" id="71"/>
            <p:cNvSpPr/>
            <p:nvPr/>
          </p:nvSpPr>
          <p:spPr>
            <a:xfrm flipH="false" flipV="false" rot="0">
              <a:off x="0" y="0"/>
              <a:ext cx="2782062" cy="20193"/>
            </a:xfrm>
            <a:custGeom>
              <a:avLst/>
              <a:gdLst/>
              <a:ahLst/>
              <a:cxnLst/>
              <a:rect r="r" b="b" t="t" l="l"/>
              <a:pathLst>
                <a:path h="20193" w="2782062">
                  <a:moveTo>
                    <a:pt x="0" y="0"/>
                  </a:moveTo>
                  <a:lnTo>
                    <a:pt x="2782062" y="0"/>
                  </a:lnTo>
                  <a:lnTo>
                    <a:pt x="2782062" y="20193"/>
                  </a:lnTo>
                  <a:lnTo>
                    <a:pt x="0" y="20193"/>
                  </a:lnTo>
                  <a:lnTo>
                    <a:pt x="0" y="0"/>
                  </a:lnTo>
                  <a:close/>
                </a:path>
              </a:pathLst>
            </a:custGeom>
            <a:solidFill>
              <a:srgbClr val="D1D9E0"/>
            </a:solidFill>
          </p:spPr>
        </p:sp>
      </p:grpSp>
      <p:grpSp>
        <p:nvGrpSpPr>
          <p:cNvPr name="Group 72" id="72"/>
          <p:cNvGrpSpPr/>
          <p:nvPr/>
        </p:nvGrpSpPr>
        <p:grpSpPr>
          <a:xfrm rot="0">
            <a:off x="10043998" y="2957036"/>
            <a:ext cx="14583" cy="529199"/>
            <a:chOff x="0" y="0"/>
            <a:chExt cx="19444" cy="705599"/>
          </a:xfrm>
        </p:grpSpPr>
        <p:sp>
          <p:nvSpPr>
            <p:cNvPr name="Freeform 73" id="73"/>
            <p:cNvSpPr/>
            <p:nvPr/>
          </p:nvSpPr>
          <p:spPr>
            <a:xfrm flipH="false" flipV="false" rot="0">
              <a:off x="0" y="0"/>
              <a:ext cx="19431" cy="705612"/>
            </a:xfrm>
            <a:custGeom>
              <a:avLst/>
              <a:gdLst/>
              <a:ahLst/>
              <a:cxnLst/>
              <a:rect r="r" b="b" t="t" l="l"/>
              <a:pathLst>
                <a:path h="705612" w="19431">
                  <a:moveTo>
                    <a:pt x="0" y="0"/>
                  </a:moveTo>
                  <a:lnTo>
                    <a:pt x="19431" y="0"/>
                  </a:lnTo>
                  <a:lnTo>
                    <a:pt x="19431" y="705612"/>
                  </a:lnTo>
                  <a:lnTo>
                    <a:pt x="0" y="705612"/>
                  </a:lnTo>
                  <a:lnTo>
                    <a:pt x="0" y="0"/>
                  </a:lnTo>
                  <a:close/>
                </a:path>
              </a:pathLst>
            </a:custGeom>
            <a:solidFill>
              <a:srgbClr val="D1D9E0"/>
            </a:solidFill>
          </p:spPr>
        </p:sp>
      </p:grpSp>
      <p:grpSp>
        <p:nvGrpSpPr>
          <p:cNvPr name="Group 74" id="74"/>
          <p:cNvGrpSpPr/>
          <p:nvPr/>
        </p:nvGrpSpPr>
        <p:grpSpPr>
          <a:xfrm rot="0">
            <a:off x="685257" y="3471662"/>
            <a:ext cx="957958" cy="14583"/>
            <a:chOff x="0" y="0"/>
            <a:chExt cx="1277277" cy="19444"/>
          </a:xfrm>
        </p:grpSpPr>
        <p:sp>
          <p:nvSpPr>
            <p:cNvPr name="Freeform 75" id="75"/>
            <p:cNvSpPr/>
            <p:nvPr/>
          </p:nvSpPr>
          <p:spPr>
            <a:xfrm flipH="false" flipV="false" rot="0">
              <a:off x="0" y="0"/>
              <a:ext cx="1277239" cy="19431"/>
            </a:xfrm>
            <a:custGeom>
              <a:avLst/>
              <a:gdLst/>
              <a:ahLst/>
              <a:cxnLst/>
              <a:rect r="r" b="b" t="t" l="l"/>
              <a:pathLst>
                <a:path h="19431" w="1277239">
                  <a:moveTo>
                    <a:pt x="0" y="0"/>
                  </a:moveTo>
                  <a:lnTo>
                    <a:pt x="1277239" y="0"/>
                  </a:lnTo>
                  <a:lnTo>
                    <a:pt x="1277239" y="19431"/>
                  </a:lnTo>
                  <a:lnTo>
                    <a:pt x="0" y="19431"/>
                  </a:lnTo>
                  <a:lnTo>
                    <a:pt x="0" y="0"/>
                  </a:lnTo>
                  <a:close/>
                </a:path>
              </a:pathLst>
            </a:custGeom>
            <a:solidFill>
              <a:srgbClr val="D1D9E0"/>
            </a:solidFill>
          </p:spPr>
        </p:sp>
      </p:grpSp>
      <p:grpSp>
        <p:nvGrpSpPr>
          <p:cNvPr name="Group 76" id="76"/>
          <p:cNvGrpSpPr/>
          <p:nvPr/>
        </p:nvGrpSpPr>
        <p:grpSpPr>
          <a:xfrm rot="0">
            <a:off x="1642682" y="3471662"/>
            <a:ext cx="5030095" cy="14583"/>
            <a:chOff x="0" y="0"/>
            <a:chExt cx="6706794" cy="19444"/>
          </a:xfrm>
        </p:grpSpPr>
        <p:sp>
          <p:nvSpPr>
            <p:cNvPr name="Freeform 77" id="77"/>
            <p:cNvSpPr/>
            <p:nvPr/>
          </p:nvSpPr>
          <p:spPr>
            <a:xfrm flipH="false" flipV="false" rot="0">
              <a:off x="0" y="0"/>
              <a:ext cx="6706743" cy="19431"/>
            </a:xfrm>
            <a:custGeom>
              <a:avLst/>
              <a:gdLst/>
              <a:ahLst/>
              <a:cxnLst/>
              <a:rect r="r" b="b" t="t" l="l"/>
              <a:pathLst>
                <a:path h="19431" w="6706743">
                  <a:moveTo>
                    <a:pt x="0" y="0"/>
                  </a:moveTo>
                  <a:lnTo>
                    <a:pt x="6706743" y="0"/>
                  </a:lnTo>
                  <a:lnTo>
                    <a:pt x="6706743" y="19431"/>
                  </a:lnTo>
                  <a:lnTo>
                    <a:pt x="0" y="19431"/>
                  </a:lnTo>
                  <a:lnTo>
                    <a:pt x="0" y="0"/>
                  </a:lnTo>
                  <a:close/>
                </a:path>
              </a:pathLst>
            </a:custGeom>
            <a:solidFill>
              <a:srgbClr val="D1D9E0"/>
            </a:solidFill>
          </p:spPr>
        </p:sp>
      </p:grpSp>
      <p:grpSp>
        <p:nvGrpSpPr>
          <p:cNvPr name="Group 78" id="78"/>
          <p:cNvGrpSpPr/>
          <p:nvPr/>
        </p:nvGrpSpPr>
        <p:grpSpPr>
          <a:xfrm rot="0">
            <a:off x="6672243" y="3471662"/>
            <a:ext cx="1300324" cy="14583"/>
            <a:chOff x="0" y="0"/>
            <a:chExt cx="1733766" cy="19444"/>
          </a:xfrm>
        </p:grpSpPr>
        <p:sp>
          <p:nvSpPr>
            <p:cNvPr name="Freeform 79" id="79"/>
            <p:cNvSpPr/>
            <p:nvPr/>
          </p:nvSpPr>
          <p:spPr>
            <a:xfrm flipH="false" flipV="false" rot="0">
              <a:off x="0" y="0"/>
              <a:ext cx="1733804" cy="19431"/>
            </a:xfrm>
            <a:custGeom>
              <a:avLst/>
              <a:gdLst/>
              <a:ahLst/>
              <a:cxnLst/>
              <a:rect r="r" b="b" t="t" l="l"/>
              <a:pathLst>
                <a:path h="19431" w="1733804">
                  <a:moveTo>
                    <a:pt x="0" y="0"/>
                  </a:moveTo>
                  <a:lnTo>
                    <a:pt x="1733804" y="0"/>
                  </a:lnTo>
                  <a:lnTo>
                    <a:pt x="1733804" y="19431"/>
                  </a:lnTo>
                  <a:lnTo>
                    <a:pt x="0" y="19431"/>
                  </a:lnTo>
                  <a:lnTo>
                    <a:pt x="0" y="0"/>
                  </a:lnTo>
                  <a:close/>
                </a:path>
              </a:pathLst>
            </a:custGeom>
            <a:solidFill>
              <a:srgbClr val="D1D9E0"/>
            </a:solidFill>
          </p:spPr>
        </p:sp>
      </p:grpSp>
      <p:grpSp>
        <p:nvGrpSpPr>
          <p:cNvPr name="Group 80" id="80"/>
          <p:cNvGrpSpPr/>
          <p:nvPr/>
        </p:nvGrpSpPr>
        <p:grpSpPr>
          <a:xfrm rot="0">
            <a:off x="7972015" y="3471662"/>
            <a:ext cx="2086556" cy="14583"/>
            <a:chOff x="0" y="0"/>
            <a:chExt cx="2782075" cy="19444"/>
          </a:xfrm>
        </p:grpSpPr>
        <p:sp>
          <p:nvSpPr>
            <p:cNvPr name="Freeform 81" id="81"/>
            <p:cNvSpPr/>
            <p:nvPr/>
          </p:nvSpPr>
          <p:spPr>
            <a:xfrm flipH="false" flipV="false" rot="0">
              <a:off x="0" y="0"/>
              <a:ext cx="2782062" cy="19431"/>
            </a:xfrm>
            <a:custGeom>
              <a:avLst/>
              <a:gdLst/>
              <a:ahLst/>
              <a:cxnLst/>
              <a:rect r="r" b="b" t="t" l="l"/>
              <a:pathLst>
                <a:path h="19431" w="2782062">
                  <a:moveTo>
                    <a:pt x="0" y="0"/>
                  </a:moveTo>
                  <a:lnTo>
                    <a:pt x="2782062" y="0"/>
                  </a:lnTo>
                  <a:lnTo>
                    <a:pt x="2782062" y="19431"/>
                  </a:lnTo>
                  <a:lnTo>
                    <a:pt x="0" y="19431"/>
                  </a:lnTo>
                  <a:lnTo>
                    <a:pt x="0" y="0"/>
                  </a:lnTo>
                  <a:close/>
                </a:path>
              </a:pathLst>
            </a:custGeom>
            <a:solidFill>
              <a:srgbClr val="D1D9E0"/>
            </a:solidFill>
          </p:spPr>
        </p:sp>
      </p:grpSp>
      <p:grpSp>
        <p:nvGrpSpPr>
          <p:cNvPr name="Group 82" id="82"/>
          <p:cNvGrpSpPr/>
          <p:nvPr/>
        </p:nvGrpSpPr>
        <p:grpSpPr>
          <a:xfrm rot="0">
            <a:off x="685257" y="3485702"/>
            <a:ext cx="15116" cy="814864"/>
            <a:chOff x="0" y="0"/>
            <a:chExt cx="20155" cy="1086485"/>
          </a:xfrm>
        </p:grpSpPr>
        <p:sp>
          <p:nvSpPr>
            <p:cNvPr name="Freeform 83" id="83"/>
            <p:cNvSpPr/>
            <p:nvPr/>
          </p:nvSpPr>
          <p:spPr>
            <a:xfrm flipH="false" flipV="false" rot="0">
              <a:off x="0" y="0"/>
              <a:ext cx="20193" cy="1086485"/>
            </a:xfrm>
            <a:custGeom>
              <a:avLst/>
              <a:gdLst/>
              <a:ahLst/>
              <a:cxnLst/>
              <a:rect r="r" b="b" t="t" l="l"/>
              <a:pathLst>
                <a:path h="1086485" w="20193">
                  <a:moveTo>
                    <a:pt x="0" y="0"/>
                  </a:moveTo>
                  <a:lnTo>
                    <a:pt x="20193" y="0"/>
                  </a:lnTo>
                  <a:lnTo>
                    <a:pt x="20193" y="1086485"/>
                  </a:lnTo>
                  <a:lnTo>
                    <a:pt x="0" y="1086485"/>
                  </a:lnTo>
                  <a:lnTo>
                    <a:pt x="0" y="0"/>
                  </a:lnTo>
                  <a:close/>
                </a:path>
              </a:pathLst>
            </a:custGeom>
            <a:solidFill>
              <a:srgbClr val="D1D9E0"/>
            </a:solidFill>
          </p:spPr>
        </p:sp>
      </p:grpSp>
      <p:grpSp>
        <p:nvGrpSpPr>
          <p:cNvPr name="Group 84" id="84"/>
          <p:cNvGrpSpPr/>
          <p:nvPr/>
        </p:nvGrpSpPr>
        <p:grpSpPr>
          <a:xfrm rot="0">
            <a:off x="1628642" y="3485702"/>
            <a:ext cx="14583" cy="814864"/>
            <a:chOff x="0" y="0"/>
            <a:chExt cx="19444" cy="1086485"/>
          </a:xfrm>
        </p:grpSpPr>
        <p:sp>
          <p:nvSpPr>
            <p:cNvPr name="Freeform 85" id="85"/>
            <p:cNvSpPr/>
            <p:nvPr/>
          </p:nvSpPr>
          <p:spPr>
            <a:xfrm flipH="false" flipV="false" rot="0">
              <a:off x="0" y="0"/>
              <a:ext cx="19431" cy="1086485"/>
            </a:xfrm>
            <a:custGeom>
              <a:avLst/>
              <a:gdLst/>
              <a:ahLst/>
              <a:cxnLst/>
              <a:rect r="r" b="b" t="t" l="l"/>
              <a:pathLst>
                <a:path h="1086485" w="19431">
                  <a:moveTo>
                    <a:pt x="0" y="0"/>
                  </a:moveTo>
                  <a:lnTo>
                    <a:pt x="19431" y="0"/>
                  </a:lnTo>
                  <a:lnTo>
                    <a:pt x="19431" y="1086485"/>
                  </a:lnTo>
                  <a:lnTo>
                    <a:pt x="0" y="1086485"/>
                  </a:lnTo>
                  <a:lnTo>
                    <a:pt x="0" y="0"/>
                  </a:lnTo>
                  <a:close/>
                </a:path>
              </a:pathLst>
            </a:custGeom>
            <a:solidFill>
              <a:srgbClr val="D1D9E0"/>
            </a:solidFill>
          </p:spPr>
        </p:sp>
      </p:grpSp>
      <p:grpSp>
        <p:nvGrpSpPr>
          <p:cNvPr name="Group 86" id="86"/>
          <p:cNvGrpSpPr/>
          <p:nvPr/>
        </p:nvGrpSpPr>
        <p:grpSpPr>
          <a:xfrm rot="0">
            <a:off x="6657661" y="3485702"/>
            <a:ext cx="15116" cy="814864"/>
            <a:chOff x="0" y="0"/>
            <a:chExt cx="20155" cy="1086485"/>
          </a:xfrm>
        </p:grpSpPr>
        <p:sp>
          <p:nvSpPr>
            <p:cNvPr name="Freeform 87" id="87"/>
            <p:cNvSpPr/>
            <p:nvPr/>
          </p:nvSpPr>
          <p:spPr>
            <a:xfrm flipH="false" flipV="false" rot="0">
              <a:off x="0" y="0"/>
              <a:ext cx="20193" cy="1086485"/>
            </a:xfrm>
            <a:custGeom>
              <a:avLst/>
              <a:gdLst/>
              <a:ahLst/>
              <a:cxnLst/>
              <a:rect r="r" b="b" t="t" l="l"/>
              <a:pathLst>
                <a:path h="1086485" w="20193">
                  <a:moveTo>
                    <a:pt x="0" y="0"/>
                  </a:moveTo>
                  <a:lnTo>
                    <a:pt x="20193" y="0"/>
                  </a:lnTo>
                  <a:lnTo>
                    <a:pt x="20193" y="1086485"/>
                  </a:lnTo>
                  <a:lnTo>
                    <a:pt x="0" y="1086485"/>
                  </a:lnTo>
                  <a:lnTo>
                    <a:pt x="0" y="0"/>
                  </a:lnTo>
                  <a:close/>
                </a:path>
              </a:pathLst>
            </a:custGeom>
            <a:solidFill>
              <a:srgbClr val="D1D9E0"/>
            </a:solidFill>
          </p:spPr>
        </p:sp>
      </p:grpSp>
      <p:grpSp>
        <p:nvGrpSpPr>
          <p:cNvPr name="Group 88" id="88"/>
          <p:cNvGrpSpPr/>
          <p:nvPr/>
        </p:nvGrpSpPr>
        <p:grpSpPr>
          <a:xfrm rot="0">
            <a:off x="7957976" y="3485702"/>
            <a:ext cx="14583" cy="814864"/>
            <a:chOff x="0" y="0"/>
            <a:chExt cx="19444" cy="1086485"/>
          </a:xfrm>
        </p:grpSpPr>
        <p:sp>
          <p:nvSpPr>
            <p:cNvPr name="Freeform 89" id="89"/>
            <p:cNvSpPr/>
            <p:nvPr/>
          </p:nvSpPr>
          <p:spPr>
            <a:xfrm flipH="false" flipV="false" rot="0">
              <a:off x="0" y="0"/>
              <a:ext cx="19431" cy="1086485"/>
            </a:xfrm>
            <a:custGeom>
              <a:avLst/>
              <a:gdLst/>
              <a:ahLst/>
              <a:cxnLst/>
              <a:rect r="r" b="b" t="t" l="l"/>
              <a:pathLst>
                <a:path h="1086485" w="19431">
                  <a:moveTo>
                    <a:pt x="0" y="0"/>
                  </a:moveTo>
                  <a:lnTo>
                    <a:pt x="19431" y="0"/>
                  </a:lnTo>
                  <a:lnTo>
                    <a:pt x="19431" y="1086485"/>
                  </a:lnTo>
                  <a:lnTo>
                    <a:pt x="0" y="1086485"/>
                  </a:lnTo>
                  <a:lnTo>
                    <a:pt x="0" y="0"/>
                  </a:lnTo>
                  <a:close/>
                </a:path>
              </a:pathLst>
            </a:custGeom>
            <a:solidFill>
              <a:srgbClr val="D1D9E0"/>
            </a:solidFill>
          </p:spPr>
        </p:sp>
      </p:grpSp>
      <p:grpSp>
        <p:nvGrpSpPr>
          <p:cNvPr name="Group 90" id="90"/>
          <p:cNvGrpSpPr/>
          <p:nvPr/>
        </p:nvGrpSpPr>
        <p:grpSpPr>
          <a:xfrm rot="0">
            <a:off x="10043998" y="3485702"/>
            <a:ext cx="14583" cy="814864"/>
            <a:chOff x="0" y="0"/>
            <a:chExt cx="19444" cy="1086485"/>
          </a:xfrm>
        </p:grpSpPr>
        <p:sp>
          <p:nvSpPr>
            <p:cNvPr name="Freeform 91" id="91"/>
            <p:cNvSpPr/>
            <p:nvPr/>
          </p:nvSpPr>
          <p:spPr>
            <a:xfrm flipH="false" flipV="false" rot="0">
              <a:off x="0" y="0"/>
              <a:ext cx="19431" cy="1086485"/>
            </a:xfrm>
            <a:custGeom>
              <a:avLst/>
              <a:gdLst/>
              <a:ahLst/>
              <a:cxnLst/>
              <a:rect r="r" b="b" t="t" l="l"/>
              <a:pathLst>
                <a:path h="1086485" w="19431">
                  <a:moveTo>
                    <a:pt x="0" y="0"/>
                  </a:moveTo>
                  <a:lnTo>
                    <a:pt x="19431" y="0"/>
                  </a:lnTo>
                  <a:lnTo>
                    <a:pt x="19431" y="1086485"/>
                  </a:lnTo>
                  <a:lnTo>
                    <a:pt x="0" y="1086485"/>
                  </a:lnTo>
                  <a:lnTo>
                    <a:pt x="0" y="0"/>
                  </a:lnTo>
                  <a:close/>
                </a:path>
              </a:pathLst>
            </a:custGeom>
            <a:solidFill>
              <a:srgbClr val="D1D9E0"/>
            </a:solidFill>
          </p:spPr>
        </p:sp>
      </p:grpSp>
      <p:grpSp>
        <p:nvGrpSpPr>
          <p:cNvPr name="Group 92" id="92"/>
          <p:cNvGrpSpPr/>
          <p:nvPr/>
        </p:nvGrpSpPr>
        <p:grpSpPr>
          <a:xfrm rot="0">
            <a:off x="685257" y="4300023"/>
            <a:ext cx="15116" cy="815397"/>
            <a:chOff x="0" y="0"/>
            <a:chExt cx="20155" cy="1087196"/>
          </a:xfrm>
        </p:grpSpPr>
        <p:sp>
          <p:nvSpPr>
            <p:cNvPr name="Freeform 93" id="93"/>
            <p:cNvSpPr/>
            <p:nvPr/>
          </p:nvSpPr>
          <p:spPr>
            <a:xfrm flipH="false" flipV="false" rot="0">
              <a:off x="0" y="0"/>
              <a:ext cx="20193" cy="1087247"/>
            </a:xfrm>
            <a:custGeom>
              <a:avLst/>
              <a:gdLst/>
              <a:ahLst/>
              <a:cxnLst/>
              <a:rect r="r" b="b" t="t" l="l"/>
              <a:pathLst>
                <a:path h="1087247" w="20193">
                  <a:moveTo>
                    <a:pt x="0" y="0"/>
                  </a:moveTo>
                  <a:lnTo>
                    <a:pt x="20193" y="0"/>
                  </a:lnTo>
                  <a:lnTo>
                    <a:pt x="20193" y="1087247"/>
                  </a:lnTo>
                  <a:lnTo>
                    <a:pt x="0" y="1087247"/>
                  </a:lnTo>
                  <a:lnTo>
                    <a:pt x="0" y="0"/>
                  </a:lnTo>
                  <a:close/>
                </a:path>
              </a:pathLst>
            </a:custGeom>
            <a:solidFill>
              <a:srgbClr val="D1D9E0"/>
            </a:solidFill>
          </p:spPr>
        </p:sp>
      </p:grpSp>
      <p:grpSp>
        <p:nvGrpSpPr>
          <p:cNvPr name="Group 94" id="94"/>
          <p:cNvGrpSpPr/>
          <p:nvPr/>
        </p:nvGrpSpPr>
        <p:grpSpPr>
          <a:xfrm rot="0">
            <a:off x="685257" y="4285983"/>
            <a:ext cx="957958" cy="14583"/>
            <a:chOff x="0" y="0"/>
            <a:chExt cx="1277277" cy="19444"/>
          </a:xfrm>
        </p:grpSpPr>
        <p:sp>
          <p:nvSpPr>
            <p:cNvPr name="Freeform 95" id="95"/>
            <p:cNvSpPr/>
            <p:nvPr/>
          </p:nvSpPr>
          <p:spPr>
            <a:xfrm flipH="false" flipV="false" rot="0">
              <a:off x="0" y="0"/>
              <a:ext cx="1277239" cy="19431"/>
            </a:xfrm>
            <a:custGeom>
              <a:avLst/>
              <a:gdLst/>
              <a:ahLst/>
              <a:cxnLst/>
              <a:rect r="r" b="b" t="t" l="l"/>
              <a:pathLst>
                <a:path h="19431" w="1277239">
                  <a:moveTo>
                    <a:pt x="0" y="0"/>
                  </a:moveTo>
                  <a:lnTo>
                    <a:pt x="1277239" y="0"/>
                  </a:lnTo>
                  <a:lnTo>
                    <a:pt x="1277239" y="19431"/>
                  </a:lnTo>
                  <a:lnTo>
                    <a:pt x="0" y="19431"/>
                  </a:lnTo>
                  <a:lnTo>
                    <a:pt x="0" y="0"/>
                  </a:lnTo>
                  <a:close/>
                </a:path>
              </a:pathLst>
            </a:custGeom>
            <a:solidFill>
              <a:srgbClr val="D1D9E0"/>
            </a:solidFill>
          </p:spPr>
        </p:sp>
      </p:grpSp>
      <p:grpSp>
        <p:nvGrpSpPr>
          <p:cNvPr name="Group 96" id="96"/>
          <p:cNvGrpSpPr/>
          <p:nvPr/>
        </p:nvGrpSpPr>
        <p:grpSpPr>
          <a:xfrm rot="0">
            <a:off x="1628642" y="4300023"/>
            <a:ext cx="14583" cy="815397"/>
            <a:chOff x="0" y="0"/>
            <a:chExt cx="19444" cy="1087196"/>
          </a:xfrm>
        </p:grpSpPr>
        <p:sp>
          <p:nvSpPr>
            <p:cNvPr name="Freeform 97" id="97"/>
            <p:cNvSpPr/>
            <p:nvPr/>
          </p:nvSpPr>
          <p:spPr>
            <a:xfrm flipH="false" flipV="false" rot="0">
              <a:off x="0" y="0"/>
              <a:ext cx="19431" cy="1087247"/>
            </a:xfrm>
            <a:custGeom>
              <a:avLst/>
              <a:gdLst/>
              <a:ahLst/>
              <a:cxnLst/>
              <a:rect r="r" b="b" t="t" l="l"/>
              <a:pathLst>
                <a:path h="1087247" w="19431">
                  <a:moveTo>
                    <a:pt x="0" y="0"/>
                  </a:moveTo>
                  <a:lnTo>
                    <a:pt x="19431" y="0"/>
                  </a:lnTo>
                  <a:lnTo>
                    <a:pt x="19431" y="1087247"/>
                  </a:lnTo>
                  <a:lnTo>
                    <a:pt x="0" y="1087247"/>
                  </a:lnTo>
                  <a:lnTo>
                    <a:pt x="0" y="0"/>
                  </a:lnTo>
                  <a:close/>
                </a:path>
              </a:pathLst>
            </a:custGeom>
            <a:solidFill>
              <a:srgbClr val="D1D9E0"/>
            </a:solidFill>
          </p:spPr>
        </p:sp>
      </p:grpSp>
      <p:grpSp>
        <p:nvGrpSpPr>
          <p:cNvPr name="Group 98" id="98"/>
          <p:cNvGrpSpPr/>
          <p:nvPr/>
        </p:nvGrpSpPr>
        <p:grpSpPr>
          <a:xfrm rot="0">
            <a:off x="1642682" y="4285983"/>
            <a:ext cx="5030095" cy="14583"/>
            <a:chOff x="0" y="0"/>
            <a:chExt cx="6706794" cy="19444"/>
          </a:xfrm>
        </p:grpSpPr>
        <p:sp>
          <p:nvSpPr>
            <p:cNvPr name="Freeform 99" id="99"/>
            <p:cNvSpPr/>
            <p:nvPr/>
          </p:nvSpPr>
          <p:spPr>
            <a:xfrm flipH="false" flipV="false" rot="0">
              <a:off x="0" y="0"/>
              <a:ext cx="6706743" cy="19431"/>
            </a:xfrm>
            <a:custGeom>
              <a:avLst/>
              <a:gdLst/>
              <a:ahLst/>
              <a:cxnLst/>
              <a:rect r="r" b="b" t="t" l="l"/>
              <a:pathLst>
                <a:path h="19431" w="6706743">
                  <a:moveTo>
                    <a:pt x="0" y="0"/>
                  </a:moveTo>
                  <a:lnTo>
                    <a:pt x="6706743" y="0"/>
                  </a:lnTo>
                  <a:lnTo>
                    <a:pt x="6706743" y="19431"/>
                  </a:lnTo>
                  <a:lnTo>
                    <a:pt x="0" y="19431"/>
                  </a:lnTo>
                  <a:lnTo>
                    <a:pt x="0" y="0"/>
                  </a:lnTo>
                  <a:close/>
                </a:path>
              </a:pathLst>
            </a:custGeom>
            <a:solidFill>
              <a:srgbClr val="D1D9E0"/>
            </a:solidFill>
          </p:spPr>
        </p:sp>
      </p:grpSp>
      <p:grpSp>
        <p:nvGrpSpPr>
          <p:cNvPr name="Group 100" id="100"/>
          <p:cNvGrpSpPr/>
          <p:nvPr/>
        </p:nvGrpSpPr>
        <p:grpSpPr>
          <a:xfrm rot="0">
            <a:off x="6657661" y="4300023"/>
            <a:ext cx="15116" cy="815397"/>
            <a:chOff x="0" y="0"/>
            <a:chExt cx="20155" cy="1087196"/>
          </a:xfrm>
        </p:grpSpPr>
        <p:sp>
          <p:nvSpPr>
            <p:cNvPr name="Freeform 101" id="101"/>
            <p:cNvSpPr/>
            <p:nvPr/>
          </p:nvSpPr>
          <p:spPr>
            <a:xfrm flipH="false" flipV="false" rot="0">
              <a:off x="0" y="0"/>
              <a:ext cx="20193" cy="1087247"/>
            </a:xfrm>
            <a:custGeom>
              <a:avLst/>
              <a:gdLst/>
              <a:ahLst/>
              <a:cxnLst/>
              <a:rect r="r" b="b" t="t" l="l"/>
              <a:pathLst>
                <a:path h="1087247" w="20193">
                  <a:moveTo>
                    <a:pt x="0" y="0"/>
                  </a:moveTo>
                  <a:lnTo>
                    <a:pt x="20193" y="0"/>
                  </a:lnTo>
                  <a:lnTo>
                    <a:pt x="20193" y="1087247"/>
                  </a:lnTo>
                  <a:lnTo>
                    <a:pt x="0" y="1087247"/>
                  </a:lnTo>
                  <a:lnTo>
                    <a:pt x="0" y="0"/>
                  </a:lnTo>
                  <a:close/>
                </a:path>
              </a:pathLst>
            </a:custGeom>
            <a:solidFill>
              <a:srgbClr val="D1D9E0"/>
            </a:solidFill>
          </p:spPr>
        </p:sp>
      </p:grpSp>
      <p:grpSp>
        <p:nvGrpSpPr>
          <p:cNvPr name="Group 102" id="102"/>
          <p:cNvGrpSpPr/>
          <p:nvPr/>
        </p:nvGrpSpPr>
        <p:grpSpPr>
          <a:xfrm rot="0">
            <a:off x="6672243" y="4285983"/>
            <a:ext cx="1300324" cy="14583"/>
            <a:chOff x="0" y="0"/>
            <a:chExt cx="1733766" cy="19444"/>
          </a:xfrm>
        </p:grpSpPr>
        <p:sp>
          <p:nvSpPr>
            <p:cNvPr name="Freeform 103" id="103"/>
            <p:cNvSpPr/>
            <p:nvPr/>
          </p:nvSpPr>
          <p:spPr>
            <a:xfrm flipH="false" flipV="false" rot="0">
              <a:off x="0" y="0"/>
              <a:ext cx="1733804" cy="19431"/>
            </a:xfrm>
            <a:custGeom>
              <a:avLst/>
              <a:gdLst/>
              <a:ahLst/>
              <a:cxnLst/>
              <a:rect r="r" b="b" t="t" l="l"/>
              <a:pathLst>
                <a:path h="19431" w="1733804">
                  <a:moveTo>
                    <a:pt x="0" y="0"/>
                  </a:moveTo>
                  <a:lnTo>
                    <a:pt x="1733804" y="0"/>
                  </a:lnTo>
                  <a:lnTo>
                    <a:pt x="1733804" y="19431"/>
                  </a:lnTo>
                  <a:lnTo>
                    <a:pt x="0" y="19431"/>
                  </a:lnTo>
                  <a:lnTo>
                    <a:pt x="0" y="0"/>
                  </a:lnTo>
                  <a:close/>
                </a:path>
              </a:pathLst>
            </a:custGeom>
            <a:solidFill>
              <a:srgbClr val="D1D9E0"/>
            </a:solidFill>
          </p:spPr>
        </p:sp>
      </p:grpSp>
      <p:grpSp>
        <p:nvGrpSpPr>
          <p:cNvPr name="Group 104" id="104"/>
          <p:cNvGrpSpPr/>
          <p:nvPr/>
        </p:nvGrpSpPr>
        <p:grpSpPr>
          <a:xfrm rot="0">
            <a:off x="7957976" y="4300023"/>
            <a:ext cx="14583" cy="815397"/>
            <a:chOff x="0" y="0"/>
            <a:chExt cx="19444" cy="1087196"/>
          </a:xfrm>
        </p:grpSpPr>
        <p:sp>
          <p:nvSpPr>
            <p:cNvPr name="Freeform 105" id="105"/>
            <p:cNvSpPr/>
            <p:nvPr/>
          </p:nvSpPr>
          <p:spPr>
            <a:xfrm flipH="false" flipV="false" rot="0">
              <a:off x="0" y="0"/>
              <a:ext cx="19431" cy="1087247"/>
            </a:xfrm>
            <a:custGeom>
              <a:avLst/>
              <a:gdLst/>
              <a:ahLst/>
              <a:cxnLst/>
              <a:rect r="r" b="b" t="t" l="l"/>
              <a:pathLst>
                <a:path h="1087247" w="19431">
                  <a:moveTo>
                    <a:pt x="0" y="0"/>
                  </a:moveTo>
                  <a:lnTo>
                    <a:pt x="19431" y="0"/>
                  </a:lnTo>
                  <a:lnTo>
                    <a:pt x="19431" y="1087247"/>
                  </a:lnTo>
                  <a:lnTo>
                    <a:pt x="0" y="1087247"/>
                  </a:lnTo>
                  <a:lnTo>
                    <a:pt x="0" y="0"/>
                  </a:lnTo>
                  <a:close/>
                </a:path>
              </a:pathLst>
            </a:custGeom>
            <a:solidFill>
              <a:srgbClr val="D1D9E0"/>
            </a:solidFill>
          </p:spPr>
        </p:sp>
      </p:grpSp>
      <p:grpSp>
        <p:nvGrpSpPr>
          <p:cNvPr name="Group 106" id="106"/>
          <p:cNvGrpSpPr/>
          <p:nvPr/>
        </p:nvGrpSpPr>
        <p:grpSpPr>
          <a:xfrm rot="0">
            <a:off x="7972015" y="4285983"/>
            <a:ext cx="2086556" cy="14583"/>
            <a:chOff x="0" y="0"/>
            <a:chExt cx="2782075" cy="19444"/>
          </a:xfrm>
        </p:grpSpPr>
        <p:sp>
          <p:nvSpPr>
            <p:cNvPr name="Freeform 107" id="107"/>
            <p:cNvSpPr/>
            <p:nvPr/>
          </p:nvSpPr>
          <p:spPr>
            <a:xfrm flipH="false" flipV="false" rot="0">
              <a:off x="0" y="0"/>
              <a:ext cx="2782062" cy="19431"/>
            </a:xfrm>
            <a:custGeom>
              <a:avLst/>
              <a:gdLst/>
              <a:ahLst/>
              <a:cxnLst/>
              <a:rect r="r" b="b" t="t" l="l"/>
              <a:pathLst>
                <a:path h="19431" w="2782062">
                  <a:moveTo>
                    <a:pt x="0" y="0"/>
                  </a:moveTo>
                  <a:lnTo>
                    <a:pt x="2782062" y="0"/>
                  </a:lnTo>
                  <a:lnTo>
                    <a:pt x="2782062" y="19431"/>
                  </a:lnTo>
                  <a:lnTo>
                    <a:pt x="0" y="19431"/>
                  </a:lnTo>
                  <a:lnTo>
                    <a:pt x="0" y="0"/>
                  </a:lnTo>
                  <a:close/>
                </a:path>
              </a:pathLst>
            </a:custGeom>
            <a:solidFill>
              <a:srgbClr val="D1D9E0"/>
            </a:solidFill>
          </p:spPr>
        </p:sp>
      </p:grpSp>
      <p:grpSp>
        <p:nvGrpSpPr>
          <p:cNvPr name="Group 108" id="108"/>
          <p:cNvGrpSpPr/>
          <p:nvPr/>
        </p:nvGrpSpPr>
        <p:grpSpPr>
          <a:xfrm rot="0">
            <a:off x="10043998" y="4300023"/>
            <a:ext cx="14583" cy="815397"/>
            <a:chOff x="0" y="0"/>
            <a:chExt cx="19444" cy="1087196"/>
          </a:xfrm>
        </p:grpSpPr>
        <p:sp>
          <p:nvSpPr>
            <p:cNvPr name="Freeform 109" id="109"/>
            <p:cNvSpPr/>
            <p:nvPr/>
          </p:nvSpPr>
          <p:spPr>
            <a:xfrm flipH="false" flipV="false" rot="0">
              <a:off x="0" y="0"/>
              <a:ext cx="19431" cy="1087247"/>
            </a:xfrm>
            <a:custGeom>
              <a:avLst/>
              <a:gdLst/>
              <a:ahLst/>
              <a:cxnLst/>
              <a:rect r="r" b="b" t="t" l="l"/>
              <a:pathLst>
                <a:path h="1087247" w="19431">
                  <a:moveTo>
                    <a:pt x="0" y="0"/>
                  </a:moveTo>
                  <a:lnTo>
                    <a:pt x="19431" y="0"/>
                  </a:lnTo>
                  <a:lnTo>
                    <a:pt x="19431" y="1087247"/>
                  </a:lnTo>
                  <a:lnTo>
                    <a:pt x="0" y="1087247"/>
                  </a:lnTo>
                  <a:lnTo>
                    <a:pt x="0" y="0"/>
                  </a:lnTo>
                  <a:close/>
                </a:path>
              </a:pathLst>
            </a:custGeom>
            <a:solidFill>
              <a:srgbClr val="D1D9E0"/>
            </a:solidFill>
          </p:spPr>
        </p:sp>
      </p:grpSp>
      <p:grpSp>
        <p:nvGrpSpPr>
          <p:cNvPr name="Group 110" id="110"/>
          <p:cNvGrpSpPr/>
          <p:nvPr/>
        </p:nvGrpSpPr>
        <p:grpSpPr>
          <a:xfrm rot="0">
            <a:off x="685257" y="5114877"/>
            <a:ext cx="15116" cy="814864"/>
            <a:chOff x="0" y="0"/>
            <a:chExt cx="20155" cy="1086485"/>
          </a:xfrm>
        </p:grpSpPr>
        <p:sp>
          <p:nvSpPr>
            <p:cNvPr name="Freeform 111" id="111"/>
            <p:cNvSpPr/>
            <p:nvPr/>
          </p:nvSpPr>
          <p:spPr>
            <a:xfrm flipH="false" flipV="false" rot="0">
              <a:off x="0" y="0"/>
              <a:ext cx="20193" cy="1086485"/>
            </a:xfrm>
            <a:custGeom>
              <a:avLst/>
              <a:gdLst/>
              <a:ahLst/>
              <a:cxnLst/>
              <a:rect r="r" b="b" t="t" l="l"/>
              <a:pathLst>
                <a:path h="1086485" w="20193">
                  <a:moveTo>
                    <a:pt x="0" y="0"/>
                  </a:moveTo>
                  <a:lnTo>
                    <a:pt x="20193" y="0"/>
                  </a:lnTo>
                  <a:lnTo>
                    <a:pt x="20193" y="1086485"/>
                  </a:lnTo>
                  <a:lnTo>
                    <a:pt x="0" y="1086485"/>
                  </a:lnTo>
                  <a:lnTo>
                    <a:pt x="0" y="0"/>
                  </a:lnTo>
                  <a:close/>
                </a:path>
              </a:pathLst>
            </a:custGeom>
            <a:solidFill>
              <a:srgbClr val="D1D9E0"/>
            </a:solidFill>
          </p:spPr>
        </p:sp>
      </p:grpSp>
      <p:grpSp>
        <p:nvGrpSpPr>
          <p:cNvPr name="Group 112" id="112"/>
          <p:cNvGrpSpPr/>
          <p:nvPr/>
        </p:nvGrpSpPr>
        <p:grpSpPr>
          <a:xfrm rot="0">
            <a:off x="685257" y="5100304"/>
            <a:ext cx="957958" cy="15116"/>
            <a:chOff x="0" y="0"/>
            <a:chExt cx="1277277" cy="20155"/>
          </a:xfrm>
        </p:grpSpPr>
        <p:sp>
          <p:nvSpPr>
            <p:cNvPr name="Freeform 113" id="113"/>
            <p:cNvSpPr/>
            <p:nvPr/>
          </p:nvSpPr>
          <p:spPr>
            <a:xfrm flipH="false" flipV="false" rot="0">
              <a:off x="0" y="0"/>
              <a:ext cx="1277239" cy="20193"/>
            </a:xfrm>
            <a:custGeom>
              <a:avLst/>
              <a:gdLst/>
              <a:ahLst/>
              <a:cxnLst/>
              <a:rect r="r" b="b" t="t" l="l"/>
              <a:pathLst>
                <a:path h="20193" w="1277239">
                  <a:moveTo>
                    <a:pt x="0" y="0"/>
                  </a:moveTo>
                  <a:lnTo>
                    <a:pt x="1277239" y="0"/>
                  </a:lnTo>
                  <a:lnTo>
                    <a:pt x="1277239" y="20193"/>
                  </a:lnTo>
                  <a:lnTo>
                    <a:pt x="0" y="20193"/>
                  </a:lnTo>
                  <a:lnTo>
                    <a:pt x="0" y="0"/>
                  </a:lnTo>
                  <a:close/>
                </a:path>
              </a:pathLst>
            </a:custGeom>
            <a:solidFill>
              <a:srgbClr val="D1D9E0"/>
            </a:solidFill>
          </p:spPr>
        </p:sp>
      </p:grpSp>
      <p:grpSp>
        <p:nvGrpSpPr>
          <p:cNvPr name="Group 114" id="114"/>
          <p:cNvGrpSpPr/>
          <p:nvPr/>
        </p:nvGrpSpPr>
        <p:grpSpPr>
          <a:xfrm rot="0">
            <a:off x="1628642" y="5114877"/>
            <a:ext cx="14583" cy="814864"/>
            <a:chOff x="0" y="0"/>
            <a:chExt cx="19444" cy="1086485"/>
          </a:xfrm>
        </p:grpSpPr>
        <p:sp>
          <p:nvSpPr>
            <p:cNvPr name="Freeform 115" id="115"/>
            <p:cNvSpPr/>
            <p:nvPr/>
          </p:nvSpPr>
          <p:spPr>
            <a:xfrm flipH="false" flipV="false" rot="0">
              <a:off x="0" y="0"/>
              <a:ext cx="19431" cy="1086485"/>
            </a:xfrm>
            <a:custGeom>
              <a:avLst/>
              <a:gdLst/>
              <a:ahLst/>
              <a:cxnLst/>
              <a:rect r="r" b="b" t="t" l="l"/>
              <a:pathLst>
                <a:path h="1086485" w="19431">
                  <a:moveTo>
                    <a:pt x="0" y="0"/>
                  </a:moveTo>
                  <a:lnTo>
                    <a:pt x="19431" y="0"/>
                  </a:lnTo>
                  <a:lnTo>
                    <a:pt x="19431" y="1086485"/>
                  </a:lnTo>
                  <a:lnTo>
                    <a:pt x="0" y="1086485"/>
                  </a:lnTo>
                  <a:lnTo>
                    <a:pt x="0" y="0"/>
                  </a:lnTo>
                  <a:close/>
                </a:path>
              </a:pathLst>
            </a:custGeom>
            <a:solidFill>
              <a:srgbClr val="D1D9E0"/>
            </a:solidFill>
          </p:spPr>
        </p:sp>
      </p:grpSp>
      <p:grpSp>
        <p:nvGrpSpPr>
          <p:cNvPr name="Group 116" id="116"/>
          <p:cNvGrpSpPr/>
          <p:nvPr/>
        </p:nvGrpSpPr>
        <p:grpSpPr>
          <a:xfrm rot="0">
            <a:off x="1642682" y="5100304"/>
            <a:ext cx="5030095" cy="15116"/>
            <a:chOff x="0" y="0"/>
            <a:chExt cx="6706794" cy="20155"/>
          </a:xfrm>
        </p:grpSpPr>
        <p:sp>
          <p:nvSpPr>
            <p:cNvPr name="Freeform 117" id="117"/>
            <p:cNvSpPr/>
            <p:nvPr/>
          </p:nvSpPr>
          <p:spPr>
            <a:xfrm flipH="false" flipV="false" rot="0">
              <a:off x="0" y="0"/>
              <a:ext cx="6706743" cy="20193"/>
            </a:xfrm>
            <a:custGeom>
              <a:avLst/>
              <a:gdLst/>
              <a:ahLst/>
              <a:cxnLst/>
              <a:rect r="r" b="b" t="t" l="l"/>
              <a:pathLst>
                <a:path h="20193" w="6706743">
                  <a:moveTo>
                    <a:pt x="0" y="0"/>
                  </a:moveTo>
                  <a:lnTo>
                    <a:pt x="6706743" y="0"/>
                  </a:lnTo>
                  <a:lnTo>
                    <a:pt x="6706743" y="20193"/>
                  </a:lnTo>
                  <a:lnTo>
                    <a:pt x="0" y="20193"/>
                  </a:lnTo>
                  <a:lnTo>
                    <a:pt x="0" y="0"/>
                  </a:lnTo>
                  <a:close/>
                </a:path>
              </a:pathLst>
            </a:custGeom>
            <a:solidFill>
              <a:srgbClr val="D1D9E0"/>
            </a:solidFill>
          </p:spPr>
        </p:sp>
      </p:grpSp>
      <p:grpSp>
        <p:nvGrpSpPr>
          <p:cNvPr name="Group 118" id="118"/>
          <p:cNvGrpSpPr/>
          <p:nvPr/>
        </p:nvGrpSpPr>
        <p:grpSpPr>
          <a:xfrm rot="0">
            <a:off x="6657661" y="5114877"/>
            <a:ext cx="15116" cy="814864"/>
            <a:chOff x="0" y="0"/>
            <a:chExt cx="20155" cy="1086485"/>
          </a:xfrm>
        </p:grpSpPr>
        <p:sp>
          <p:nvSpPr>
            <p:cNvPr name="Freeform 119" id="119"/>
            <p:cNvSpPr/>
            <p:nvPr/>
          </p:nvSpPr>
          <p:spPr>
            <a:xfrm flipH="false" flipV="false" rot="0">
              <a:off x="0" y="0"/>
              <a:ext cx="20193" cy="1086485"/>
            </a:xfrm>
            <a:custGeom>
              <a:avLst/>
              <a:gdLst/>
              <a:ahLst/>
              <a:cxnLst/>
              <a:rect r="r" b="b" t="t" l="l"/>
              <a:pathLst>
                <a:path h="1086485" w="20193">
                  <a:moveTo>
                    <a:pt x="0" y="0"/>
                  </a:moveTo>
                  <a:lnTo>
                    <a:pt x="20193" y="0"/>
                  </a:lnTo>
                  <a:lnTo>
                    <a:pt x="20193" y="1086485"/>
                  </a:lnTo>
                  <a:lnTo>
                    <a:pt x="0" y="1086485"/>
                  </a:lnTo>
                  <a:lnTo>
                    <a:pt x="0" y="0"/>
                  </a:lnTo>
                  <a:close/>
                </a:path>
              </a:pathLst>
            </a:custGeom>
            <a:solidFill>
              <a:srgbClr val="D1D9E0"/>
            </a:solidFill>
          </p:spPr>
        </p:sp>
      </p:grpSp>
      <p:grpSp>
        <p:nvGrpSpPr>
          <p:cNvPr name="Group 120" id="120"/>
          <p:cNvGrpSpPr/>
          <p:nvPr/>
        </p:nvGrpSpPr>
        <p:grpSpPr>
          <a:xfrm rot="0">
            <a:off x="6672243" y="5100304"/>
            <a:ext cx="1300324" cy="15116"/>
            <a:chOff x="0" y="0"/>
            <a:chExt cx="1733766" cy="20155"/>
          </a:xfrm>
        </p:grpSpPr>
        <p:sp>
          <p:nvSpPr>
            <p:cNvPr name="Freeform 121" id="121"/>
            <p:cNvSpPr/>
            <p:nvPr/>
          </p:nvSpPr>
          <p:spPr>
            <a:xfrm flipH="false" flipV="false" rot="0">
              <a:off x="0" y="0"/>
              <a:ext cx="1733804" cy="20193"/>
            </a:xfrm>
            <a:custGeom>
              <a:avLst/>
              <a:gdLst/>
              <a:ahLst/>
              <a:cxnLst/>
              <a:rect r="r" b="b" t="t" l="l"/>
              <a:pathLst>
                <a:path h="20193" w="1733804">
                  <a:moveTo>
                    <a:pt x="0" y="0"/>
                  </a:moveTo>
                  <a:lnTo>
                    <a:pt x="1733804" y="0"/>
                  </a:lnTo>
                  <a:lnTo>
                    <a:pt x="1733804" y="20193"/>
                  </a:lnTo>
                  <a:lnTo>
                    <a:pt x="0" y="20193"/>
                  </a:lnTo>
                  <a:lnTo>
                    <a:pt x="0" y="0"/>
                  </a:lnTo>
                  <a:close/>
                </a:path>
              </a:pathLst>
            </a:custGeom>
            <a:solidFill>
              <a:srgbClr val="D1D9E0"/>
            </a:solidFill>
          </p:spPr>
        </p:sp>
      </p:grpSp>
      <p:grpSp>
        <p:nvGrpSpPr>
          <p:cNvPr name="Group 122" id="122"/>
          <p:cNvGrpSpPr/>
          <p:nvPr/>
        </p:nvGrpSpPr>
        <p:grpSpPr>
          <a:xfrm rot="0">
            <a:off x="7957976" y="5114877"/>
            <a:ext cx="14583" cy="814864"/>
            <a:chOff x="0" y="0"/>
            <a:chExt cx="19444" cy="1086485"/>
          </a:xfrm>
        </p:grpSpPr>
        <p:sp>
          <p:nvSpPr>
            <p:cNvPr name="Freeform 123" id="123"/>
            <p:cNvSpPr/>
            <p:nvPr/>
          </p:nvSpPr>
          <p:spPr>
            <a:xfrm flipH="false" flipV="false" rot="0">
              <a:off x="0" y="0"/>
              <a:ext cx="19431" cy="1086485"/>
            </a:xfrm>
            <a:custGeom>
              <a:avLst/>
              <a:gdLst/>
              <a:ahLst/>
              <a:cxnLst/>
              <a:rect r="r" b="b" t="t" l="l"/>
              <a:pathLst>
                <a:path h="1086485" w="19431">
                  <a:moveTo>
                    <a:pt x="0" y="0"/>
                  </a:moveTo>
                  <a:lnTo>
                    <a:pt x="19431" y="0"/>
                  </a:lnTo>
                  <a:lnTo>
                    <a:pt x="19431" y="1086485"/>
                  </a:lnTo>
                  <a:lnTo>
                    <a:pt x="0" y="1086485"/>
                  </a:lnTo>
                  <a:lnTo>
                    <a:pt x="0" y="0"/>
                  </a:lnTo>
                  <a:close/>
                </a:path>
              </a:pathLst>
            </a:custGeom>
            <a:solidFill>
              <a:srgbClr val="D1D9E0"/>
            </a:solidFill>
          </p:spPr>
        </p:sp>
      </p:grpSp>
      <p:grpSp>
        <p:nvGrpSpPr>
          <p:cNvPr name="Group 124" id="124"/>
          <p:cNvGrpSpPr/>
          <p:nvPr/>
        </p:nvGrpSpPr>
        <p:grpSpPr>
          <a:xfrm rot="0">
            <a:off x="7972015" y="5100304"/>
            <a:ext cx="2086556" cy="15116"/>
            <a:chOff x="0" y="0"/>
            <a:chExt cx="2782075" cy="20155"/>
          </a:xfrm>
        </p:grpSpPr>
        <p:sp>
          <p:nvSpPr>
            <p:cNvPr name="Freeform 125" id="125"/>
            <p:cNvSpPr/>
            <p:nvPr/>
          </p:nvSpPr>
          <p:spPr>
            <a:xfrm flipH="false" flipV="false" rot="0">
              <a:off x="0" y="0"/>
              <a:ext cx="2782062" cy="20193"/>
            </a:xfrm>
            <a:custGeom>
              <a:avLst/>
              <a:gdLst/>
              <a:ahLst/>
              <a:cxnLst/>
              <a:rect r="r" b="b" t="t" l="l"/>
              <a:pathLst>
                <a:path h="20193" w="2782062">
                  <a:moveTo>
                    <a:pt x="0" y="0"/>
                  </a:moveTo>
                  <a:lnTo>
                    <a:pt x="2782062" y="0"/>
                  </a:lnTo>
                  <a:lnTo>
                    <a:pt x="2782062" y="20193"/>
                  </a:lnTo>
                  <a:lnTo>
                    <a:pt x="0" y="20193"/>
                  </a:lnTo>
                  <a:lnTo>
                    <a:pt x="0" y="0"/>
                  </a:lnTo>
                  <a:close/>
                </a:path>
              </a:pathLst>
            </a:custGeom>
            <a:solidFill>
              <a:srgbClr val="D1D9E0"/>
            </a:solidFill>
          </p:spPr>
        </p:sp>
      </p:grpSp>
      <p:grpSp>
        <p:nvGrpSpPr>
          <p:cNvPr name="Group 126" id="126"/>
          <p:cNvGrpSpPr/>
          <p:nvPr/>
        </p:nvGrpSpPr>
        <p:grpSpPr>
          <a:xfrm rot="0">
            <a:off x="10043998" y="5114877"/>
            <a:ext cx="14583" cy="814864"/>
            <a:chOff x="0" y="0"/>
            <a:chExt cx="19444" cy="1086485"/>
          </a:xfrm>
        </p:grpSpPr>
        <p:sp>
          <p:nvSpPr>
            <p:cNvPr name="Freeform 127" id="127"/>
            <p:cNvSpPr/>
            <p:nvPr/>
          </p:nvSpPr>
          <p:spPr>
            <a:xfrm flipH="false" flipV="false" rot="0">
              <a:off x="0" y="0"/>
              <a:ext cx="19431" cy="1086485"/>
            </a:xfrm>
            <a:custGeom>
              <a:avLst/>
              <a:gdLst/>
              <a:ahLst/>
              <a:cxnLst/>
              <a:rect r="r" b="b" t="t" l="l"/>
              <a:pathLst>
                <a:path h="1086485" w="19431">
                  <a:moveTo>
                    <a:pt x="0" y="0"/>
                  </a:moveTo>
                  <a:lnTo>
                    <a:pt x="19431" y="0"/>
                  </a:lnTo>
                  <a:lnTo>
                    <a:pt x="19431" y="1086485"/>
                  </a:lnTo>
                  <a:lnTo>
                    <a:pt x="0" y="1086485"/>
                  </a:lnTo>
                  <a:lnTo>
                    <a:pt x="0" y="0"/>
                  </a:lnTo>
                  <a:close/>
                </a:path>
              </a:pathLst>
            </a:custGeom>
            <a:solidFill>
              <a:srgbClr val="D1D9E0"/>
            </a:solidFill>
          </p:spPr>
        </p:sp>
      </p:grpSp>
      <p:grpSp>
        <p:nvGrpSpPr>
          <p:cNvPr name="Group 128" id="128"/>
          <p:cNvGrpSpPr/>
          <p:nvPr/>
        </p:nvGrpSpPr>
        <p:grpSpPr>
          <a:xfrm rot="0">
            <a:off x="685257" y="5914615"/>
            <a:ext cx="957958" cy="15116"/>
            <a:chOff x="0" y="0"/>
            <a:chExt cx="1277277" cy="20155"/>
          </a:xfrm>
        </p:grpSpPr>
        <p:sp>
          <p:nvSpPr>
            <p:cNvPr name="Freeform 129" id="129"/>
            <p:cNvSpPr/>
            <p:nvPr/>
          </p:nvSpPr>
          <p:spPr>
            <a:xfrm flipH="false" flipV="false" rot="0">
              <a:off x="0" y="0"/>
              <a:ext cx="1277239" cy="20193"/>
            </a:xfrm>
            <a:custGeom>
              <a:avLst/>
              <a:gdLst/>
              <a:ahLst/>
              <a:cxnLst/>
              <a:rect r="r" b="b" t="t" l="l"/>
              <a:pathLst>
                <a:path h="20193" w="1277239">
                  <a:moveTo>
                    <a:pt x="0" y="0"/>
                  </a:moveTo>
                  <a:lnTo>
                    <a:pt x="1277239" y="0"/>
                  </a:lnTo>
                  <a:lnTo>
                    <a:pt x="1277239" y="20193"/>
                  </a:lnTo>
                  <a:lnTo>
                    <a:pt x="0" y="20193"/>
                  </a:lnTo>
                  <a:lnTo>
                    <a:pt x="0" y="0"/>
                  </a:lnTo>
                  <a:close/>
                </a:path>
              </a:pathLst>
            </a:custGeom>
            <a:solidFill>
              <a:srgbClr val="D1D9E0"/>
            </a:solidFill>
          </p:spPr>
        </p:sp>
      </p:grpSp>
      <p:grpSp>
        <p:nvGrpSpPr>
          <p:cNvPr name="Group 130" id="130"/>
          <p:cNvGrpSpPr/>
          <p:nvPr/>
        </p:nvGrpSpPr>
        <p:grpSpPr>
          <a:xfrm rot="0">
            <a:off x="1642682" y="5914615"/>
            <a:ext cx="5030095" cy="15116"/>
            <a:chOff x="0" y="0"/>
            <a:chExt cx="6706794" cy="20155"/>
          </a:xfrm>
        </p:grpSpPr>
        <p:sp>
          <p:nvSpPr>
            <p:cNvPr name="Freeform 131" id="131"/>
            <p:cNvSpPr/>
            <p:nvPr/>
          </p:nvSpPr>
          <p:spPr>
            <a:xfrm flipH="false" flipV="false" rot="0">
              <a:off x="0" y="0"/>
              <a:ext cx="6706743" cy="20193"/>
            </a:xfrm>
            <a:custGeom>
              <a:avLst/>
              <a:gdLst/>
              <a:ahLst/>
              <a:cxnLst/>
              <a:rect r="r" b="b" t="t" l="l"/>
              <a:pathLst>
                <a:path h="20193" w="6706743">
                  <a:moveTo>
                    <a:pt x="0" y="0"/>
                  </a:moveTo>
                  <a:lnTo>
                    <a:pt x="6706743" y="0"/>
                  </a:lnTo>
                  <a:lnTo>
                    <a:pt x="6706743" y="20193"/>
                  </a:lnTo>
                  <a:lnTo>
                    <a:pt x="0" y="20193"/>
                  </a:lnTo>
                  <a:lnTo>
                    <a:pt x="0" y="0"/>
                  </a:lnTo>
                  <a:close/>
                </a:path>
              </a:pathLst>
            </a:custGeom>
            <a:solidFill>
              <a:srgbClr val="D1D9E0"/>
            </a:solidFill>
          </p:spPr>
        </p:sp>
      </p:grpSp>
      <p:grpSp>
        <p:nvGrpSpPr>
          <p:cNvPr name="Group 132" id="132"/>
          <p:cNvGrpSpPr/>
          <p:nvPr/>
        </p:nvGrpSpPr>
        <p:grpSpPr>
          <a:xfrm rot="0">
            <a:off x="6672243" y="5914615"/>
            <a:ext cx="1300324" cy="15116"/>
            <a:chOff x="0" y="0"/>
            <a:chExt cx="1733766" cy="20155"/>
          </a:xfrm>
        </p:grpSpPr>
        <p:sp>
          <p:nvSpPr>
            <p:cNvPr name="Freeform 133" id="133"/>
            <p:cNvSpPr/>
            <p:nvPr/>
          </p:nvSpPr>
          <p:spPr>
            <a:xfrm flipH="false" flipV="false" rot="0">
              <a:off x="0" y="0"/>
              <a:ext cx="1733804" cy="20193"/>
            </a:xfrm>
            <a:custGeom>
              <a:avLst/>
              <a:gdLst/>
              <a:ahLst/>
              <a:cxnLst/>
              <a:rect r="r" b="b" t="t" l="l"/>
              <a:pathLst>
                <a:path h="20193" w="1733804">
                  <a:moveTo>
                    <a:pt x="0" y="0"/>
                  </a:moveTo>
                  <a:lnTo>
                    <a:pt x="1733804" y="0"/>
                  </a:lnTo>
                  <a:lnTo>
                    <a:pt x="1733804" y="20193"/>
                  </a:lnTo>
                  <a:lnTo>
                    <a:pt x="0" y="20193"/>
                  </a:lnTo>
                  <a:lnTo>
                    <a:pt x="0" y="0"/>
                  </a:lnTo>
                  <a:close/>
                </a:path>
              </a:pathLst>
            </a:custGeom>
            <a:solidFill>
              <a:srgbClr val="D1D9E0"/>
            </a:solidFill>
          </p:spPr>
        </p:sp>
      </p:grpSp>
      <p:grpSp>
        <p:nvGrpSpPr>
          <p:cNvPr name="Group 134" id="134"/>
          <p:cNvGrpSpPr/>
          <p:nvPr/>
        </p:nvGrpSpPr>
        <p:grpSpPr>
          <a:xfrm rot="0">
            <a:off x="7972015" y="5914615"/>
            <a:ext cx="2086556" cy="15116"/>
            <a:chOff x="0" y="0"/>
            <a:chExt cx="2782075" cy="20155"/>
          </a:xfrm>
        </p:grpSpPr>
        <p:sp>
          <p:nvSpPr>
            <p:cNvPr name="Freeform 135" id="135"/>
            <p:cNvSpPr/>
            <p:nvPr/>
          </p:nvSpPr>
          <p:spPr>
            <a:xfrm flipH="false" flipV="false" rot="0">
              <a:off x="0" y="0"/>
              <a:ext cx="2782062" cy="20193"/>
            </a:xfrm>
            <a:custGeom>
              <a:avLst/>
              <a:gdLst/>
              <a:ahLst/>
              <a:cxnLst/>
              <a:rect r="r" b="b" t="t" l="l"/>
              <a:pathLst>
                <a:path h="20193" w="2782062">
                  <a:moveTo>
                    <a:pt x="0" y="0"/>
                  </a:moveTo>
                  <a:lnTo>
                    <a:pt x="2782062" y="0"/>
                  </a:lnTo>
                  <a:lnTo>
                    <a:pt x="2782062" y="20193"/>
                  </a:lnTo>
                  <a:lnTo>
                    <a:pt x="0" y="20193"/>
                  </a:lnTo>
                  <a:lnTo>
                    <a:pt x="0" y="0"/>
                  </a:lnTo>
                  <a:close/>
                </a:path>
              </a:pathLst>
            </a:custGeom>
            <a:solidFill>
              <a:srgbClr val="D1D9E0"/>
            </a:solidFill>
          </p:spPr>
        </p:sp>
      </p:grpSp>
      <p:sp>
        <p:nvSpPr>
          <p:cNvPr name="TextBox 136" id="136"/>
          <p:cNvSpPr txBox="true"/>
          <p:nvPr/>
        </p:nvSpPr>
        <p:spPr>
          <a:xfrm rot="0">
            <a:off x="685800" y="1847193"/>
            <a:ext cx="8875443" cy="625469"/>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Ba bản giao diện, hai lớp kiểm thử</a:t>
            </a:r>
          </a:p>
        </p:txBody>
      </p:sp>
      <p:sp>
        <p:nvSpPr>
          <p:cNvPr name="TextBox 137" id="137"/>
          <p:cNvSpPr txBox="true"/>
          <p:nvPr/>
        </p:nvSpPr>
        <p:spPr>
          <a:xfrm rot="0">
            <a:off x="885596" y="3047067"/>
            <a:ext cx="458457" cy="289589"/>
          </a:xfrm>
          <a:prstGeom prst="rect">
            <a:avLst/>
          </a:prstGeom>
        </p:spPr>
        <p:txBody>
          <a:bodyPr anchor="t" rtlCol="false" tIns="0" lIns="0" bIns="0" rIns="0">
            <a:spAutoFit/>
          </a:bodyPr>
          <a:lstStyle/>
          <a:p>
            <a:pPr algn="l">
              <a:lnSpc>
                <a:spcPts val="2304"/>
              </a:lnSpc>
            </a:pPr>
            <a:r>
              <a:rPr lang="en-US" b="true" sz="1920" spc="-1">
                <a:solidFill>
                  <a:srgbClr val="FFFFFF"/>
                </a:solidFill>
                <a:latin typeface="Arial Bold"/>
                <a:ea typeface="Arial Bold"/>
                <a:cs typeface="Arial Bold"/>
                <a:sym typeface="Arial Bold"/>
              </a:rPr>
              <a:t>Bản</a:t>
            </a:r>
          </a:p>
        </p:txBody>
      </p:sp>
      <p:sp>
        <p:nvSpPr>
          <p:cNvPr name="TextBox 138" id="138"/>
          <p:cNvSpPr txBox="true"/>
          <p:nvPr/>
        </p:nvSpPr>
        <p:spPr>
          <a:xfrm rot="0">
            <a:off x="1825200" y="3047067"/>
            <a:ext cx="995763" cy="289589"/>
          </a:xfrm>
          <a:prstGeom prst="rect">
            <a:avLst/>
          </a:prstGeom>
        </p:spPr>
        <p:txBody>
          <a:bodyPr anchor="t" rtlCol="false" tIns="0" lIns="0" bIns="0" rIns="0">
            <a:spAutoFit/>
          </a:bodyPr>
          <a:lstStyle/>
          <a:p>
            <a:pPr algn="l">
              <a:lnSpc>
                <a:spcPts val="2304"/>
              </a:lnSpc>
            </a:pPr>
            <a:r>
              <a:rPr lang="en-US" b="true" sz="1920" spc="-1">
                <a:solidFill>
                  <a:srgbClr val="FFFFFF"/>
                </a:solidFill>
                <a:latin typeface="Arial Bold"/>
                <a:ea typeface="Arial Bold"/>
                <a:cs typeface="Arial Bold"/>
                <a:sym typeface="Arial Bold"/>
              </a:rPr>
              <a:t>Thay đổi</a:t>
            </a:r>
          </a:p>
        </p:txBody>
      </p:sp>
      <p:sp>
        <p:nvSpPr>
          <p:cNvPr name="TextBox 139" id="139"/>
          <p:cNvSpPr txBox="true"/>
          <p:nvPr/>
        </p:nvSpPr>
        <p:spPr>
          <a:xfrm rot="0">
            <a:off x="6860162" y="3047067"/>
            <a:ext cx="901798" cy="289589"/>
          </a:xfrm>
          <a:prstGeom prst="rect">
            <a:avLst/>
          </a:prstGeom>
        </p:spPr>
        <p:txBody>
          <a:bodyPr anchor="t" rtlCol="false" tIns="0" lIns="0" bIns="0" rIns="0">
            <a:spAutoFit/>
          </a:bodyPr>
          <a:lstStyle/>
          <a:p>
            <a:pPr algn="l">
              <a:lnSpc>
                <a:spcPts val="2304"/>
              </a:lnSpc>
            </a:pPr>
            <a:r>
              <a:rPr lang="en-US" b="true" sz="1920" spc="-1">
                <a:solidFill>
                  <a:srgbClr val="FFFFFF"/>
                </a:solidFill>
                <a:latin typeface="Arial Bold"/>
                <a:ea typeface="Arial Bold"/>
                <a:cs typeface="Arial Bold"/>
                <a:sym typeface="Arial Bold"/>
              </a:rPr>
              <a:t>Appium</a:t>
            </a:r>
          </a:p>
        </p:txBody>
      </p:sp>
      <p:sp>
        <p:nvSpPr>
          <p:cNvPr name="TextBox 140" id="140"/>
          <p:cNvSpPr txBox="true"/>
          <p:nvPr/>
        </p:nvSpPr>
        <p:spPr>
          <a:xfrm rot="0">
            <a:off x="8162096" y="3047067"/>
            <a:ext cx="565918" cy="289589"/>
          </a:xfrm>
          <a:prstGeom prst="rect">
            <a:avLst/>
          </a:prstGeom>
        </p:spPr>
        <p:txBody>
          <a:bodyPr anchor="t" rtlCol="false" tIns="0" lIns="0" bIns="0" rIns="0">
            <a:spAutoFit/>
          </a:bodyPr>
          <a:lstStyle/>
          <a:p>
            <a:pPr algn="l">
              <a:lnSpc>
                <a:spcPts val="2304"/>
              </a:lnSpc>
            </a:pPr>
            <a:r>
              <a:rPr lang="en-US" b="true" sz="1920" spc="-1">
                <a:solidFill>
                  <a:srgbClr val="FFFFFF"/>
                </a:solidFill>
                <a:latin typeface="Arial Bold"/>
                <a:ea typeface="Arial Bold"/>
                <a:cs typeface="Arial Bold"/>
                <a:sym typeface="Arial Bold"/>
              </a:rPr>
              <a:t>Eyes</a:t>
            </a:r>
          </a:p>
        </p:txBody>
      </p:sp>
      <p:sp>
        <p:nvSpPr>
          <p:cNvPr name="TextBox 141" id="141"/>
          <p:cNvSpPr txBox="true"/>
          <p:nvPr/>
        </p:nvSpPr>
        <p:spPr>
          <a:xfrm rot="0">
            <a:off x="885596" y="3561693"/>
            <a:ext cx="551878" cy="289589"/>
          </a:xfrm>
          <a:prstGeom prst="rect">
            <a:avLst/>
          </a:prstGeom>
        </p:spPr>
        <p:txBody>
          <a:bodyPr anchor="t" rtlCol="false" tIns="0" lIns="0" bIns="0" rIns="0">
            <a:spAutoFit/>
          </a:bodyPr>
          <a:lstStyle/>
          <a:p>
            <a:pPr algn="l">
              <a:lnSpc>
                <a:spcPts val="2304"/>
              </a:lnSpc>
            </a:pPr>
            <a:r>
              <a:rPr lang="en-US" b="true" sz="1920" spc="-1">
                <a:solidFill>
                  <a:srgbClr val="222222"/>
                </a:solidFill>
                <a:latin typeface="Arial Bold"/>
                <a:ea typeface="Arial Bold"/>
                <a:cs typeface="Arial Bold"/>
                <a:sym typeface="Arial Bold"/>
              </a:rPr>
              <a:t>base</a:t>
            </a:r>
          </a:p>
        </p:txBody>
      </p:sp>
      <p:sp>
        <p:nvSpPr>
          <p:cNvPr name="TextBox 142" id="142"/>
          <p:cNvSpPr txBox="true"/>
          <p:nvPr/>
        </p:nvSpPr>
        <p:spPr>
          <a:xfrm rot="0">
            <a:off x="1825200" y="3561693"/>
            <a:ext cx="1994221"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bản gốc (baseline)</a:t>
            </a:r>
          </a:p>
        </p:txBody>
      </p:sp>
      <p:sp>
        <p:nvSpPr>
          <p:cNvPr name="TextBox 143" id="143"/>
          <p:cNvSpPr txBox="true"/>
          <p:nvPr/>
        </p:nvSpPr>
        <p:spPr>
          <a:xfrm rot="0">
            <a:off x="6860162" y="3561693"/>
            <a:ext cx="336956"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8/8</a:t>
            </a:r>
          </a:p>
        </p:txBody>
      </p:sp>
      <p:sp>
        <p:nvSpPr>
          <p:cNvPr name="TextBox 144" id="144"/>
          <p:cNvSpPr txBox="true"/>
          <p:nvPr/>
        </p:nvSpPr>
        <p:spPr>
          <a:xfrm rot="0">
            <a:off x="6860162" y="3875970"/>
            <a:ext cx="510835"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pass</a:t>
            </a:r>
          </a:p>
        </p:txBody>
      </p:sp>
      <p:sp>
        <p:nvSpPr>
          <p:cNvPr name="TextBox 145" id="145"/>
          <p:cNvSpPr txBox="true"/>
          <p:nvPr/>
        </p:nvSpPr>
        <p:spPr>
          <a:xfrm rot="0">
            <a:off x="8162096" y="3561693"/>
            <a:ext cx="807844"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Passed</a:t>
            </a:r>
          </a:p>
        </p:txBody>
      </p:sp>
      <p:sp>
        <p:nvSpPr>
          <p:cNvPr name="TextBox 146" id="146"/>
          <p:cNvSpPr txBox="true"/>
          <p:nvPr/>
        </p:nvSpPr>
        <p:spPr>
          <a:xfrm rot="0">
            <a:off x="885596" y="4376014"/>
            <a:ext cx="295923" cy="289589"/>
          </a:xfrm>
          <a:prstGeom prst="rect">
            <a:avLst/>
          </a:prstGeom>
        </p:spPr>
        <p:txBody>
          <a:bodyPr anchor="t" rtlCol="false" tIns="0" lIns="0" bIns="0" rIns="0">
            <a:spAutoFit/>
          </a:bodyPr>
          <a:lstStyle/>
          <a:p>
            <a:pPr algn="l">
              <a:lnSpc>
                <a:spcPts val="2304"/>
              </a:lnSpc>
            </a:pPr>
            <a:r>
              <a:rPr lang="en-US" b="true" sz="1920" spc="-1">
                <a:solidFill>
                  <a:srgbClr val="222222"/>
                </a:solidFill>
                <a:latin typeface="Arial Bold"/>
                <a:ea typeface="Arial Bold"/>
                <a:cs typeface="Arial Bold"/>
                <a:sym typeface="Arial Bold"/>
              </a:rPr>
              <a:t>V1</a:t>
            </a:r>
          </a:p>
        </p:txBody>
      </p:sp>
      <p:sp>
        <p:nvSpPr>
          <p:cNvPr name="TextBox 147" id="147"/>
          <p:cNvSpPr txBox="true"/>
          <p:nvPr/>
        </p:nvSpPr>
        <p:spPr>
          <a:xfrm rot="0">
            <a:off x="1825200" y="4376014"/>
            <a:ext cx="4281116"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đổi </a:t>
            </a:r>
            <a:r>
              <a:rPr lang="en-US" b="true" sz="1920" spc="-1">
                <a:solidFill>
                  <a:srgbClr val="222222"/>
                </a:solidFill>
                <a:latin typeface="Arial Bold"/>
                <a:ea typeface="Arial Bold"/>
                <a:cs typeface="Arial Bold"/>
                <a:sym typeface="Arial Bold"/>
              </a:rPr>
              <a:t>ảnh </a:t>
            </a:r>
            <a:r>
              <a:rPr lang="en-US" sz="1920" spc="-1">
                <a:solidFill>
                  <a:srgbClr val="222222"/>
                </a:solidFill>
                <a:latin typeface="Arial"/>
                <a:ea typeface="Arial"/>
                <a:cs typeface="Arial"/>
                <a:sym typeface="Arial"/>
              </a:rPr>
              <a:t>sản phẩm 1, bố cục giữ nguyên</a:t>
            </a:r>
          </a:p>
        </p:txBody>
      </p:sp>
      <p:sp>
        <p:nvSpPr>
          <p:cNvPr name="TextBox 148" id="148"/>
          <p:cNvSpPr txBox="true"/>
          <p:nvPr/>
        </p:nvSpPr>
        <p:spPr>
          <a:xfrm rot="0">
            <a:off x="6860162" y="4376014"/>
            <a:ext cx="336956"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8/8</a:t>
            </a:r>
          </a:p>
        </p:txBody>
      </p:sp>
      <p:sp>
        <p:nvSpPr>
          <p:cNvPr name="TextBox 149" id="149"/>
          <p:cNvSpPr txBox="true"/>
          <p:nvPr/>
        </p:nvSpPr>
        <p:spPr>
          <a:xfrm rot="0">
            <a:off x="6860162" y="4690291"/>
            <a:ext cx="510835"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pass</a:t>
            </a:r>
          </a:p>
        </p:txBody>
      </p:sp>
      <p:sp>
        <p:nvSpPr>
          <p:cNvPr name="TextBox 150" id="150"/>
          <p:cNvSpPr txBox="true"/>
          <p:nvPr/>
        </p:nvSpPr>
        <p:spPr>
          <a:xfrm rot="0">
            <a:off x="8162096" y="4376014"/>
            <a:ext cx="1226344"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Unresolved</a:t>
            </a:r>
          </a:p>
        </p:txBody>
      </p:sp>
      <p:sp>
        <p:nvSpPr>
          <p:cNvPr name="TextBox 151" id="151"/>
          <p:cNvSpPr txBox="true"/>
          <p:nvPr/>
        </p:nvSpPr>
        <p:spPr>
          <a:xfrm rot="0">
            <a:off x="8162096" y="4690291"/>
            <a:ext cx="471964"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5/10</a:t>
            </a:r>
          </a:p>
        </p:txBody>
      </p:sp>
      <p:sp>
        <p:nvSpPr>
          <p:cNvPr name="TextBox 152" id="152"/>
          <p:cNvSpPr txBox="true"/>
          <p:nvPr/>
        </p:nvSpPr>
        <p:spPr>
          <a:xfrm rot="0">
            <a:off x="885596" y="5190334"/>
            <a:ext cx="295923" cy="289589"/>
          </a:xfrm>
          <a:prstGeom prst="rect">
            <a:avLst/>
          </a:prstGeom>
        </p:spPr>
        <p:txBody>
          <a:bodyPr anchor="t" rtlCol="false" tIns="0" lIns="0" bIns="0" rIns="0">
            <a:spAutoFit/>
          </a:bodyPr>
          <a:lstStyle/>
          <a:p>
            <a:pPr algn="l">
              <a:lnSpc>
                <a:spcPts val="2304"/>
              </a:lnSpc>
            </a:pPr>
            <a:r>
              <a:rPr lang="en-US" b="true" sz="1920" spc="-1">
                <a:solidFill>
                  <a:srgbClr val="222222"/>
                </a:solidFill>
                <a:latin typeface="Arial Bold"/>
                <a:ea typeface="Arial Bold"/>
                <a:cs typeface="Arial Bold"/>
                <a:sym typeface="Arial Bold"/>
              </a:rPr>
              <a:t>V2</a:t>
            </a:r>
          </a:p>
        </p:txBody>
      </p:sp>
      <p:sp>
        <p:nvSpPr>
          <p:cNvPr name="TextBox 153" id="153"/>
          <p:cNvSpPr txBox="true"/>
          <p:nvPr/>
        </p:nvSpPr>
        <p:spPr>
          <a:xfrm rot="0">
            <a:off x="1825200" y="5190334"/>
            <a:ext cx="4239539"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đổi </a:t>
            </a:r>
            <a:r>
              <a:rPr lang="en-US" b="true" sz="1920" spc="-1">
                <a:solidFill>
                  <a:srgbClr val="222222"/>
                </a:solidFill>
                <a:latin typeface="Arial Bold"/>
                <a:ea typeface="Arial Bold"/>
                <a:cs typeface="Arial Bold"/>
                <a:sym typeface="Arial Bold"/>
              </a:rPr>
              <a:t>màu </a:t>
            </a:r>
            <a:r>
              <a:rPr lang="en-US" sz="1920" spc="-1">
                <a:solidFill>
                  <a:srgbClr val="222222"/>
                </a:solidFill>
                <a:latin typeface="Arial"/>
                <a:ea typeface="Arial"/>
                <a:cs typeface="Arial"/>
                <a:sym typeface="Arial"/>
              </a:rPr>
              <a:t>giá, màu nút, </a:t>
            </a:r>
            <a:r>
              <a:rPr lang="en-US" b="true" sz="1920" spc="-1">
                <a:solidFill>
                  <a:srgbClr val="222222"/>
                </a:solidFill>
                <a:latin typeface="Arial Bold"/>
                <a:ea typeface="Arial Bold"/>
                <a:cs typeface="Arial Bold"/>
                <a:sym typeface="Arial Bold"/>
              </a:rPr>
              <a:t>lệch </a:t>
            </a:r>
            <a:r>
              <a:rPr lang="en-US" sz="1920" spc="-1">
                <a:solidFill>
                  <a:srgbClr val="222222"/>
                </a:solidFill>
                <a:latin typeface="Arial"/>
                <a:ea typeface="Arial"/>
                <a:cs typeface="Arial"/>
                <a:sym typeface="Arial"/>
              </a:rPr>
              <a:t>nút và dòng</a:t>
            </a:r>
          </a:p>
        </p:txBody>
      </p:sp>
      <p:sp>
        <p:nvSpPr>
          <p:cNvPr name="TextBox 154" id="154"/>
          <p:cNvSpPr txBox="true"/>
          <p:nvPr/>
        </p:nvSpPr>
        <p:spPr>
          <a:xfrm rot="0">
            <a:off x="1825200" y="5504612"/>
            <a:ext cx="929345"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tổng tiền</a:t>
            </a:r>
          </a:p>
        </p:txBody>
      </p:sp>
      <p:sp>
        <p:nvSpPr>
          <p:cNvPr name="TextBox 155" id="155"/>
          <p:cNvSpPr txBox="true"/>
          <p:nvPr/>
        </p:nvSpPr>
        <p:spPr>
          <a:xfrm rot="0">
            <a:off x="6860162" y="5190334"/>
            <a:ext cx="336956"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8/8</a:t>
            </a:r>
          </a:p>
        </p:txBody>
      </p:sp>
      <p:sp>
        <p:nvSpPr>
          <p:cNvPr name="TextBox 156" id="156"/>
          <p:cNvSpPr txBox="true"/>
          <p:nvPr/>
        </p:nvSpPr>
        <p:spPr>
          <a:xfrm rot="0">
            <a:off x="6860162" y="5504612"/>
            <a:ext cx="510835"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pass</a:t>
            </a:r>
          </a:p>
        </p:txBody>
      </p:sp>
      <p:sp>
        <p:nvSpPr>
          <p:cNvPr name="TextBox 157" id="157"/>
          <p:cNvSpPr txBox="true"/>
          <p:nvPr/>
        </p:nvSpPr>
        <p:spPr>
          <a:xfrm rot="0">
            <a:off x="8162096" y="5190334"/>
            <a:ext cx="1226344"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Unresolved</a:t>
            </a:r>
          </a:p>
        </p:txBody>
      </p:sp>
      <p:sp>
        <p:nvSpPr>
          <p:cNvPr name="Freeform 158" id="158"/>
          <p:cNvSpPr/>
          <p:nvPr/>
        </p:nvSpPr>
        <p:spPr>
          <a:xfrm flipH="false" flipV="false" rot="0">
            <a:off x="728462" y="6186240"/>
            <a:ext cx="86401" cy="86401"/>
          </a:xfrm>
          <a:custGeom>
            <a:avLst/>
            <a:gdLst/>
            <a:ahLst/>
            <a:cxnLst/>
            <a:rect r="r" b="b" t="t" l="l"/>
            <a:pathLst>
              <a:path h="86401" w="86401">
                <a:moveTo>
                  <a:pt x="0" y="0"/>
                </a:moveTo>
                <a:lnTo>
                  <a:pt x="86402" y="0"/>
                </a:lnTo>
                <a:lnTo>
                  <a:pt x="86402" y="86401"/>
                </a:lnTo>
                <a:lnTo>
                  <a:pt x="0" y="864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9" id="159"/>
          <p:cNvSpPr txBox="true"/>
          <p:nvPr/>
        </p:nvSpPr>
        <p:spPr>
          <a:xfrm rot="0">
            <a:off x="8162096" y="5504612"/>
            <a:ext cx="471964" cy="289589"/>
          </a:xfrm>
          <a:prstGeom prst="rect">
            <a:avLst/>
          </a:prstGeom>
        </p:spPr>
        <p:txBody>
          <a:bodyPr anchor="t" rtlCol="false" tIns="0" lIns="0" bIns="0" rIns="0">
            <a:spAutoFit/>
          </a:bodyPr>
          <a:lstStyle/>
          <a:p>
            <a:pPr algn="l">
              <a:lnSpc>
                <a:spcPts val="2304"/>
              </a:lnSpc>
            </a:pPr>
            <a:r>
              <a:rPr lang="en-US" sz="1920" spc="-1">
                <a:solidFill>
                  <a:srgbClr val="222222"/>
                </a:solidFill>
                <a:latin typeface="Arial"/>
                <a:ea typeface="Arial"/>
                <a:cs typeface="Arial"/>
                <a:sym typeface="Arial"/>
              </a:rPr>
              <a:t>6/10</a:t>
            </a:r>
          </a:p>
        </p:txBody>
      </p:sp>
      <p:sp>
        <p:nvSpPr>
          <p:cNvPr name="TextBox 160" id="160"/>
          <p:cNvSpPr txBox="true"/>
          <p:nvPr/>
        </p:nvSpPr>
        <p:spPr>
          <a:xfrm rot="0">
            <a:off x="1000077" y="6034154"/>
            <a:ext cx="8603275"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V1 </a:t>
            </a:r>
            <a:r>
              <a:rPr lang="en-US" sz="2370" spc="-1">
                <a:solidFill>
                  <a:srgbClr val="222222"/>
                </a:solidFill>
                <a:latin typeface="Arial"/>
                <a:ea typeface="Arial"/>
                <a:cs typeface="Arial"/>
                <a:sym typeface="Arial"/>
              </a:rPr>
              <a:t>= thay đổi hợp lệ → Eyes báo "thừa" nếu coi là lỗi → </a:t>
            </a:r>
            <a:r>
              <a:rPr lang="en-US" b="true" sz="2370" spc="-1">
                <a:solidFill>
                  <a:srgbClr val="222222"/>
                </a:solidFill>
                <a:latin typeface="Arial Bold"/>
                <a:ea typeface="Arial Bold"/>
                <a:cs typeface="Arial Bold"/>
                <a:sym typeface="Arial Bold"/>
              </a:rPr>
              <a:t>Accept</a:t>
            </a:r>
            <a:r>
              <a:rPr lang="en-US" sz="2370" spc="-1">
                <a:solidFill>
                  <a:srgbClr val="222222"/>
                </a:solidFill>
                <a:latin typeface="Arial"/>
                <a:ea typeface="Arial"/>
                <a:cs typeface="Arial"/>
                <a:sym typeface="Arial"/>
              </a:rPr>
              <a:t>,</a:t>
            </a:r>
          </a:p>
        </p:txBody>
      </p:sp>
      <p:sp>
        <p:nvSpPr>
          <p:cNvPr name="Freeform 161" id="161"/>
          <p:cNvSpPr/>
          <p:nvPr/>
        </p:nvSpPr>
        <p:spPr>
          <a:xfrm flipH="false" flipV="false" rot="0">
            <a:off x="728462" y="7043223"/>
            <a:ext cx="86401" cy="86401"/>
          </a:xfrm>
          <a:custGeom>
            <a:avLst/>
            <a:gdLst/>
            <a:ahLst/>
            <a:cxnLst/>
            <a:rect r="r" b="b" t="t" l="l"/>
            <a:pathLst>
              <a:path h="86401" w="86401">
                <a:moveTo>
                  <a:pt x="0" y="0"/>
                </a:moveTo>
                <a:lnTo>
                  <a:pt x="86402" y="0"/>
                </a:lnTo>
                <a:lnTo>
                  <a:pt x="86402" y="86401"/>
                </a:lnTo>
                <a:lnTo>
                  <a:pt x="0" y="86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2" id="162"/>
          <p:cNvSpPr txBox="true"/>
          <p:nvPr/>
        </p:nvSpPr>
        <p:spPr>
          <a:xfrm rot="0">
            <a:off x="1000077" y="6419717"/>
            <a:ext cx="4861084"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hoặc đặt vùng Layout/Ignore lên ảnh</a:t>
            </a:r>
          </a:p>
        </p:txBody>
      </p:sp>
      <p:sp>
        <p:nvSpPr>
          <p:cNvPr name="TextBox 163" id="163"/>
          <p:cNvSpPr txBox="true"/>
          <p:nvPr/>
        </p:nvSpPr>
        <p:spPr>
          <a:xfrm rot="0">
            <a:off x="1000077" y="6891137"/>
            <a:ext cx="8944023" cy="346481"/>
          </a:xfrm>
          <a:prstGeom prst="rect">
            <a:avLst/>
          </a:prstGeom>
        </p:spPr>
        <p:txBody>
          <a:bodyPr anchor="t" rtlCol="false" tIns="0" lIns="0" bIns="0" rIns="0">
            <a:spAutoFit/>
          </a:bodyPr>
          <a:lstStyle/>
          <a:p>
            <a:pPr algn="l">
              <a:lnSpc>
                <a:spcPts val="2844"/>
              </a:lnSpc>
            </a:pPr>
            <a:r>
              <a:rPr lang="en-US" b="true" sz="2370" spc="-1">
                <a:solidFill>
                  <a:srgbClr val="222222"/>
                </a:solidFill>
                <a:latin typeface="Arial Bold"/>
                <a:ea typeface="Arial Bold"/>
                <a:cs typeface="Arial Bold"/>
                <a:sym typeface="Arial Bold"/>
              </a:rPr>
              <a:t>V2 </a:t>
            </a:r>
            <a:r>
              <a:rPr lang="en-US" sz="2370" spc="-1">
                <a:solidFill>
                  <a:srgbClr val="222222"/>
                </a:solidFill>
                <a:latin typeface="Arial"/>
                <a:ea typeface="Arial"/>
                <a:cs typeface="Arial"/>
                <a:sym typeface="Arial"/>
              </a:rPr>
              <a:t>= regression thật mà functional </a:t>
            </a:r>
            <a:r>
              <a:rPr lang="en-US" b="true" sz="2370" spc="-1">
                <a:solidFill>
                  <a:srgbClr val="222222"/>
                </a:solidFill>
                <a:latin typeface="Arial Bold"/>
                <a:ea typeface="Arial Bold"/>
                <a:cs typeface="Arial Bold"/>
                <a:sym typeface="Arial Bold"/>
              </a:rPr>
              <a:t>không thấy </a:t>
            </a:r>
            <a:r>
              <a:rPr lang="en-US" sz="2370" spc="-1">
                <a:solidFill>
                  <a:srgbClr val="222222"/>
                </a:solidFill>
                <a:latin typeface="Arial"/>
                <a:ea typeface="Arial"/>
                <a:cs typeface="Arial"/>
                <a:sym typeface="Arial"/>
              </a:rPr>
              <a:t>(chữ, số, testID đều</a:t>
            </a:r>
          </a:p>
        </p:txBody>
      </p:sp>
      <p:sp>
        <p:nvSpPr>
          <p:cNvPr name="Freeform 164" id="164"/>
          <p:cNvSpPr/>
          <p:nvPr/>
        </p:nvSpPr>
        <p:spPr>
          <a:xfrm flipH="false" flipV="false" rot="0">
            <a:off x="728462" y="7900740"/>
            <a:ext cx="86401" cy="86401"/>
          </a:xfrm>
          <a:custGeom>
            <a:avLst/>
            <a:gdLst/>
            <a:ahLst/>
            <a:cxnLst/>
            <a:rect r="r" b="b" t="t" l="l"/>
            <a:pathLst>
              <a:path h="86401" w="86401">
                <a:moveTo>
                  <a:pt x="0" y="0"/>
                </a:moveTo>
                <a:lnTo>
                  <a:pt x="86402" y="0"/>
                </a:lnTo>
                <a:lnTo>
                  <a:pt x="86402" y="86401"/>
                </a:lnTo>
                <a:lnTo>
                  <a:pt x="0" y="86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5" id="165"/>
          <p:cNvSpPr txBox="true"/>
          <p:nvPr/>
        </p:nvSpPr>
        <p:spPr>
          <a:xfrm rot="0">
            <a:off x="1000077" y="7277233"/>
            <a:ext cx="2680564"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y nguyên) → </a:t>
            </a:r>
            <a:r>
              <a:rPr lang="en-US" b="true" sz="2370" spc="-1">
                <a:solidFill>
                  <a:srgbClr val="222222"/>
                </a:solidFill>
                <a:latin typeface="Arial Bold"/>
                <a:ea typeface="Arial Bold"/>
                <a:cs typeface="Arial Bold"/>
                <a:sym typeface="Arial Bold"/>
              </a:rPr>
              <a:t>Reject</a:t>
            </a:r>
          </a:p>
        </p:txBody>
      </p:sp>
      <p:sp>
        <p:nvSpPr>
          <p:cNvPr name="TextBox 166" id="166"/>
          <p:cNvSpPr txBox="true"/>
          <p:nvPr/>
        </p:nvSpPr>
        <p:spPr>
          <a:xfrm rot="0">
            <a:off x="1000077" y="7748654"/>
            <a:ext cx="8573576"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Chi phí bảo trì: đổi ảnh rẻ cho Appium, tốn công duyệt cho Eyes;</a:t>
            </a:r>
          </a:p>
        </p:txBody>
      </p:sp>
      <p:grpSp>
        <p:nvGrpSpPr>
          <p:cNvPr name="Group 167" id="167"/>
          <p:cNvGrpSpPr/>
          <p:nvPr/>
        </p:nvGrpSpPr>
        <p:grpSpPr>
          <a:xfrm rot="0">
            <a:off x="10401481" y="2957579"/>
            <a:ext cx="6143044" cy="3457080"/>
            <a:chOff x="0" y="0"/>
            <a:chExt cx="8190725" cy="4609440"/>
          </a:xfrm>
        </p:grpSpPr>
        <p:sp>
          <p:nvSpPr>
            <p:cNvPr name="Freeform 168" id="168"/>
            <p:cNvSpPr/>
            <p:nvPr/>
          </p:nvSpPr>
          <p:spPr>
            <a:xfrm flipH="false" flipV="false" rot="0">
              <a:off x="0" y="0"/>
              <a:ext cx="8190738" cy="4609465"/>
            </a:xfrm>
            <a:custGeom>
              <a:avLst/>
              <a:gdLst/>
              <a:ahLst/>
              <a:cxnLst/>
              <a:rect r="r" b="b" t="t" l="l"/>
              <a:pathLst>
                <a:path h="4609465" w="8190738">
                  <a:moveTo>
                    <a:pt x="0" y="0"/>
                  </a:moveTo>
                  <a:lnTo>
                    <a:pt x="8190738" y="0"/>
                  </a:lnTo>
                  <a:lnTo>
                    <a:pt x="8190738" y="4609465"/>
                  </a:lnTo>
                  <a:lnTo>
                    <a:pt x="0" y="4609465"/>
                  </a:lnTo>
                  <a:lnTo>
                    <a:pt x="0" y="0"/>
                  </a:lnTo>
                  <a:close/>
                </a:path>
              </a:pathLst>
            </a:custGeom>
            <a:blipFill>
              <a:blip r:embed="rId8"/>
              <a:stretch>
                <a:fillRect l="-23" t="0" r="-23" b="0"/>
              </a:stretch>
            </a:blipFill>
          </p:spPr>
        </p:sp>
      </p:grpSp>
      <p:sp>
        <p:nvSpPr>
          <p:cNvPr name="TextBox 169" id="169"/>
          <p:cNvSpPr txBox="true"/>
          <p:nvPr/>
        </p:nvSpPr>
        <p:spPr>
          <a:xfrm rot="0">
            <a:off x="1000077" y="8134217"/>
            <a:ext cx="3793503" cy="346481"/>
          </a:xfrm>
          <a:prstGeom prst="rect">
            <a:avLst/>
          </a:prstGeom>
        </p:spPr>
        <p:txBody>
          <a:bodyPr anchor="t" rtlCol="false" tIns="0" lIns="0" bIns="0" rIns="0">
            <a:spAutoFit/>
          </a:bodyPr>
          <a:lstStyle/>
          <a:p>
            <a:pPr algn="l">
              <a:lnSpc>
                <a:spcPts val="2844"/>
              </a:lnSpc>
            </a:pPr>
            <a:r>
              <a:rPr lang="en-US" sz="2370" spc="-1">
                <a:solidFill>
                  <a:srgbClr val="222222"/>
                </a:solidFill>
                <a:latin typeface="Arial"/>
                <a:ea typeface="Arial"/>
                <a:cs typeface="Arial"/>
                <a:sym typeface="Arial"/>
              </a:rPr>
              <a:t>đổi màu/bố cục thì ngược lại</a:t>
            </a:r>
          </a:p>
        </p:txBody>
      </p:sp>
      <p:sp>
        <p:nvSpPr>
          <p:cNvPr name="TextBox 170" id="170"/>
          <p:cNvSpPr txBox="true"/>
          <p:nvPr/>
        </p:nvSpPr>
        <p:spPr>
          <a:xfrm rot="0">
            <a:off x="10396080" y="6624371"/>
            <a:ext cx="6886623" cy="232000"/>
          </a:xfrm>
          <a:prstGeom prst="rect">
            <a:avLst/>
          </a:prstGeom>
        </p:spPr>
        <p:txBody>
          <a:bodyPr anchor="t" rtlCol="false" tIns="0" lIns="0" bIns="0" rIns="0">
            <a:spAutoFit/>
          </a:bodyPr>
          <a:lstStyle/>
          <a:p>
            <a:pPr algn="l">
              <a:lnSpc>
                <a:spcPts val="1889"/>
              </a:lnSpc>
            </a:pPr>
            <a:r>
              <a:rPr lang="en-US" sz="1575" spc="-1">
                <a:solidFill>
                  <a:srgbClr val="555555"/>
                </a:solidFill>
                <a:latin typeface="Arial"/>
                <a:ea typeface="Arial"/>
                <a:cs typeface="Arial"/>
                <a:sym typeface="Arial"/>
              </a:rPr>
              <a:t>V2 trên dashboard: baseline (trái) – checkpoint (phải), vùng khác biệt được tô.</a:t>
            </a:r>
          </a:p>
        </p:txBody>
      </p:sp>
      <p:grpSp>
        <p:nvGrpSpPr>
          <p:cNvPr name="Group 171" id="171"/>
          <p:cNvGrpSpPr/>
          <p:nvPr/>
        </p:nvGrpSpPr>
        <p:grpSpPr>
          <a:xfrm rot="0">
            <a:off x="0" y="0"/>
            <a:ext cx="18288181" cy="143104"/>
            <a:chOff x="0" y="0"/>
            <a:chExt cx="24384241" cy="190805"/>
          </a:xfrm>
        </p:grpSpPr>
        <p:sp>
          <p:nvSpPr>
            <p:cNvPr name="Freeform 172" id="172"/>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sp>
        <p:nvSpPr>
          <p:cNvPr name="TextBox 173" id="173"/>
          <p:cNvSpPr txBox="true"/>
          <p:nvPr/>
        </p:nvSpPr>
        <p:spPr>
          <a:xfrm rot="0">
            <a:off x="10396080" y="7010476"/>
            <a:ext cx="3021301" cy="232000"/>
          </a:xfrm>
          <a:prstGeom prst="rect">
            <a:avLst/>
          </a:prstGeom>
        </p:spPr>
        <p:txBody>
          <a:bodyPr anchor="t" rtlCol="false" tIns="0" lIns="0" bIns="0" rIns="0">
            <a:spAutoFit/>
          </a:bodyPr>
          <a:lstStyle/>
          <a:p>
            <a:pPr algn="l">
              <a:lnSpc>
                <a:spcPts val="1889"/>
              </a:lnSpc>
            </a:pPr>
            <a:r>
              <a:rPr lang="en-US" sz="1575" spc="-1">
                <a:solidFill>
                  <a:srgbClr val="555555"/>
                </a:solidFill>
                <a:latin typeface="Arial"/>
                <a:ea typeface="Arial"/>
                <a:cs typeface="Arial"/>
                <a:sym typeface="Arial"/>
              </a:rPr>
              <a:t>Clip demo: </a:t>
            </a:r>
            <a:r>
              <a:rPr lang="en-US" b="true" sz="1575" spc="-1">
                <a:solidFill>
                  <a:srgbClr val="555555"/>
                </a:solidFill>
                <a:latin typeface="Arial Bold"/>
                <a:ea typeface="Arial Bold"/>
                <a:cs typeface="Arial Bold"/>
                <a:sym typeface="Arial Bold"/>
              </a:rPr>
              <a:t>[link + mốc thời gian]</a:t>
            </a:r>
          </a:p>
        </p:txBody>
      </p:sp>
      <p:grpSp>
        <p:nvGrpSpPr>
          <p:cNvPr name="Group 174" id="174"/>
          <p:cNvGrpSpPr/>
          <p:nvPr/>
        </p:nvGrpSpPr>
        <p:grpSpPr>
          <a:xfrm rot="0">
            <a:off x="0" y="9943557"/>
            <a:ext cx="18288181" cy="343443"/>
            <a:chOff x="0" y="0"/>
            <a:chExt cx="24384241" cy="457924"/>
          </a:xfrm>
        </p:grpSpPr>
        <p:sp>
          <p:nvSpPr>
            <p:cNvPr name="Freeform 175" id="175"/>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176" id="176"/>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177" id="177"/>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11 · Thí nghiệm base / V1 / V2</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8" id="8"/>
          <p:cNvGrpSpPr/>
          <p:nvPr/>
        </p:nvGrpSpPr>
        <p:grpSpPr>
          <a:xfrm rot="0">
            <a:off x="685257" y="3157376"/>
            <a:ext cx="8287379" cy="500577"/>
            <a:chOff x="0" y="0"/>
            <a:chExt cx="11049838" cy="667436"/>
          </a:xfrm>
        </p:grpSpPr>
        <p:sp>
          <p:nvSpPr>
            <p:cNvPr name="Freeform 9" id="9"/>
            <p:cNvSpPr/>
            <p:nvPr/>
          </p:nvSpPr>
          <p:spPr>
            <a:xfrm flipH="false" flipV="false" rot="0">
              <a:off x="0" y="0"/>
              <a:ext cx="11049889" cy="667385"/>
            </a:xfrm>
            <a:custGeom>
              <a:avLst/>
              <a:gdLst/>
              <a:ahLst/>
              <a:cxnLst/>
              <a:rect r="r" b="b" t="t" l="l"/>
              <a:pathLst>
                <a:path h="667385" w="11049889">
                  <a:moveTo>
                    <a:pt x="0" y="0"/>
                  </a:moveTo>
                  <a:lnTo>
                    <a:pt x="11049889" y="0"/>
                  </a:lnTo>
                  <a:lnTo>
                    <a:pt x="11049889" y="667385"/>
                  </a:lnTo>
                  <a:lnTo>
                    <a:pt x="0" y="667385"/>
                  </a:lnTo>
                  <a:lnTo>
                    <a:pt x="0" y="0"/>
                  </a:lnTo>
                  <a:close/>
                </a:path>
              </a:pathLst>
            </a:custGeom>
            <a:solidFill>
              <a:srgbClr val="1F4E79"/>
            </a:solidFill>
          </p:spPr>
        </p:sp>
      </p:grpSp>
      <p:sp>
        <p:nvSpPr>
          <p:cNvPr name="TextBox 10" id="10"/>
          <p:cNvSpPr txBox="true"/>
          <p:nvPr/>
        </p:nvSpPr>
        <p:spPr>
          <a:xfrm rot="0">
            <a:off x="6077321" y="1126405"/>
            <a:ext cx="6475363" cy="666750"/>
          </a:xfrm>
          <a:prstGeom prst="rect">
            <a:avLst/>
          </a:prstGeom>
        </p:spPr>
        <p:txBody>
          <a:bodyPr anchor="t" rtlCol="false" tIns="0" lIns="0" bIns="0" rIns="0">
            <a:spAutoFit/>
          </a:bodyPr>
          <a:lstStyle/>
          <a:p>
            <a:pPr algn="l">
              <a:lnSpc>
                <a:spcPts val="5130"/>
              </a:lnSpc>
            </a:pPr>
            <a:r>
              <a:rPr lang="en-US" b="true" sz="4275" spc="-1">
                <a:solidFill>
                  <a:srgbClr val="1F4E79"/>
                </a:solidFill>
                <a:latin typeface="Arial Bold"/>
                <a:ea typeface="Arial Bold"/>
                <a:cs typeface="Arial Bold"/>
                <a:sym typeface="Arial Bold"/>
              </a:rPr>
              <a:t>Giới hạn của hai công cụ</a:t>
            </a:r>
          </a:p>
        </p:txBody>
      </p:sp>
      <p:sp>
        <p:nvSpPr>
          <p:cNvPr name="TextBox 11" id="11"/>
          <p:cNvSpPr txBox="true"/>
          <p:nvPr/>
        </p:nvSpPr>
        <p:spPr>
          <a:xfrm rot="0">
            <a:off x="4323778" y="3231013"/>
            <a:ext cx="1011422"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Appium</a:t>
            </a:r>
          </a:p>
        </p:txBody>
      </p:sp>
      <p:sp>
        <p:nvSpPr>
          <p:cNvPr name="TextBox 12" id="12"/>
          <p:cNvSpPr txBox="true"/>
          <p:nvPr/>
        </p:nvSpPr>
        <p:spPr>
          <a:xfrm rot="0">
            <a:off x="685800" y="3795512"/>
            <a:ext cx="8057772" cy="2124075"/>
          </a:xfrm>
          <a:prstGeom prst="rect">
            <a:avLst/>
          </a:prstGeom>
        </p:spPr>
        <p:txBody>
          <a:bodyPr anchor="t" rtlCol="false" tIns="0" lIns="0" bIns="0" rIns="0">
            <a:spAutoFit/>
          </a:bodyPr>
          <a:lstStyle/>
          <a:p>
            <a:pPr algn="l" marL="511683" indent="-255842" lvl="1">
              <a:lnSpc>
                <a:spcPts val="2844"/>
              </a:lnSpc>
              <a:buFont typeface="Arial"/>
              <a:buChar char="•"/>
            </a:pPr>
            <a:r>
              <a:rPr lang="en-US" sz="2370">
                <a:solidFill>
                  <a:srgbClr val="222222"/>
                </a:solidFill>
                <a:latin typeface="Arial"/>
                <a:ea typeface="Arial"/>
                <a:cs typeface="Arial"/>
                <a:sym typeface="Arial"/>
              </a:rPr>
              <a:t>Không tự đánh giá giao diện – Functional tests có thể pass dù UI hiển thị sai.</a:t>
            </a:r>
          </a:p>
          <a:p>
            <a:pPr algn="l" marL="511683" indent="-255842" lvl="1">
              <a:lnSpc>
                <a:spcPts val="2844"/>
              </a:lnSpc>
              <a:buFont typeface="Arial"/>
              <a:buChar char="•"/>
            </a:pPr>
            <a:r>
              <a:rPr lang="en-US" sz="2370">
                <a:solidFill>
                  <a:srgbClr val="222222"/>
                </a:solidFill>
                <a:latin typeface="Arial"/>
                <a:ea typeface="Arial"/>
                <a:cs typeface="Arial"/>
                <a:sym typeface="Arial"/>
              </a:rPr>
              <a:t>Nhạy cảm với thay đổi UI – Test scripts có thể cần bảo trì khi locators thay đổi.</a:t>
            </a:r>
          </a:p>
          <a:p>
            <a:pPr algn="l" marL="511683" indent="-255842" lvl="1">
              <a:lnSpc>
                <a:spcPts val="2844"/>
              </a:lnSpc>
              <a:buFont typeface="Arial"/>
              <a:buChar char="•"/>
            </a:pPr>
            <a:r>
              <a:rPr lang="en-US" sz="2370" spc="-1">
                <a:solidFill>
                  <a:srgbClr val="222222"/>
                </a:solidFill>
                <a:latin typeface="Arial"/>
                <a:ea typeface="Arial"/>
                <a:cs typeface="Arial"/>
                <a:sym typeface="Arial"/>
              </a:rPr>
              <a:t>Phụ thuộc môi trường thực thi – Thiết bị, animation và thời gian tải có thể ảnh hưởng tính ổn định.</a:t>
            </a:r>
          </a:p>
        </p:txBody>
      </p:sp>
      <p:grpSp>
        <p:nvGrpSpPr>
          <p:cNvPr name="Group 13" id="13"/>
          <p:cNvGrpSpPr/>
          <p:nvPr/>
        </p:nvGrpSpPr>
        <p:grpSpPr>
          <a:xfrm rot="0">
            <a:off x="9315002" y="3157376"/>
            <a:ext cx="8287379" cy="500577"/>
            <a:chOff x="0" y="0"/>
            <a:chExt cx="11049838" cy="667436"/>
          </a:xfrm>
        </p:grpSpPr>
        <p:sp>
          <p:nvSpPr>
            <p:cNvPr name="Freeform 14" id="14"/>
            <p:cNvSpPr/>
            <p:nvPr/>
          </p:nvSpPr>
          <p:spPr>
            <a:xfrm flipH="false" flipV="false" rot="0">
              <a:off x="0" y="0"/>
              <a:ext cx="11049889" cy="667385"/>
            </a:xfrm>
            <a:custGeom>
              <a:avLst/>
              <a:gdLst/>
              <a:ahLst/>
              <a:cxnLst/>
              <a:rect r="r" b="b" t="t" l="l"/>
              <a:pathLst>
                <a:path h="667385" w="11049889">
                  <a:moveTo>
                    <a:pt x="0" y="0"/>
                  </a:moveTo>
                  <a:lnTo>
                    <a:pt x="11049889" y="0"/>
                  </a:lnTo>
                  <a:lnTo>
                    <a:pt x="11049889" y="667385"/>
                  </a:lnTo>
                  <a:lnTo>
                    <a:pt x="0" y="667385"/>
                  </a:lnTo>
                  <a:lnTo>
                    <a:pt x="0" y="0"/>
                  </a:lnTo>
                  <a:close/>
                </a:path>
              </a:pathLst>
            </a:custGeom>
            <a:solidFill>
              <a:srgbClr val="C00000"/>
            </a:solidFill>
          </p:spPr>
        </p:sp>
      </p:grpSp>
      <p:sp>
        <p:nvSpPr>
          <p:cNvPr name="TextBox 15" id="15"/>
          <p:cNvSpPr txBox="true"/>
          <p:nvPr/>
        </p:nvSpPr>
        <p:spPr>
          <a:xfrm rot="0">
            <a:off x="12440517" y="3231013"/>
            <a:ext cx="2040122" cy="314087"/>
          </a:xfrm>
          <a:prstGeom prst="rect">
            <a:avLst/>
          </a:prstGeom>
        </p:spPr>
        <p:txBody>
          <a:bodyPr anchor="t" rtlCol="false" tIns="0" lIns="0" bIns="0" rIns="0">
            <a:spAutoFit/>
          </a:bodyPr>
          <a:lstStyle/>
          <a:p>
            <a:pPr algn="l">
              <a:lnSpc>
                <a:spcPts val="2574"/>
              </a:lnSpc>
            </a:pPr>
            <a:r>
              <a:rPr lang="en-US" b="true" sz="2145" spc="-1">
                <a:solidFill>
                  <a:srgbClr val="FFFFFF"/>
                </a:solidFill>
                <a:latin typeface="Arial Bold"/>
                <a:ea typeface="Arial Bold"/>
                <a:cs typeface="Arial Bold"/>
                <a:sym typeface="Arial Bold"/>
              </a:rPr>
              <a:t>Applitools Eyes</a:t>
            </a:r>
          </a:p>
        </p:txBody>
      </p:sp>
      <p:grpSp>
        <p:nvGrpSpPr>
          <p:cNvPr name="Group 16" id="16"/>
          <p:cNvGrpSpPr/>
          <p:nvPr/>
        </p:nvGrpSpPr>
        <p:grpSpPr>
          <a:xfrm rot="0">
            <a:off x="0" y="0"/>
            <a:ext cx="18288181" cy="143104"/>
            <a:chOff x="0" y="0"/>
            <a:chExt cx="24384241" cy="190805"/>
          </a:xfrm>
        </p:grpSpPr>
        <p:sp>
          <p:nvSpPr>
            <p:cNvPr name="Freeform 17" id="17"/>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18" id="18"/>
          <p:cNvGrpSpPr/>
          <p:nvPr/>
        </p:nvGrpSpPr>
        <p:grpSpPr>
          <a:xfrm rot="0">
            <a:off x="0" y="9943557"/>
            <a:ext cx="18288181" cy="343443"/>
            <a:chOff x="0" y="0"/>
            <a:chExt cx="24384241" cy="457924"/>
          </a:xfrm>
        </p:grpSpPr>
        <p:sp>
          <p:nvSpPr>
            <p:cNvPr name="Freeform 19" id="19"/>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20" id="20"/>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21" id="21"/>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12 · Giới hạn</a:t>
            </a:r>
          </a:p>
        </p:txBody>
      </p:sp>
      <p:sp>
        <p:nvSpPr>
          <p:cNvPr name="TextBox 22" id="22"/>
          <p:cNvSpPr txBox="true"/>
          <p:nvPr/>
        </p:nvSpPr>
        <p:spPr>
          <a:xfrm rot="0">
            <a:off x="9315002" y="3795512"/>
            <a:ext cx="8057772" cy="2124075"/>
          </a:xfrm>
          <a:prstGeom prst="rect">
            <a:avLst/>
          </a:prstGeom>
        </p:spPr>
        <p:txBody>
          <a:bodyPr anchor="t" rtlCol="false" tIns="0" lIns="0" bIns="0" rIns="0">
            <a:spAutoFit/>
          </a:bodyPr>
          <a:lstStyle/>
          <a:p>
            <a:pPr algn="l" marL="511683" indent="-255842" lvl="1">
              <a:lnSpc>
                <a:spcPts val="2844"/>
              </a:lnSpc>
              <a:buFont typeface="Arial"/>
              <a:buChar char="•"/>
            </a:pPr>
            <a:r>
              <a:rPr lang="en-US" sz="2370">
                <a:solidFill>
                  <a:srgbClr val="222222"/>
                </a:solidFill>
                <a:latin typeface="Arial"/>
                <a:ea typeface="Arial"/>
                <a:cs typeface="Arial"/>
                <a:sym typeface="Arial"/>
              </a:rPr>
              <a:t>Không kiểm tra đầy đủ chức năng – UI đúng không đảm bảo logic hoặc dữ liệu đúng.</a:t>
            </a:r>
          </a:p>
          <a:p>
            <a:pPr algn="l" marL="511683" indent="-255842" lvl="1">
              <a:lnSpc>
                <a:spcPts val="2844"/>
              </a:lnSpc>
              <a:buFont typeface="Arial"/>
              <a:buChar char="•"/>
            </a:pPr>
            <a:r>
              <a:rPr lang="en-US" sz="2370">
                <a:solidFill>
                  <a:srgbClr val="222222"/>
                </a:solidFill>
                <a:latin typeface="Arial"/>
                <a:ea typeface="Arial"/>
                <a:cs typeface="Arial"/>
                <a:sym typeface="Arial"/>
              </a:rPr>
              <a:t>Cần phân biệt thay đổi và lỗi – Không phải visual difference nào cũng là bug.</a:t>
            </a:r>
          </a:p>
          <a:p>
            <a:pPr algn="l" marL="511683" indent="-255842" lvl="1">
              <a:lnSpc>
                <a:spcPts val="2844"/>
              </a:lnSpc>
              <a:buFont typeface="Arial"/>
              <a:buChar char="•"/>
            </a:pPr>
            <a:r>
              <a:rPr lang="en-US" sz="2370" spc="-1">
                <a:solidFill>
                  <a:srgbClr val="222222"/>
                </a:solidFill>
                <a:latin typeface="Arial"/>
                <a:ea typeface="Arial"/>
                <a:cs typeface="Arial"/>
                <a:sym typeface="Arial"/>
              </a:rPr>
              <a:t>Cần quản lý baseline – Những thay đổi thiết kế hợp lệ phải được review và cập nhật.</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sp>
        <p:nvSpPr>
          <p:cNvPr name="TextBox 8" id="8"/>
          <p:cNvSpPr txBox="true"/>
          <p:nvPr/>
        </p:nvSpPr>
        <p:spPr>
          <a:xfrm rot="0">
            <a:off x="5526584" y="4800600"/>
            <a:ext cx="7234833" cy="666750"/>
          </a:xfrm>
          <a:prstGeom prst="rect">
            <a:avLst/>
          </a:prstGeom>
        </p:spPr>
        <p:txBody>
          <a:bodyPr anchor="t" rtlCol="false" tIns="0" lIns="0" bIns="0" rIns="0">
            <a:spAutoFit/>
          </a:bodyPr>
          <a:lstStyle/>
          <a:p>
            <a:pPr algn="l">
              <a:lnSpc>
                <a:spcPts val="5130"/>
              </a:lnSpc>
            </a:pPr>
            <a:r>
              <a:rPr lang="en-US" b="true" sz="4275" spc="-1">
                <a:solidFill>
                  <a:srgbClr val="C00000"/>
                </a:solidFill>
                <a:latin typeface="Arial Bold"/>
                <a:ea typeface="Arial Bold"/>
                <a:cs typeface="Arial Bold"/>
                <a:sym typeface="Arial Bold"/>
              </a:rPr>
              <a:t>Visual Diff Triage Workshop</a:t>
            </a:r>
          </a:p>
        </p:txBody>
      </p:sp>
      <p:grpSp>
        <p:nvGrpSpPr>
          <p:cNvPr name="Group 9" id="9"/>
          <p:cNvGrpSpPr/>
          <p:nvPr/>
        </p:nvGrpSpPr>
        <p:grpSpPr>
          <a:xfrm rot="0">
            <a:off x="0" y="0"/>
            <a:ext cx="18288181" cy="143104"/>
            <a:chOff x="0" y="0"/>
            <a:chExt cx="24384241" cy="190805"/>
          </a:xfrm>
        </p:grpSpPr>
        <p:sp>
          <p:nvSpPr>
            <p:cNvPr name="Freeform 10" id="10"/>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11" id="11"/>
          <p:cNvGrpSpPr/>
          <p:nvPr/>
        </p:nvGrpSpPr>
        <p:grpSpPr>
          <a:xfrm rot="0">
            <a:off x="0" y="9943557"/>
            <a:ext cx="18288181" cy="343443"/>
            <a:chOff x="0" y="0"/>
            <a:chExt cx="24384241" cy="457924"/>
          </a:xfrm>
        </p:grpSpPr>
        <p:sp>
          <p:nvSpPr>
            <p:cNvPr name="Freeform 12" id="12"/>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13" id="13"/>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14" id="14"/>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13 · Hoạt động lớp</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181" cy="10287000"/>
            <a:chOff x="0" y="0"/>
            <a:chExt cx="24384241" cy="13716000"/>
          </a:xfrm>
        </p:grpSpPr>
        <p:sp>
          <p:nvSpPr>
            <p:cNvPr name="Freeform 3" id="3"/>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4" id="4"/>
          <p:cNvGrpSpPr/>
          <p:nvPr/>
        </p:nvGrpSpPr>
        <p:grpSpPr>
          <a:xfrm rot="0">
            <a:off x="0" y="0"/>
            <a:ext cx="18288181" cy="10287000"/>
            <a:chOff x="0" y="0"/>
            <a:chExt cx="24384241" cy="13716000"/>
          </a:xfrm>
        </p:grpSpPr>
        <p:sp>
          <p:nvSpPr>
            <p:cNvPr name="Freeform 5" id="5"/>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grpSp>
        <p:nvGrpSpPr>
          <p:cNvPr name="Group 6" id="6"/>
          <p:cNvGrpSpPr/>
          <p:nvPr/>
        </p:nvGrpSpPr>
        <p:grpSpPr>
          <a:xfrm rot="0">
            <a:off x="0" y="0"/>
            <a:ext cx="18288181" cy="10287000"/>
            <a:chOff x="0" y="0"/>
            <a:chExt cx="24384241" cy="13716000"/>
          </a:xfrm>
        </p:grpSpPr>
        <p:sp>
          <p:nvSpPr>
            <p:cNvPr name="Freeform 7" id="7"/>
            <p:cNvSpPr/>
            <p:nvPr/>
          </p:nvSpPr>
          <p:spPr>
            <a:xfrm flipH="false" flipV="false" rot="0">
              <a:off x="0" y="0"/>
              <a:ext cx="24384254" cy="13716000"/>
            </a:xfrm>
            <a:custGeom>
              <a:avLst/>
              <a:gdLst/>
              <a:ahLst/>
              <a:cxnLst/>
              <a:rect r="r" b="b" t="t" l="l"/>
              <a:pathLst>
                <a:path h="13716000" w="24384254">
                  <a:moveTo>
                    <a:pt x="0" y="0"/>
                  </a:moveTo>
                  <a:lnTo>
                    <a:pt x="24384254" y="0"/>
                  </a:lnTo>
                  <a:lnTo>
                    <a:pt x="24384254" y="13716000"/>
                  </a:lnTo>
                  <a:lnTo>
                    <a:pt x="0" y="13716000"/>
                  </a:lnTo>
                  <a:lnTo>
                    <a:pt x="0" y="0"/>
                  </a:lnTo>
                  <a:close/>
                </a:path>
              </a:pathLst>
            </a:custGeom>
            <a:solidFill>
              <a:srgbClr val="FFFFFF"/>
            </a:solidFill>
          </p:spPr>
        </p:sp>
      </p:grpSp>
      <p:sp>
        <p:nvSpPr>
          <p:cNvPr name="TextBox 8" id="8"/>
          <p:cNvSpPr txBox="true"/>
          <p:nvPr/>
        </p:nvSpPr>
        <p:spPr>
          <a:xfrm rot="0">
            <a:off x="6527872" y="3363276"/>
            <a:ext cx="5232255" cy="2693214"/>
          </a:xfrm>
          <a:prstGeom prst="rect">
            <a:avLst/>
          </a:prstGeom>
        </p:spPr>
        <p:txBody>
          <a:bodyPr anchor="t" rtlCol="false" tIns="0" lIns="0" bIns="0" rIns="0">
            <a:spAutoFit/>
          </a:bodyPr>
          <a:lstStyle/>
          <a:p>
            <a:pPr algn="l">
              <a:lnSpc>
                <a:spcPts val="22299"/>
              </a:lnSpc>
            </a:pPr>
            <a:r>
              <a:rPr lang="en-US" b="true" sz="18583" spc="-6">
                <a:solidFill>
                  <a:srgbClr val="1F4E79"/>
                </a:solidFill>
                <a:latin typeface="Arial Bold"/>
                <a:ea typeface="Arial Bold"/>
                <a:cs typeface="Arial Bold"/>
                <a:sym typeface="Arial Bold"/>
              </a:rPr>
              <a:t>Q&amp;A</a:t>
            </a:r>
          </a:p>
        </p:txBody>
      </p:sp>
      <p:grpSp>
        <p:nvGrpSpPr>
          <p:cNvPr name="Group 9" id="9"/>
          <p:cNvGrpSpPr/>
          <p:nvPr/>
        </p:nvGrpSpPr>
        <p:grpSpPr>
          <a:xfrm rot="0">
            <a:off x="0" y="0"/>
            <a:ext cx="18288181" cy="143104"/>
            <a:chOff x="0" y="0"/>
            <a:chExt cx="24384241" cy="190805"/>
          </a:xfrm>
        </p:grpSpPr>
        <p:sp>
          <p:nvSpPr>
            <p:cNvPr name="Freeform 10" id="10"/>
            <p:cNvSpPr/>
            <p:nvPr/>
          </p:nvSpPr>
          <p:spPr>
            <a:xfrm flipH="false" flipV="false" rot="0">
              <a:off x="0" y="0"/>
              <a:ext cx="24384254" cy="190754"/>
            </a:xfrm>
            <a:custGeom>
              <a:avLst/>
              <a:gdLst/>
              <a:ahLst/>
              <a:cxnLst/>
              <a:rect r="r" b="b" t="t" l="l"/>
              <a:pathLst>
                <a:path h="190754" w="24384254">
                  <a:moveTo>
                    <a:pt x="0" y="0"/>
                  </a:moveTo>
                  <a:lnTo>
                    <a:pt x="24384254" y="0"/>
                  </a:lnTo>
                  <a:lnTo>
                    <a:pt x="24384254" y="190754"/>
                  </a:lnTo>
                  <a:lnTo>
                    <a:pt x="0" y="190754"/>
                  </a:lnTo>
                  <a:lnTo>
                    <a:pt x="0" y="0"/>
                  </a:lnTo>
                  <a:close/>
                </a:path>
              </a:pathLst>
            </a:custGeom>
            <a:solidFill>
              <a:srgbClr val="1F4E79"/>
            </a:solidFill>
          </p:spPr>
        </p:sp>
      </p:grpSp>
      <p:grpSp>
        <p:nvGrpSpPr>
          <p:cNvPr name="Group 11" id="11"/>
          <p:cNvGrpSpPr/>
          <p:nvPr/>
        </p:nvGrpSpPr>
        <p:grpSpPr>
          <a:xfrm rot="0">
            <a:off x="0" y="9943557"/>
            <a:ext cx="18288181" cy="343443"/>
            <a:chOff x="0" y="0"/>
            <a:chExt cx="24384241" cy="457924"/>
          </a:xfrm>
        </p:grpSpPr>
        <p:sp>
          <p:nvSpPr>
            <p:cNvPr name="Freeform 12" id="12"/>
            <p:cNvSpPr/>
            <p:nvPr/>
          </p:nvSpPr>
          <p:spPr>
            <a:xfrm flipH="false" flipV="false" rot="0">
              <a:off x="0" y="0"/>
              <a:ext cx="24384254" cy="457962"/>
            </a:xfrm>
            <a:custGeom>
              <a:avLst/>
              <a:gdLst/>
              <a:ahLst/>
              <a:cxnLst/>
              <a:rect r="r" b="b" t="t" l="l"/>
              <a:pathLst>
                <a:path h="457962" w="24384254">
                  <a:moveTo>
                    <a:pt x="0" y="0"/>
                  </a:moveTo>
                  <a:lnTo>
                    <a:pt x="24384254" y="0"/>
                  </a:lnTo>
                  <a:lnTo>
                    <a:pt x="24384254" y="457962"/>
                  </a:lnTo>
                  <a:lnTo>
                    <a:pt x="0" y="457962"/>
                  </a:lnTo>
                  <a:lnTo>
                    <a:pt x="0" y="0"/>
                  </a:lnTo>
                  <a:close/>
                </a:path>
              </a:pathLst>
            </a:custGeom>
            <a:solidFill>
              <a:srgbClr val="1F4E79"/>
            </a:solidFill>
          </p:spPr>
        </p:sp>
      </p:grpSp>
      <p:sp>
        <p:nvSpPr>
          <p:cNvPr name="TextBox 13" id="13"/>
          <p:cNvSpPr txBox="true"/>
          <p:nvPr/>
        </p:nvSpPr>
        <p:spPr>
          <a:xfrm rot="0">
            <a:off x="685800" y="250755"/>
            <a:ext cx="4865942" cy="215808"/>
          </a:xfrm>
          <a:prstGeom prst="rect">
            <a:avLst/>
          </a:prstGeom>
        </p:spPr>
        <p:txBody>
          <a:bodyPr anchor="t" rtlCol="false" tIns="0" lIns="0" bIns="0" rIns="0">
            <a:spAutoFit/>
          </a:bodyPr>
          <a:lstStyle/>
          <a:p>
            <a:pPr algn="l">
              <a:lnSpc>
                <a:spcPts val="1764"/>
              </a:lnSpc>
            </a:pPr>
            <a:r>
              <a:rPr lang="en-US" b="true" sz="1470" spc="-1">
                <a:solidFill>
                  <a:srgbClr val="1F4E79"/>
                </a:solidFill>
                <a:latin typeface="Arial Bold"/>
                <a:ea typeface="Arial Bold"/>
                <a:cs typeface="Arial Bold"/>
                <a:sym typeface="Arial Bold"/>
              </a:rPr>
              <a:t>2026 AI-first · Seminar T03 · Mobile Automation Testing</a:t>
            </a:r>
          </a:p>
        </p:txBody>
      </p:sp>
      <p:sp>
        <p:nvSpPr>
          <p:cNvPr name="TextBox 14" id="14"/>
          <p:cNvSpPr txBox="true"/>
          <p:nvPr/>
        </p:nvSpPr>
        <p:spPr>
          <a:xfrm rot="0">
            <a:off x="685800" y="9998488"/>
            <a:ext cx="9144000" cy="211826"/>
          </a:xfrm>
          <a:prstGeom prst="rect">
            <a:avLst/>
          </a:prstGeom>
        </p:spPr>
        <p:txBody>
          <a:bodyPr anchor="t" rtlCol="false" tIns="0" lIns="0" bIns="0" rIns="0" wrap="square">
            <a:noAutofit/>
          </a:bodyPr>
          <a:lstStyle/>
          <a:p>
            <a:pPr algn="l">
              <a:lnSpc>
                <a:spcPts val="1620"/>
              </a:lnSpc>
            </a:pPr>
            <a:r>
              <a:rPr lang="en-US" b="true" sz="1350" spc="-1">
                <a:solidFill>
                  <a:srgbClr val="FFFFFF"/>
                </a:solidFill>
                <a:latin typeface="Arial Bold"/>
                <a:ea typeface="Arial Bold"/>
                <a:cs typeface="Arial Bold"/>
                <a:sym typeface="Arial Bold"/>
              </a:rPr>
              <a:t>14 · Q&amp;A</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DAHY0q6yS7E</dc:identifier>
  <dcterms:modified xsi:type="dcterms:W3CDTF">2011-08-01T06:04:30Z</dcterms:modified>
  <cp:revision>1</cp:revision>
  <dc:title>Seminar_Slides.pptx</dc:title>
</cp:coreProperties>
</file>