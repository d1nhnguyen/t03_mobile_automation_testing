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dia/image11.svg" ContentType="image/svg+xml"/>
  <Override PartName="/ppt/media/image14.svg" ContentType="image/svg+xml"/>
  <Override PartName="/ppt/media/image16.svg" ContentType="image/svg+xml"/>
  <Override PartName="/ppt/media/image18.svg" ContentType="image/svg+xml"/>
  <Override PartName="/ppt/media/image20.svg" ContentType="image/svg+xml"/>
  <Override PartName="/ppt/media/image22.svg" ContentType="image/svg+xml"/>
  <Override PartName="/ppt/media/image24.svg" ContentType="image/svg+xml"/>
  <Override PartName="/ppt/media/image26.svg" ContentType="image/svg+xml"/>
  <Override PartName="/ppt/media/image28.svg" ContentType="image/svg+xml"/>
  <Override PartName="/ppt/media/image31.svg" ContentType="image/svg+xml"/>
  <Override PartName="/ppt/media/image33.svg" ContentType="image/svg+xml"/>
  <Override PartName="/ppt/media/image35.svg" ContentType="image/svg+xml"/>
  <Override PartName="/ppt/media/image37.svg" ContentType="image/svg+xml"/>
  <Override PartName="/ppt/media/image39.svg" ContentType="image/svg+xml"/>
  <Override PartName="/ppt/media/image41.svg" ContentType="image/svg+xml"/>
  <Override PartName="/ppt/media/image43.svg" ContentType="image/svg+xml"/>
  <Override PartName="/ppt/media/image45.svg" ContentType="image/svg+xml"/>
  <Override PartName="/ppt/media/image47.svg" ContentType="image/svg+xml"/>
  <Override PartName="/ppt/media/image49.svg" ContentType="image/svg+xml"/>
  <Override PartName="/ppt/media/image5.svg" ContentType="image/svg+xml"/>
  <Override PartName="/ppt/media/image51.svg" ContentType="image/svg+xml"/>
  <Override PartName="/ppt/media/image7.svg" ContentType="image/svg+xml"/>
  <Override PartName="/ppt/media/image9.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embedTrueTypeFonts="true">
  <p:sldMasterIdLst>
    <p:sldMasterId id="2147483648" r:id="rId1"/>
  </p:sldMasterIdLst>
  <p:sldIdLst>
    <p:sldId id="256" r:id="rId6"/>
    <p:sldId id="257" r:id="rId7"/>
    <p:sldId id="258" r:id="rId8"/>
    <p:sldId id="259" r:id="rId9"/>
    <p:sldId id="260" r:id="rId10"/>
    <p:sldId id="261" r:id="rId11"/>
    <p:sldId id="262" r:id="rId12"/>
    <p:sldId id="263" r:id="rId13"/>
    <p:sldId id="264" r:id="rId14"/>
    <p:sldId id="266" r:id="rId16"/>
    <p:sldId id="267" r:id="rId17"/>
    <p:sldId id="268" r:id="rId18"/>
    <p:sldId id="269" r:id="rId19"/>
    <p:sldId id="270" r:id="rId20"/>
  </p:sldIdLst>
  <p:sldSz cx="18288000" cy="10287000"/>
  <p:notesSz cx="6858000" cy="9144000"/>
  <p:embeddedFontLst>
    <p:embeddedFont>
      <p:font typeface="Arial Bold" charset="1" panose="020B0704020202020204"/>
      <p:regular r:id="rId21"/>
    </p:embeddedFont>
    <p:embeddedFont>
      <p:font typeface="Arial Italics" charset="1" panose="020B0604020202090204"/>
      <p:regular r:id="rId22"/>
    </p:embeddedFont>
    <p:embeddedFont>
      <p:font typeface="Arial" charset="1" panose="020B0604020202020204"/>
      <p:regular r:id="rId23"/>
    </p:embeddedFont>
    <p:embeddedFont>
      <p:font typeface="DejaVu Sans Light" charset="1" panose="020B0603030804020204"/>
      <p:regular r:id="rId24"/>
    </p:embeddedFont>
    <p:embeddedFont>
      <p:font typeface="Courier New" charset="1" panose="02070309020205020404"/>
      <p:regular r:id="rId25"/>
    </p:embeddedFont>
    <p:embeddedFont>
      <p:font typeface="Courier New Bold" charset="1" panose="02070609020205020404"/>
      <p:regular r:id="rId26"/>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autoAdjust="0"/>
    <p:restoredTop sz="94622" autoAdjust="0"/>
  </p:normalViewPr>
  <p:slideViewPr>
    <p:cSldViewPr>
      <p:cViewPr varScale="1">
        <p:scale>
          <a:sx n="74" d="100"/>
          <a:sy n="74" d="100"/>
        </p:scale>
        <p:origin x="-1092" y="-90"/>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esProps" Target="presProps.xml"/><Relationship Id="rId3" Type="http://schemas.openxmlformats.org/officeDocument/2006/relationships/viewProps" Target="viewProps.xml"/><Relationship Id="rId4" Type="http://schemas.openxmlformats.org/officeDocument/2006/relationships/theme" Target="theme/theme1.xml"/><Relationship Id="rId5" Type="http://schemas.openxmlformats.org/officeDocument/2006/relationships/tableStyles" Target="tableStyles.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2" Type="http://schemas.openxmlformats.org/officeDocument/2006/relationships/slide" Target="slides/slide7.xml"/><Relationship Id="rId13" Type="http://schemas.openxmlformats.org/officeDocument/2006/relationships/slide" Target="slides/slide8.xml"/><Relationship Id="rId14"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font" Target="fonts/font21.fntdata"/><Relationship Id="rId22" Type="http://schemas.openxmlformats.org/officeDocument/2006/relationships/font" Target="fonts/font22.fntdata"/><Relationship Id="rId23" Type="http://schemas.openxmlformats.org/officeDocument/2006/relationships/font" Target="fonts/font23.fntdata"/><Relationship Id="rId24" Type="http://schemas.openxmlformats.org/officeDocument/2006/relationships/font" Target="fonts/font24.fntdata"/><Relationship Id="rId25" Type="http://schemas.openxmlformats.org/officeDocument/2006/relationships/font" Target="fonts/font25.fntdata"/><Relationship Id="rId26" Type="http://schemas.openxmlformats.org/officeDocument/2006/relationships/font" Target="fonts/font26.fntdata"/><Relationship Id="rId27"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Nói khoảng 60 giây. Sau khi tìm hiểu Session, Locator và Appium Inspector, chúng ta kết hợp chúng để viết một test thực tế: kiểm tra chức năng tính tổng tiền của giỏ hàng EShop. Kịch bản là thêm hai chiếc iPhone 15 Pro Max, mỗi chiếc 30 triệu đồng. Tổng tiền mong đợi là 60 triệu. Đầu tiên, dùng Locator để tìm nút Thêm vào giỏ theo resource-id product-add-1. Tiếp theo là các Action: bấm nút hai lần, mỗi lần đóng hộp thoại Thành công mà app hiện ra, rồi mở giỏ hàng. Sau đó dùng Explicit Wait để chờ dòng tổng tiền hiển thị, chứ không chờ cố định vài giây. Cuối cùng, Assertion kiểm tra tổng tiền có bằng 60 triệu hay không. Đúng thì test PASS, sai thì FAIL. Đoạn code này đã chạy pass trên emulator; trong bộ test thật, các bước được gom vào Page Object home.addToCart (pages/home.page.js, tests/cart-total.test.js). Tuy nhiên, giả sử tổng tiền vẫn đúng nhưng giao diện bị lệch hoặc màu sắc thay đổi bất thường. Ở bản V2 của nhóm, Appium vẫn pass 8/8. Liệu những assertion này có phát hiện được không? Đó là lý do chúng ta cần tìm hiểu thêm Applitools Eyes.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1D8BD707-D9CF-40AE-B4C6-C98DA3205C09}" type="datetimeFigureOut">
              <a:rPr lang="en-US" smtClean="0"/>
              <a:pPr/>
              <a:t>8/1/2011</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1D8BD707-D9CF-40AE-B4C6-C98DA3205C09}" type="datetimeFigureOut">
              <a:rPr lang="en-US" smtClean="0"/>
              <a:pPr/>
              <a:t>8/1/2011</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8/1/2011</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8/1/2011</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hyperlink" Target="https://youtu.be/N3cN5d2LSG4"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eg"/><Relationship Id="rId3" Type="http://schemas.openxmlformats.org/officeDocument/2006/relationships/image" Target="../media/image53.jp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svg"/><Relationship Id="rId4" Type="http://schemas.openxmlformats.org/officeDocument/2006/relationships/image" Target="../media/image6.png"/><Relationship Id="rId5" Type="http://schemas.openxmlformats.org/officeDocument/2006/relationships/image" Target="../media/image7.svg"/><Relationship Id="rId6" Type="http://schemas.openxmlformats.org/officeDocument/2006/relationships/image" Target="../media/image8.png"/><Relationship Id="rId7" Type="http://schemas.openxmlformats.org/officeDocument/2006/relationships/image" Target="../media/image9.sv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11.sv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jpeg"/><Relationship Id="rId3" Type="http://schemas.openxmlformats.org/officeDocument/2006/relationships/image" Target="../media/image13.png"/><Relationship Id="rId4" Type="http://schemas.openxmlformats.org/officeDocument/2006/relationships/image" Target="../media/image14.sv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image" Target="../media/image16.svg"/><Relationship Id="rId4" Type="http://schemas.openxmlformats.org/officeDocument/2006/relationships/image" Target="../media/image12.jpeg"/><Relationship Id="rId5" Type="http://schemas.openxmlformats.org/officeDocument/2006/relationships/image" Target="../media/image13.png"/><Relationship Id="rId6" Type="http://schemas.openxmlformats.org/officeDocument/2006/relationships/image" Target="../media/image14.sv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image" Target="../media/image18.svg"/><Relationship Id="rId4" Type="http://schemas.openxmlformats.org/officeDocument/2006/relationships/image" Target="../media/image19.png"/><Relationship Id="rId5" Type="http://schemas.openxmlformats.org/officeDocument/2006/relationships/image" Target="../media/image20.svg"/><Relationship Id="rId6" Type="http://schemas.openxmlformats.org/officeDocument/2006/relationships/image" Target="../media/image21.png"/><Relationship Id="rId7" Type="http://schemas.openxmlformats.org/officeDocument/2006/relationships/image" Target="../media/image22.svg"/><Relationship Id="rId8" Type="http://schemas.openxmlformats.org/officeDocument/2006/relationships/image" Target="../media/image23.png"/><Relationship Id="rId9" Type="http://schemas.openxmlformats.org/officeDocument/2006/relationships/image" Target="../media/image24.svg"/><Relationship Id="rId10" Type="http://schemas.openxmlformats.org/officeDocument/2006/relationships/image" Target="../media/image25.png"/><Relationship Id="rId11" Type="http://schemas.openxmlformats.org/officeDocument/2006/relationships/image" Target="../media/image26.svg"/><Relationship Id="rId12" Type="http://schemas.openxmlformats.org/officeDocument/2006/relationships/image" Target="../media/image27.png"/><Relationship Id="rId13" Type="http://schemas.openxmlformats.org/officeDocument/2006/relationships/image" Target="../media/image28.sv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 Id="rId3" Type="http://schemas.openxmlformats.org/officeDocument/2006/relationships/image" Target="../media/image31.svg"/><Relationship Id="rId4" Type="http://schemas.openxmlformats.org/officeDocument/2006/relationships/image" Target="../media/image32.png"/><Relationship Id="rId5" Type="http://schemas.openxmlformats.org/officeDocument/2006/relationships/image" Target="../media/image33.svg"/><Relationship Id="rId6" Type="http://schemas.openxmlformats.org/officeDocument/2006/relationships/image" Target="../media/image34.png"/><Relationship Id="rId7" Type="http://schemas.openxmlformats.org/officeDocument/2006/relationships/image" Target="../media/image35.svg"/><Relationship Id="rId8" Type="http://schemas.openxmlformats.org/officeDocument/2006/relationships/image" Target="../media/image36.png"/><Relationship Id="rId9" Type="http://schemas.openxmlformats.org/officeDocument/2006/relationships/image" Target="../media/image37.svg"/><Relationship Id="rId10" Type="http://schemas.openxmlformats.org/officeDocument/2006/relationships/image" Target="../media/image13.png"/><Relationship Id="rId11" Type="http://schemas.openxmlformats.org/officeDocument/2006/relationships/image" Target="../media/image54.png"/><Relationship Id="rId12" Type="http://schemas.openxmlformats.org/officeDocument/2006/relationships/notesSlide" Target="../notesSlides/notesSlide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 Id="rId3" Type="http://schemas.openxmlformats.org/officeDocument/2006/relationships/image" Target="../media/image39.svg"/><Relationship Id="rId4" Type="http://schemas.openxmlformats.org/officeDocument/2006/relationships/image" Target="../media/image40.png"/><Relationship Id="rId5" Type="http://schemas.openxmlformats.org/officeDocument/2006/relationships/image" Target="../media/image41.svg"/><Relationship Id="rId6" Type="http://schemas.openxmlformats.org/officeDocument/2006/relationships/image" Target="../media/image42.png"/><Relationship Id="rId7" Type="http://schemas.openxmlformats.org/officeDocument/2006/relationships/image" Target="../media/image43.svg"/><Relationship Id="rId8" Type="http://schemas.openxmlformats.org/officeDocument/2006/relationships/image" Target="../media/image44.png"/><Relationship Id="rId9" Type="http://schemas.openxmlformats.org/officeDocument/2006/relationships/image" Target="../media/image45.sv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6.png"/><Relationship Id="rId3" Type="http://schemas.openxmlformats.org/officeDocument/2006/relationships/image" Target="../media/image47.svg"/><Relationship Id="rId4" Type="http://schemas.openxmlformats.org/officeDocument/2006/relationships/image" Target="../media/image48.png"/><Relationship Id="rId5" Type="http://schemas.openxmlformats.org/officeDocument/2006/relationships/image" Target="../media/image49.svg"/><Relationship Id="rId6" Type="http://schemas.openxmlformats.org/officeDocument/2006/relationships/image" Target="../media/image50.png"/><Relationship Id="rId7" Type="http://schemas.openxmlformats.org/officeDocument/2006/relationships/image" Target="../media/image51.svg"/><Relationship Id="rId8" Type="http://schemas.openxmlformats.org/officeDocument/2006/relationships/image" Target="../media/image5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youtu.be/N3cN5d2LSG4" TargetMode="External"/></Relationships>
</file>

<file path=ppt/slides/slide1.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0" y="1514161"/>
            <a:ext cx="6215396" cy="7258679"/>
            <a:chOff x="0" y="0"/>
            <a:chExt cx="8287194" cy="9678238"/>
          </a:xfrm>
        </p:grpSpPr>
        <p:sp>
          <p:nvSpPr>
            <p:cNvPr name="Freeform 3" id="3"/>
            <p:cNvSpPr/>
            <p:nvPr/>
          </p:nvSpPr>
          <p:spPr>
            <a:xfrm flipH="false" flipV="false" rot="0">
              <a:off x="0" y="0"/>
              <a:ext cx="8287258" cy="9678289"/>
            </a:xfrm>
            <a:custGeom>
              <a:avLst/>
              <a:gdLst/>
              <a:ahLst/>
              <a:cxnLst/>
              <a:rect r="r" b="b" t="t" l="l"/>
              <a:pathLst>
                <a:path h="9678289" w="8287258">
                  <a:moveTo>
                    <a:pt x="0" y="0"/>
                  </a:moveTo>
                  <a:lnTo>
                    <a:pt x="8287258" y="0"/>
                  </a:lnTo>
                  <a:lnTo>
                    <a:pt x="8287258" y="9678289"/>
                  </a:lnTo>
                  <a:lnTo>
                    <a:pt x="0" y="9678289"/>
                  </a:lnTo>
                  <a:lnTo>
                    <a:pt x="0" y="0"/>
                  </a:lnTo>
                  <a:close/>
                </a:path>
              </a:pathLst>
            </a:custGeom>
            <a:solidFill>
              <a:srgbClr val="1F4E79"/>
            </a:solidFill>
          </p:spPr>
        </p:sp>
      </p:grpSp>
      <p:sp>
        <p:nvSpPr>
          <p:cNvPr name="Freeform 4" id="4"/>
          <p:cNvSpPr/>
          <p:nvPr/>
        </p:nvSpPr>
        <p:spPr>
          <a:xfrm flipH="false" flipV="false" rot="0">
            <a:off x="8201266" y="4725553"/>
            <a:ext cx="4291505" cy="1129315"/>
          </a:xfrm>
          <a:custGeom>
            <a:avLst/>
            <a:gdLst/>
            <a:ahLst/>
            <a:cxnLst/>
            <a:rect r="r" b="b" t="t" l="l"/>
            <a:pathLst>
              <a:path h="1129315" w="4291505">
                <a:moveTo>
                  <a:pt x="0" y="0"/>
                </a:moveTo>
                <a:lnTo>
                  <a:pt x="4291505" y="0"/>
                </a:lnTo>
                <a:lnTo>
                  <a:pt x="4291505" y="1129315"/>
                </a:lnTo>
                <a:lnTo>
                  <a:pt x="0" y="1129315"/>
                </a:lnTo>
                <a:lnTo>
                  <a:pt x="0" y="0"/>
                </a:lnTo>
                <a:close/>
              </a:path>
            </a:pathLst>
          </a:custGeom>
          <a:blipFill>
            <a:blip r:embed="rId2"/>
            <a:stretch>
              <a:fillRect l="0" t="0" r="-1525" b="0"/>
            </a:stretch>
          </a:blipFill>
        </p:spPr>
        <p:txBody>
          <a:bodyPr/>
          <a:p/>
        </p:txBody>
      </p:sp>
      <p:sp>
        <p:nvSpPr>
          <p:cNvPr name="Freeform 5" id="5"/>
          <p:cNvSpPr/>
          <p:nvPr/>
        </p:nvSpPr>
        <p:spPr>
          <a:xfrm flipH="false" flipV="false" rot="0">
            <a:off x="14113770" y="4725553"/>
            <a:ext cx="1129315" cy="1129315"/>
          </a:xfrm>
          <a:custGeom>
            <a:avLst/>
            <a:gdLst/>
            <a:ahLst/>
            <a:cxnLst/>
            <a:rect r="r" b="b" t="t" l="l"/>
            <a:pathLst>
              <a:path h="1129315" w="1129315">
                <a:moveTo>
                  <a:pt x="0" y="0"/>
                </a:moveTo>
                <a:lnTo>
                  <a:pt x="1129316" y="0"/>
                </a:lnTo>
                <a:lnTo>
                  <a:pt x="1129316" y="1129315"/>
                </a:lnTo>
                <a:lnTo>
                  <a:pt x="0" y="1129315"/>
                </a:lnTo>
                <a:lnTo>
                  <a:pt x="0" y="0"/>
                </a:lnTo>
                <a:close/>
              </a:path>
            </a:pathLst>
          </a:custGeom>
          <a:blipFill>
            <a:blip r:embed="rId3"/>
            <a:stretch>
              <a:fillRect l="0" t="0" r="0" b="0"/>
            </a:stretch>
          </a:blipFill>
        </p:spPr>
        <p:txBody>
          <a:bodyPr/>
          <a:p/>
        </p:txBody>
      </p:sp>
      <p:sp>
        <p:nvSpPr>
          <p:cNvPr name="TextBox 6" id="6"/>
          <p:cNvSpPr txBox="true"/>
          <p:nvPr/>
        </p:nvSpPr>
        <p:spPr>
          <a:xfrm rot="0">
            <a:off x="7150920" y="2233841"/>
            <a:ext cx="9799448" cy="809625"/>
          </a:xfrm>
          <a:prstGeom prst="rect">
            <a:avLst/>
          </a:prstGeom>
        </p:spPr>
        <p:txBody>
          <a:bodyPr anchor="t" rtlCol="false" tIns="0" lIns="0" bIns="0" rIns="0">
            <a:spAutoFit/>
          </a:bodyPr>
          <a:lstStyle/>
          <a:p>
            <a:pPr algn="l">
              <a:lnSpc>
                <a:spcPts val="6299"/>
              </a:lnSpc>
            </a:pPr>
            <a:r>
              <a:rPr lang="en-US" b="true" sz="5249" spc="-1">
                <a:solidFill>
                  <a:srgbClr val="1F4E79"/>
                </a:solidFill>
                <a:latin typeface="Arial Bold"/>
                <a:ea typeface="Arial Bold"/>
                <a:cs typeface="Arial Bold"/>
                <a:sym typeface="Arial Bold"/>
              </a:rPr>
              <a:t>Mobile Automation Testing với</a:t>
            </a:r>
          </a:p>
        </p:txBody>
      </p:sp>
      <p:sp>
        <p:nvSpPr>
          <p:cNvPr name="TextBox 7" id="7"/>
          <p:cNvSpPr txBox="true"/>
          <p:nvPr/>
        </p:nvSpPr>
        <p:spPr>
          <a:xfrm rot="0">
            <a:off x="7150920" y="2876436"/>
            <a:ext cx="9142512" cy="809625"/>
          </a:xfrm>
          <a:prstGeom prst="rect">
            <a:avLst/>
          </a:prstGeom>
        </p:spPr>
        <p:txBody>
          <a:bodyPr anchor="t" rtlCol="false" tIns="0" lIns="0" bIns="0" rIns="0">
            <a:spAutoFit/>
          </a:bodyPr>
          <a:lstStyle/>
          <a:p>
            <a:pPr algn="l">
              <a:lnSpc>
                <a:spcPts val="6299"/>
              </a:lnSpc>
            </a:pPr>
            <a:r>
              <a:rPr lang="en-US" b="true" sz="5249" spc="-1">
                <a:solidFill>
                  <a:srgbClr val="1F4E79"/>
                </a:solidFill>
                <a:latin typeface="Arial Bold"/>
                <a:ea typeface="Arial Bold"/>
                <a:cs typeface="Arial Bold"/>
                <a:sym typeface="Arial Bold"/>
              </a:rPr>
              <a:t>Appium 2 và Applitools Eyes</a:t>
            </a:r>
          </a:p>
        </p:txBody>
      </p:sp>
      <p:sp>
        <p:nvSpPr>
          <p:cNvPr name="TextBox 8" id="8"/>
          <p:cNvSpPr txBox="true"/>
          <p:nvPr/>
        </p:nvSpPr>
        <p:spPr>
          <a:xfrm rot="0">
            <a:off x="7319696" y="7202719"/>
            <a:ext cx="9904809" cy="333375"/>
          </a:xfrm>
          <a:prstGeom prst="rect">
            <a:avLst/>
          </a:prstGeom>
        </p:spPr>
        <p:txBody>
          <a:bodyPr anchor="t" rtlCol="false" tIns="0" lIns="0" bIns="0" rIns="0">
            <a:spAutoFit/>
          </a:bodyPr>
          <a:lstStyle/>
          <a:p>
            <a:pPr algn="l">
              <a:lnSpc>
                <a:spcPts val="2574"/>
              </a:lnSpc>
            </a:pPr>
            <a:r>
              <a:rPr lang="en-US" b="true" sz="2145" spc="-1">
                <a:solidFill>
                  <a:srgbClr val="1F4E79"/>
                </a:solidFill>
                <a:latin typeface="Arial Bold"/>
                <a:ea typeface="Arial Bold"/>
                <a:cs typeface="Arial Bold"/>
                <a:sym typeface="Arial Bold"/>
              </a:rPr>
              <a:t>DEMO: Appium 2 + UiAutomator2 (truyền thống) · Applitools Eyes (AI visual)</a:t>
            </a:r>
          </a:p>
        </p:txBody>
      </p:sp>
      <p:sp>
        <p:nvSpPr>
          <p:cNvPr name="TextBox 9" id="9"/>
          <p:cNvSpPr txBox="true"/>
          <p:nvPr/>
        </p:nvSpPr>
        <p:spPr>
          <a:xfrm rot="0">
            <a:off x="1239775" y="2062391"/>
            <a:ext cx="2707630" cy="1924050"/>
          </a:xfrm>
          <a:prstGeom prst="rect">
            <a:avLst/>
          </a:prstGeom>
        </p:spPr>
        <p:txBody>
          <a:bodyPr anchor="t" rtlCol="false" tIns="0" lIns="0" bIns="0" rIns="0">
            <a:spAutoFit/>
          </a:bodyPr>
          <a:lstStyle/>
          <a:p>
            <a:pPr algn="l">
              <a:lnSpc>
                <a:spcPts val="14850"/>
              </a:lnSpc>
            </a:pPr>
            <a:r>
              <a:rPr lang="en-US" b="true" sz="12375" spc="-1">
                <a:solidFill>
                  <a:srgbClr val="FFFFFF"/>
                </a:solidFill>
                <a:latin typeface="Arial Bold"/>
                <a:ea typeface="Arial Bold"/>
                <a:cs typeface="Arial Bold"/>
                <a:sym typeface="Arial Bold"/>
              </a:rPr>
              <a:t>T03</a:t>
            </a:r>
          </a:p>
        </p:txBody>
      </p:sp>
      <p:sp>
        <p:nvSpPr>
          <p:cNvPr name="TextBox 10" id="10"/>
          <p:cNvSpPr txBox="true"/>
          <p:nvPr/>
        </p:nvSpPr>
        <p:spPr>
          <a:xfrm rot="0">
            <a:off x="457381" y="8123415"/>
            <a:ext cx="2748601" cy="215808"/>
          </a:xfrm>
          <a:prstGeom prst="rect">
            <a:avLst/>
          </a:prstGeom>
        </p:spPr>
        <p:txBody>
          <a:bodyPr anchor="t" rtlCol="false" tIns="0" lIns="0" bIns="0" rIns="0">
            <a:spAutoFit/>
          </a:bodyPr>
          <a:lstStyle/>
          <a:p>
            <a:pPr algn="l">
              <a:lnSpc>
                <a:spcPts val="1764"/>
              </a:lnSpc>
            </a:pPr>
            <a:r>
              <a:rPr lang="en-US" sz="1470" i="true" spc="-1">
                <a:solidFill>
                  <a:srgbClr val="FFFFFF"/>
                </a:solidFill>
                <a:latin typeface="Arial Italics"/>
                <a:ea typeface="Arial Italics"/>
                <a:cs typeface="Arial Italics"/>
                <a:sym typeface="Arial Italics"/>
              </a:rPr>
              <a:t>2026 AI-First · CS423/CSC15003</a:t>
            </a:r>
          </a:p>
        </p:txBody>
      </p:sp>
      <p:sp>
        <p:nvSpPr>
          <p:cNvPr name="TextBox 11" id="11"/>
          <p:cNvSpPr txBox="true"/>
          <p:nvPr/>
        </p:nvSpPr>
        <p:spPr>
          <a:xfrm rot="0">
            <a:off x="61257" y="6002569"/>
            <a:ext cx="6092881" cy="1533525"/>
          </a:xfrm>
          <a:prstGeom prst="rect">
            <a:avLst/>
          </a:prstGeom>
        </p:spPr>
        <p:txBody>
          <a:bodyPr anchor="t" rtlCol="false" tIns="0" lIns="0" bIns="0" rIns="0">
            <a:spAutoFit/>
          </a:bodyPr>
          <a:lstStyle/>
          <a:p>
            <a:pPr algn="just">
              <a:lnSpc>
                <a:spcPts val="3053"/>
              </a:lnSpc>
            </a:pPr>
            <a:r>
              <a:rPr lang="en-US" b="true" sz="2544">
                <a:solidFill>
                  <a:srgbClr val="FFFFFF"/>
                </a:solidFill>
                <a:latin typeface="Arial Bold"/>
                <a:ea typeface="Arial Bold"/>
                <a:cs typeface="Arial Bold"/>
                <a:sym typeface="Arial Bold"/>
              </a:rPr>
              <a:t>Danh sách thành viên:</a:t>
            </a:r>
          </a:p>
          <a:p>
            <a:pPr algn="just">
              <a:lnSpc>
                <a:spcPts val="3053"/>
              </a:lnSpc>
            </a:pPr>
            <a:r>
              <a:rPr lang="en-US" b="true" sz="2544">
                <a:solidFill>
                  <a:srgbClr val="FFFFFF"/>
                </a:solidFill>
                <a:latin typeface="Arial Bold"/>
                <a:ea typeface="Arial Bold"/>
                <a:cs typeface="Arial Bold"/>
                <a:sym typeface="Arial Bold"/>
              </a:rPr>
              <a:t>23120027 - Nguyễn Hải Đăng</a:t>
            </a:r>
          </a:p>
          <a:p>
            <a:pPr algn="just">
              <a:lnSpc>
                <a:spcPts val="3053"/>
              </a:lnSpc>
            </a:pPr>
            <a:r>
              <a:rPr lang="en-US" b="true" sz="2544">
                <a:solidFill>
                  <a:srgbClr val="FFFFFF"/>
                </a:solidFill>
                <a:latin typeface="Arial Bold"/>
                <a:ea typeface="Arial Bold"/>
                <a:cs typeface="Arial Bold"/>
                <a:sym typeface="Arial Bold"/>
              </a:rPr>
              <a:t>23120031 - Nguyễn Phú Dinh</a:t>
            </a:r>
          </a:p>
          <a:p>
            <a:pPr algn="just">
              <a:lnSpc>
                <a:spcPts val="3053"/>
              </a:lnSpc>
            </a:pPr>
            <a:r>
              <a:rPr lang="en-US" b="true" sz="2544" spc="-1">
                <a:solidFill>
                  <a:srgbClr val="FFFFFF"/>
                </a:solidFill>
                <a:latin typeface="Arial Bold"/>
                <a:ea typeface="Arial Bold"/>
                <a:cs typeface="Arial Bold"/>
                <a:sym typeface="Arial Bold"/>
              </a:rPr>
              <a:t>23120034 - Ứng Thị Thuỳ Dương</a:t>
            </a:r>
          </a:p>
        </p:txBody>
      </p:sp>
      <p:sp>
        <p:nvSpPr>
          <p:cNvPr id="12" name="TextBox 11"/>
          <p:cNvSpPr txBox="1"/>
          <p:nvPr/>
        </p:nvSpPr>
        <p:spPr>
          <a:xfrm>
            <a:off x="7315200" y="7726679"/>
            <a:ext cx="9902952" cy="502920"/>
          </a:xfrm>
          <a:prstGeom prst="rect">
            <a:avLst/>
          </a:prstGeom>
          <a:noFill/>
        </p:spPr>
        <p:txBody>
          <a:bodyPr wrap="square">
            <a:spAutoFit/>
          </a:bodyPr>
          <a:lstStyle/>
          <a:p>
            <a:pPr algn="l"/>
            <a:r>
              <a:rPr sz="2200" b="1">
                <a:solidFill>
                  <a:srgbClr val="1F4E79"/>
                </a:solidFill>
                <a:latin typeface="Arial"/>
              </a:rPr>
              <a:t>Video demo: </a:t>
            </a:r>
            <a:r>
              <a:rPr sz="2200" b="1">
                <a:solidFill>
                  <a:srgbClr val="1F4E79"/>
                </a:solidFill>
                <a:latin typeface="Arial"/>
                <a:hlinkClick r:id="rId4"/>
              </a:rPr>
              <a:t>https://youtu.be/N3cN5d2LSG4</a:t>
            </a:r>
          </a:p>
        </p:txBody>
      </p:sp>
    </p:spTree>
  </p:cSld>
  <p:clrMapOvr>
    <a:masterClrMapping/>
  </p:clrMapOvr>
</p:sld>
</file>

<file path=ppt/slides/slide2.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0" y="0"/>
            <a:ext cx="18288181" cy="10287000"/>
            <a:chOff x="0" y="0"/>
            <a:chExt cx="24384241" cy="13716000"/>
          </a:xfrm>
        </p:grpSpPr>
        <p:sp>
          <p:nvSpPr>
            <p:cNvPr name="Freeform 3" id="3"/>
            <p:cNvSpPr/>
            <p:nvPr/>
          </p:nvSpPr>
          <p:spPr>
            <a:xfrm flipH="false" flipV="false" rot="0">
              <a:off x="0" y="0"/>
              <a:ext cx="24384254" cy="13716000"/>
            </a:xfrm>
            <a:custGeom>
              <a:avLst/>
              <a:gdLst/>
              <a:ahLst/>
              <a:cxnLst/>
              <a:rect r="r" b="b" t="t" l="l"/>
              <a:pathLst>
                <a:path h="13716000" w="24384254">
                  <a:moveTo>
                    <a:pt x="0" y="0"/>
                  </a:moveTo>
                  <a:lnTo>
                    <a:pt x="24384254" y="0"/>
                  </a:lnTo>
                  <a:lnTo>
                    <a:pt x="24384254" y="13716000"/>
                  </a:lnTo>
                  <a:lnTo>
                    <a:pt x="0" y="13716000"/>
                  </a:lnTo>
                  <a:lnTo>
                    <a:pt x="0" y="0"/>
                  </a:lnTo>
                  <a:close/>
                </a:path>
              </a:pathLst>
            </a:custGeom>
            <a:solidFill>
              <a:srgbClr val="FFFFFF"/>
            </a:solidFill>
          </p:spPr>
        </p:sp>
      </p:grpSp>
      <p:grpSp>
        <p:nvGrpSpPr>
          <p:cNvPr name="Group 4" id="4"/>
          <p:cNvGrpSpPr/>
          <p:nvPr/>
        </p:nvGrpSpPr>
        <p:grpSpPr>
          <a:xfrm rot="0">
            <a:off x="0" y="0"/>
            <a:ext cx="18288181" cy="143104"/>
            <a:chOff x="0" y="0"/>
            <a:chExt cx="24384241" cy="190805"/>
          </a:xfrm>
        </p:grpSpPr>
        <p:sp>
          <p:nvSpPr>
            <p:cNvPr name="Freeform 5" id="5"/>
            <p:cNvSpPr/>
            <p:nvPr/>
          </p:nvSpPr>
          <p:spPr>
            <a:xfrm flipH="false" flipV="false" rot="0">
              <a:off x="0" y="0"/>
              <a:ext cx="24384254" cy="190754"/>
            </a:xfrm>
            <a:custGeom>
              <a:avLst/>
              <a:gdLst/>
              <a:ahLst/>
              <a:cxnLst/>
              <a:rect r="r" b="b" t="t" l="l"/>
              <a:pathLst>
                <a:path h="190754" w="24384254">
                  <a:moveTo>
                    <a:pt x="0" y="0"/>
                  </a:moveTo>
                  <a:lnTo>
                    <a:pt x="24384254" y="0"/>
                  </a:lnTo>
                  <a:lnTo>
                    <a:pt x="24384254" y="190754"/>
                  </a:lnTo>
                  <a:lnTo>
                    <a:pt x="0" y="190754"/>
                  </a:lnTo>
                  <a:lnTo>
                    <a:pt x="0" y="0"/>
                  </a:lnTo>
                  <a:close/>
                </a:path>
              </a:pathLst>
            </a:custGeom>
            <a:solidFill>
              <a:srgbClr val="1F4E79"/>
            </a:solidFill>
          </p:spPr>
        </p:sp>
      </p:grpSp>
      <p:grpSp>
        <p:nvGrpSpPr>
          <p:cNvPr name="Group 6" id="6"/>
          <p:cNvGrpSpPr/>
          <p:nvPr/>
        </p:nvGrpSpPr>
        <p:grpSpPr>
          <a:xfrm rot="0">
            <a:off x="-181" y="9942205"/>
            <a:ext cx="18288181" cy="343443"/>
            <a:chOff x="0" y="0"/>
            <a:chExt cx="24384241" cy="457924"/>
          </a:xfrm>
        </p:grpSpPr>
        <p:sp>
          <p:nvSpPr>
            <p:cNvPr name="Freeform 7" id="7"/>
            <p:cNvSpPr/>
            <p:nvPr/>
          </p:nvSpPr>
          <p:spPr>
            <a:xfrm flipH="false" flipV="false" rot="0">
              <a:off x="0" y="0"/>
              <a:ext cx="24384254" cy="457962"/>
            </a:xfrm>
            <a:custGeom>
              <a:avLst/>
              <a:gdLst/>
              <a:ahLst/>
              <a:cxnLst/>
              <a:rect r="r" b="b" t="t" l="l"/>
              <a:pathLst>
                <a:path h="457962" w="24384254">
                  <a:moveTo>
                    <a:pt x="0" y="0"/>
                  </a:moveTo>
                  <a:lnTo>
                    <a:pt x="24384254" y="0"/>
                  </a:lnTo>
                  <a:lnTo>
                    <a:pt x="24384254" y="457962"/>
                  </a:lnTo>
                  <a:lnTo>
                    <a:pt x="0" y="457962"/>
                  </a:lnTo>
                  <a:lnTo>
                    <a:pt x="0" y="0"/>
                  </a:lnTo>
                  <a:close/>
                </a:path>
              </a:pathLst>
            </a:custGeom>
            <a:solidFill>
              <a:srgbClr val="1F4E79"/>
            </a:solidFill>
          </p:spPr>
        </p:sp>
      </p:grpSp>
      <p:sp>
        <p:nvSpPr>
          <p:cNvPr name="TextBox 8" id="8"/>
          <p:cNvSpPr txBox="true"/>
          <p:nvPr/>
        </p:nvSpPr>
        <p:spPr>
          <a:xfrm rot="0">
            <a:off x="1028700" y="1009650"/>
            <a:ext cx="16315020" cy="666750"/>
          </a:xfrm>
          <a:prstGeom prst="rect">
            <a:avLst/>
          </a:prstGeom>
        </p:spPr>
        <p:txBody>
          <a:bodyPr anchor="t" rtlCol="false" tIns="0" lIns="0" bIns="0" rIns="0">
            <a:spAutoFit/>
          </a:bodyPr>
          <a:lstStyle/>
          <a:p>
            <a:pPr algn="l">
              <a:lnSpc>
                <a:spcPts val="5130"/>
              </a:lnSpc>
            </a:pPr>
            <a:r>
              <a:rPr lang="en-US" b="true" sz="4275" spc="-1">
                <a:solidFill>
                  <a:srgbClr val="1F4E79"/>
                </a:solidFill>
                <a:latin typeface="Arial Bold"/>
                <a:ea typeface="Arial Bold"/>
                <a:cs typeface="Arial Bold"/>
                <a:sym typeface="Arial Bold"/>
              </a:rPr>
              <a:t>Tại sao kiểm thử mobile khó khăn?</a:t>
            </a:r>
          </a:p>
        </p:txBody>
      </p:sp>
      <p:sp>
        <p:nvSpPr>
          <p:cNvPr name="TextBox 9" id="9"/>
          <p:cNvSpPr txBox="true"/>
          <p:nvPr/>
        </p:nvSpPr>
        <p:spPr>
          <a:xfrm rot="0">
            <a:off x="1028700" y="1882497"/>
            <a:ext cx="11636722" cy="1419225"/>
          </a:xfrm>
          <a:prstGeom prst="rect">
            <a:avLst/>
          </a:prstGeom>
        </p:spPr>
        <p:txBody>
          <a:bodyPr anchor="t" rtlCol="false" tIns="0" lIns="0" bIns="0" rIns="0">
            <a:spAutoFit/>
          </a:bodyPr>
          <a:lstStyle/>
          <a:p>
            <a:pPr algn="l" marL="511683" indent="-255842" lvl="1">
              <a:lnSpc>
                <a:spcPts val="2844"/>
              </a:lnSpc>
              <a:buFont typeface="Arial"/>
              <a:buChar char="•"/>
            </a:pPr>
            <a:r>
              <a:rPr lang="en-US" sz="2370">
                <a:solidFill>
                  <a:srgbClr val="222222"/>
                </a:solidFill>
                <a:latin typeface="Arial"/>
                <a:ea typeface="Arial"/>
                <a:cs typeface="Arial"/>
                <a:sym typeface="Arial"/>
              </a:rPr>
              <a:t>Phâ</a:t>
            </a:r>
            <a:r>
              <a:rPr lang="en-US" sz="2370">
                <a:solidFill>
                  <a:srgbClr val="222222"/>
                </a:solidFill>
                <a:latin typeface="Arial"/>
                <a:ea typeface="Arial"/>
                <a:cs typeface="Arial"/>
                <a:sym typeface="Arial"/>
              </a:rPr>
              <a:t>n mảnh thiết bị: phiên bản Android/iOS, kích thước và mật độ màn hình.</a:t>
            </a:r>
          </a:p>
          <a:p>
            <a:pPr algn="l" marL="511683" indent="-255842" lvl="1">
              <a:lnSpc>
                <a:spcPts val="2844"/>
              </a:lnSpc>
              <a:buFont typeface="Arial"/>
              <a:buChar char="•"/>
            </a:pPr>
            <a:r>
              <a:rPr lang="en-US" sz="2370">
                <a:solidFill>
                  <a:srgbClr val="222222"/>
                </a:solidFill>
                <a:latin typeface="Arial"/>
                <a:ea typeface="Arial"/>
                <a:cs typeface="Arial"/>
                <a:sym typeface="Arial"/>
              </a:rPr>
              <a:t>Giao diện thay đổi theo trạng thái: bàn </a:t>
            </a:r>
            <a:r>
              <a:rPr lang="en-US" sz="2370">
                <a:solidFill>
                  <a:srgbClr val="222222"/>
                </a:solidFill>
                <a:latin typeface="Arial"/>
                <a:ea typeface="Arial"/>
                <a:cs typeface="Arial"/>
                <a:sym typeface="Arial"/>
              </a:rPr>
              <a:t>ph</a:t>
            </a:r>
            <a:r>
              <a:rPr lang="en-US" sz="2370">
                <a:solidFill>
                  <a:srgbClr val="222222"/>
                </a:solidFill>
                <a:latin typeface="Arial"/>
                <a:ea typeface="Arial"/>
                <a:cs typeface="Arial"/>
                <a:sym typeface="Arial"/>
              </a:rPr>
              <a:t>ím, thô</a:t>
            </a:r>
            <a:r>
              <a:rPr lang="en-US" sz="2370">
                <a:solidFill>
                  <a:srgbClr val="222222"/>
                </a:solidFill>
                <a:latin typeface="Arial"/>
                <a:ea typeface="Arial"/>
                <a:cs typeface="Arial"/>
                <a:sym typeface="Arial"/>
              </a:rPr>
              <a:t>n</a:t>
            </a:r>
            <a:r>
              <a:rPr lang="en-US" sz="2370">
                <a:solidFill>
                  <a:srgbClr val="222222"/>
                </a:solidFill>
                <a:latin typeface="Arial"/>
                <a:ea typeface="Arial"/>
                <a:cs typeface="Arial"/>
                <a:sym typeface="Arial"/>
              </a:rPr>
              <a:t>g</a:t>
            </a:r>
            <a:r>
              <a:rPr lang="en-US" sz="2370">
                <a:solidFill>
                  <a:srgbClr val="222222"/>
                </a:solidFill>
                <a:latin typeface="Arial"/>
                <a:ea typeface="Arial"/>
                <a:cs typeface="Arial"/>
                <a:sym typeface="Arial"/>
              </a:rPr>
              <a:t> </a:t>
            </a:r>
            <a:r>
              <a:rPr lang="en-US" sz="2370">
                <a:solidFill>
                  <a:srgbClr val="222222"/>
                </a:solidFill>
                <a:latin typeface="Arial"/>
                <a:ea typeface="Arial"/>
                <a:cs typeface="Arial"/>
                <a:sym typeface="Arial"/>
              </a:rPr>
              <a:t>báo, quyền, ani</a:t>
            </a:r>
            <a:r>
              <a:rPr lang="en-US" sz="2370">
                <a:solidFill>
                  <a:srgbClr val="222222"/>
                </a:solidFill>
                <a:latin typeface="Arial"/>
                <a:ea typeface="Arial"/>
                <a:cs typeface="Arial"/>
                <a:sym typeface="Arial"/>
              </a:rPr>
              <a:t>m</a:t>
            </a:r>
            <a:r>
              <a:rPr lang="en-US" sz="2370">
                <a:solidFill>
                  <a:srgbClr val="222222"/>
                </a:solidFill>
                <a:latin typeface="Arial"/>
                <a:ea typeface="Arial"/>
                <a:cs typeface="Arial"/>
                <a:sym typeface="Arial"/>
              </a:rPr>
              <a:t>atio</a:t>
            </a:r>
            <a:r>
              <a:rPr lang="en-US" sz="2370">
                <a:solidFill>
                  <a:srgbClr val="222222"/>
                </a:solidFill>
                <a:latin typeface="Arial"/>
                <a:ea typeface="Arial"/>
                <a:cs typeface="Arial"/>
                <a:sym typeface="Arial"/>
              </a:rPr>
              <a:t>n</a:t>
            </a:r>
            <a:r>
              <a:rPr lang="en-US" sz="2370">
                <a:solidFill>
                  <a:srgbClr val="222222"/>
                </a:solidFill>
                <a:latin typeface="Arial"/>
                <a:ea typeface="Arial"/>
                <a:cs typeface="Arial"/>
                <a:sym typeface="Arial"/>
              </a:rPr>
              <a:t>,</a:t>
            </a:r>
            <a:r>
              <a:rPr lang="en-US" sz="2370">
                <a:solidFill>
                  <a:srgbClr val="222222"/>
                </a:solidFill>
                <a:latin typeface="Arial"/>
                <a:ea typeface="Arial"/>
                <a:cs typeface="Arial"/>
                <a:sym typeface="Arial"/>
              </a:rPr>
              <a:t> </a:t>
            </a:r>
            <a:r>
              <a:rPr lang="en-US" sz="2370">
                <a:solidFill>
                  <a:srgbClr val="222222"/>
                </a:solidFill>
                <a:latin typeface="Arial"/>
                <a:ea typeface="Arial"/>
                <a:cs typeface="Arial"/>
                <a:sym typeface="Arial"/>
              </a:rPr>
              <a:t>network.</a:t>
            </a:r>
          </a:p>
          <a:p>
            <a:pPr algn="l" marL="511683" indent="-255842" lvl="1">
              <a:lnSpc>
                <a:spcPts val="2844"/>
              </a:lnSpc>
              <a:buFont typeface="Arial"/>
              <a:buChar char="•"/>
            </a:pPr>
            <a:r>
              <a:rPr lang="en-US" sz="2370">
                <a:solidFill>
                  <a:srgbClr val="222222"/>
                </a:solidFill>
                <a:latin typeface="Arial"/>
                <a:ea typeface="Arial"/>
                <a:cs typeface="Arial"/>
                <a:sym typeface="Arial"/>
              </a:rPr>
              <a:t>Regression testing: phải kiểm thử lại sau khi app được cập nhật.</a:t>
            </a:r>
          </a:p>
          <a:p>
            <a:pPr algn="l">
              <a:lnSpc>
                <a:spcPts val="2844"/>
              </a:lnSpc>
            </a:pPr>
          </a:p>
        </p:txBody>
      </p:sp>
      <p:sp>
        <p:nvSpPr>
          <p:cNvPr name="TextBox 10" id="10"/>
          <p:cNvSpPr txBox="true"/>
          <p:nvPr/>
        </p:nvSpPr>
        <p:spPr>
          <a:xfrm rot="0">
            <a:off x="685800" y="250755"/>
            <a:ext cx="4865942" cy="215808"/>
          </a:xfrm>
          <a:prstGeom prst="rect">
            <a:avLst/>
          </a:prstGeom>
        </p:spPr>
        <p:txBody>
          <a:bodyPr anchor="t" rtlCol="false" tIns="0" lIns="0" bIns="0" rIns="0">
            <a:spAutoFit/>
          </a:bodyPr>
          <a:lstStyle/>
          <a:p>
            <a:pPr algn="l">
              <a:lnSpc>
                <a:spcPts val="1764"/>
              </a:lnSpc>
            </a:pPr>
            <a:r>
              <a:rPr lang="en-US" b="true" sz="1470" spc="-1">
                <a:solidFill>
                  <a:srgbClr val="1F4E79"/>
                </a:solidFill>
                <a:latin typeface="Arial Bold"/>
                <a:ea typeface="Arial Bold"/>
                <a:cs typeface="Arial Bold"/>
                <a:sym typeface="Arial Bold"/>
              </a:rPr>
              <a:t>2026 AI-first · Seminar T03 · Mobile Automation Testing</a:t>
            </a:r>
          </a:p>
        </p:txBody>
      </p:sp>
      <p:sp>
        <p:nvSpPr>
          <p:cNvPr name="Freeform 11" id="11"/>
          <p:cNvSpPr/>
          <p:nvPr/>
        </p:nvSpPr>
        <p:spPr>
          <a:xfrm flipH="false" flipV="false" rot="0">
            <a:off x="1373954" y="3301722"/>
            <a:ext cx="4473044" cy="2544044"/>
          </a:xfrm>
          <a:custGeom>
            <a:avLst/>
            <a:gdLst/>
            <a:ahLst/>
            <a:cxnLst/>
            <a:rect r="r" b="b" t="t" l="l"/>
            <a:pathLst>
              <a:path h="2544044" w="4473044">
                <a:moveTo>
                  <a:pt x="0" y="0"/>
                </a:moveTo>
                <a:lnTo>
                  <a:pt x="4473044" y="0"/>
                </a:lnTo>
                <a:lnTo>
                  <a:pt x="4473044" y="2544044"/>
                </a:lnTo>
                <a:lnTo>
                  <a:pt x="0" y="2544044"/>
                </a:lnTo>
                <a:lnTo>
                  <a:pt x="0" y="0"/>
                </a:lnTo>
                <a:close/>
              </a:path>
            </a:pathLst>
          </a:custGeom>
          <a:blipFill>
            <a:blip r:embed="rId2"/>
            <a:stretch>
              <a:fillRect l="0" t="0" r="0" b="0"/>
            </a:stretch>
          </a:blipFill>
        </p:spPr>
      </p:sp>
      <p:pic>
        <p:nvPicPr>
          <p:cNvPr id="12" name="Picture 11" descr="keyboard_state.jpg"/>
          <p:cNvPicPr>
            <a:picLocks noChangeAspect="1"/>
          </p:cNvPicPr>
          <p:nvPr/>
        </p:nvPicPr>
        <p:blipFill>
          <a:blip r:embed="rId3"/>
          <a:stretch>
            <a:fillRect/>
          </a:stretch>
        </p:blipFill>
        <p:spPr>
          <a:xfrm>
            <a:off x="6212758" y="3301722"/>
            <a:ext cx="3816066" cy="2544044"/>
          </a:xfrm>
          <a:prstGeom prst="rect">
            <a:avLst/>
          </a:prstGeom>
        </p:spPr>
      </p:pic>
      <p:sp>
        <p:nvSpPr>
          <p:cNvPr name="TextBox 211" id="211"/>
          <p:cNvSpPr txBox="true"/>
          <p:nvPr/>
        </p:nvSpPr>
        <p:spPr>
          <a:xfrm rot="0">
            <a:off x="685800" y="9998488"/>
            <a:ext cx="9144000" cy="211826"/>
          </a:xfrm>
          <a:prstGeom prst="rect">
            <a:avLst/>
          </a:prstGeom>
        </p:spPr>
        <p:txBody>
          <a:bodyPr anchor="t" rtlCol="false" tIns="0" lIns="0" bIns="0" rIns="0" wrap="square">
            <a:noAutofit/>
          </a:bodyPr>
          <a:lstStyle/>
          <a:p>
            <a:pPr algn="l">
              <a:lnSpc>
                <a:spcPts val="1620"/>
              </a:lnSpc>
            </a:pPr>
            <a:r>
              <a:rPr lang="en-US" b="true" sz="1350" spc="-1">
                <a:solidFill>
                  <a:srgbClr val="FFFFFF"/>
                </a:solidFill>
                <a:latin typeface="Arial Bold"/>
                <a:ea typeface="Arial Bold"/>
                <a:cs typeface="Arial Bold"/>
                <a:sym typeface="Arial Bold"/>
              </a:rPr>
              <a:t>2 · Thách thức của kiểm thử mobile</a:t>
            </a:r>
          </a:p>
        </p:txBody>
      </p:sp>
    </p:spTree>
  </p:cSld>
  <p:clrMapOvr>
    <a:masterClrMapping/>
  </p:clrMapOvr>
  <p:transition spd="fast">
    <p:fade/>
  </p:transition>
</p:sld>
</file>

<file path=ppt/slides/slide3.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0" y="0"/>
            <a:ext cx="18288181" cy="10287000"/>
            <a:chOff x="0" y="0"/>
            <a:chExt cx="24384241" cy="13716000"/>
          </a:xfrm>
        </p:grpSpPr>
        <p:sp>
          <p:nvSpPr>
            <p:cNvPr name="Freeform 3" id="3"/>
            <p:cNvSpPr/>
            <p:nvPr/>
          </p:nvSpPr>
          <p:spPr>
            <a:xfrm flipH="false" flipV="false" rot="0">
              <a:off x="0" y="0"/>
              <a:ext cx="24384254" cy="13716000"/>
            </a:xfrm>
            <a:custGeom>
              <a:avLst/>
              <a:gdLst/>
              <a:ahLst/>
              <a:cxnLst/>
              <a:rect r="r" b="b" t="t" l="l"/>
              <a:pathLst>
                <a:path h="13716000" w="24384254">
                  <a:moveTo>
                    <a:pt x="0" y="0"/>
                  </a:moveTo>
                  <a:lnTo>
                    <a:pt x="24384254" y="0"/>
                  </a:lnTo>
                  <a:lnTo>
                    <a:pt x="24384254" y="13716000"/>
                  </a:lnTo>
                  <a:lnTo>
                    <a:pt x="0" y="13716000"/>
                  </a:lnTo>
                  <a:lnTo>
                    <a:pt x="0" y="0"/>
                  </a:lnTo>
                  <a:close/>
                </a:path>
              </a:pathLst>
            </a:custGeom>
            <a:solidFill>
              <a:srgbClr val="FFFFFF"/>
            </a:solidFill>
          </p:spPr>
        </p:sp>
      </p:grpSp>
      <p:grpSp>
        <p:nvGrpSpPr>
          <p:cNvPr name="Group 4" id="4"/>
          <p:cNvGrpSpPr/>
          <p:nvPr/>
        </p:nvGrpSpPr>
        <p:grpSpPr>
          <a:xfrm rot="0">
            <a:off x="0" y="0"/>
            <a:ext cx="18288181" cy="10287000"/>
            <a:chOff x="0" y="0"/>
            <a:chExt cx="24384241" cy="13716000"/>
          </a:xfrm>
        </p:grpSpPr>
        <p:sp>
          <p:nvSpPr>
            <p:cNvPr name="Freeform 5" id="5"/>
            <p:cNvSpPr/>
            <p:nvPr/>
          </p:nvSpPr>
          <p:spPr>
            <a:xfrm flipH="false" flipV="false" rot="0">
              <a:off x="0" y="0"/>
              <a:ext cx="24384254" cy="13716000"/>
            </a:xfrm>
            <a:custGeom>
              <a:avLst/>
              <a:gdLst/>
              <a:ahLst/>
              <a:cxnLst/>
              <a:rect r="r" b="b" t="t" l="l"/>
              <a:pathLst>
                <a:path h="13716000" w="24384254">
                  <a:moveTo>
                    <a:pt x="0" y="0"/>
                  </a:moveTo>
                  <a:lnTo>
                    <a:pt x="24384254" y="0"/>
                  </a:lnTo>
                  <a:lnTo>
                    <a:pt x="24384254" y="13716000"/>
                  </a:lnTo>
                  <a:lnTo>
                    <a:pt x="0" y="13716000"/>
                  </a:lnTo>
                  <a:lnTo>
                    <a:pt x="0" y="0"/>
                  </a:lnTo>
                  <a:close/>
                </a:path>
              </a:pathLst>
            </a:custGeom>
            <a:solidFill>
              <a:srgbClr val="FFFFFF"/>
            </a:solidFill>
          </p:spPr>
        </p:sp>
      </p:grpSp>
      <p:grpSp>
        <p:nvGrpSpPr>
          <p:cNvPr name="Group 6" id="6"/>
          <p:cNvGrpSpPr/>
          <p:nvPr/>
        </p:nvGrpSpPr>
        <p:grpSpPr>
          <a:xfrm rot="0">
            <a:off x="0" y="0"/>
            <a:ext cx="18288181" cy="10287000"/>
            <a:chOff x="0" y="0"/>
            <a:chExt cx="24384241" cy="13716000"/>
          </a:xfrm>
        </p:grpSpPr>
        <p:sp>
          <p:nvSpPr>
            <p:cNvPr name="Freeform 7" id="7"/>
            <p:cNvSpPr/>
            <p:nvPr/>
          </p:nvSpPr>
          <p:spPr>
            <a:xfrm flipH="false" flipV="false" rot="0">
              <a:off x="0" y="0"/>
              <a:ext cx="24384254" cy="13716000"/>
            </a:xfrm>
            <a:custGeom>
              <a:avLst/>
              <a:gdLst/>
              <a:ahLst/>
              <a:cxnLst/>
              <a:rect r="r" b="b" t="t" l="l"/>
              <a:pathLst>
                <a:path h="13716000" w="24384254">
                  <a:moveTo>
                    <a:pt x="0" y="0"/>
                  </a:moveTo>
                  <a:lnTo>
                    <a:pt x="24384254" y="0"/>
                  </a:lnTo>
                  <a:lnTo>
                    <a:pt x="24384254" y="13716000"/>
                  </a:lnTo>
                  <a:lnTo>
                    <a:pt x="0" y="13716000"/>
                  </a:lnTo>
                  <a:lnTo>
                    <a:pt x="0" y="0"/>
                  </a:lnTo>
                  <a:close/>
                </a:path>
              </a:pathLst>
            </a:custGeom>
            <a:solidFill>
              <a:srgbClr val="FFFFFF"/>
            </a:solidFill>
          </p:spPr>
        </p:sp>
      </p:grpSp>
      <p:sp>
        <p:nvSpPr>
          <p:cNvPr name="TextBox 8" id="8"/>
          <p:cNvSpPr txBox="true"/>
          <p:nvPr/>
        </p:nvSpPr>
        <p:spPr>
          <a:xfrm rot="0">
            <a:off x="600413" y="1418881"/>
            <a:ext cx="16315020" cy="666750"/>
          </a:xfrm>
          <a:prstGeom prst="rect">
            <a:avLst/>
          </a:prstGeom>
        </p:spPr>
        <p:txBody>
          <a:bodyPr anchor="t" rtlCol="false" tIns="0" lIns="0" bIns="0" rIns="0">
            <a:spAutoFit/>
          </a:bodyPr>
          <a:lstStyle/>
          <a:p>
            <a:pPr algn="l">
              <a:lnSpc>
                <a:spcPts val="5130"/>
              </a:lnSpc>
            </a:pPr>
            <a:r>
              <a:rPr lang="en-US" b="true" sz="4275" spc="-1">
                <a:solidFill>
                  <a:srgbClr val="1F4E79"/>
                </a:solidFill>
                <a:latin typeface="Arial Bold"/>
                <a:ea typeface="Arial Bold"/>
                <a:cs typeface="Arial Bold"/>
                <a:sym typeface="Arial Bold"/>
              </a:rPr>
              <a:t>Hai khía cạnh của kiểm thử giao diện</a:t>
            </a:r>
          </a:p>
        </p:txBody>
      </p:sp>
      <p:grpSp>
        <p:nvGrpSpPr>
          <p:cNvPr name="Group 9" id="9"/>
          <p:cNvGrpSpPr/>
          <p:nvPr/>
        </p:nvGrpSpPr>
        <p:grpSpPr>
          <a:xfrm rot="0">
            <a:off x="569347" y="3930470"/>
            <a:ext cx="8287379" cy="500577"/>
            <a:chOff x="0" y="0"/>
            <a:chExt cx="11049838" cy="667436"/>
          </a:xfrm>
        </p:grpSpPr>
        <p:sp>
          <p:nvSpPr>
            <p:cNvPr name="Freeform 10" id="10"/>
            <p:cNvSpPr/>
            <p:nvPr/>
          </p:nvSpPr>
          <p:spPr>
            <a:xfrm flipH="false" flipV="false" rot="0">
              <a:off x="0" y="0"/>
              <a:ext cx="11049889" cy="667385"/>
            </a:xfrm>
            <a:custGeom>
              <a:avLst/>
              <a:gdLst/>
              <a:ahLst/>
              <a:cxnLst/>
              <a:rect r="r" b="b" t="t" l="l"/>
              <a:pathLst>
                <a:path h="667385" w="11049889">
                  <a:moveTo>
                    <a:pt x="0" y="0"/>
                  </a:moveTo>
                  <a:lnTo>
                    <a:pt x="11049889" y="0"/>
                  </a:lnTo>
                  <a:lnTo>
                    <a:pt x="11049889" y="667385"/>
                  </a:lnTo>
                  <a:lnTo>
                    <a:pt x="0" y="667385"/>
                  </a:lnTo>
                  <a:lnTo>
                    <a:pt x="0" y="0"/>
                  </a:lnTo>
                  <a:close/>
                </a:path>
              </a:pathLst>
            </a:custGeom>
            <a:solidFill>
              <a:srgbClr val="1F4E79"/>
            </a:solidFill>
          </p:spPr>
        </p:sp>
      </p:grpSp>
      <p:grpSp>
        <p:nvGrpSpPr>
          <p:cNvPr name="Group 11" id="11"/>
          <p:cNvGrpSpPr/>
          <p:nvPr/>
        </p:nvGrpSpPr>
        <p:grpSpPr>
          <a:xfrm rot="0">
            <a:off x="583930" y="4516372"/>
            <a:ext cx="1414796" cy="500577"/>
            <a:chOff x="0" y="0"/>
            <a:chExt cx="1886394" cy="667436"/>
          </a:xfrm>
        </p:grpSpPr>
        <p:sp>
          <p:nvSpPr>
            <p:cNvPr name="Freeform 12" id="12"/>
            <p:cNvSpPr/>
            <p:nvPr/>
          </p:nvSpPr>
          <p:spPr>
            <a:xfrm flipH="false" flipV="false" rot="0">
              <a:off x="0" y="0"/>
              <a:ext cx="1886458" cy="667385"/>
            </a:xfrm>
            <a:custGeom>
              <a:avLst/>
              <a:gdLst/>
              <a:ahLst/>
              <a:cxnLst/>
              <a:rect r="r" b="b" t="t" l="l"/>
              <a:pathLst>
                <a:path h="667385" w="1886458">
                  <a:moveTo>
                    <a:pt x="0" y="0"/>
                  </a:moveTo>
                  <a:lnTo>
                    <a:pt x="1886458" y="0"/>
                  </a:lnTo>
                  <a:lnTo>
                    <a:pt x="1886458" y="667385"/>
                  </a:lnTo>
                  <a:lnTo>
                    <a:pt x="0" y="667385"/>
                  </a:lnTo>
                  <a:lnTo>
                    <a:pt x="0" y="0"/>
                  </a:lnTo>
                  <a:close/>
                </a:path>
              </a:pathLst>
            </a:custGeom>
            <a:solidFill>
              <a:srgbClr val="FFFFFF"/>
            </a:solidFill>
          </p:spPr>
        </p:sp>
      </p:grpSp>
      <p:grpSp>
        <p:nvGrpSpPr>
          <p:cNvPr name="Group 13" id="13"/>
          <p:cNvGrpSpPr/>
          <p:nvPr/>
        </p:nvGrpSpPr>
        <p:grpSpPr>
          <a:xfrm rot="0">
            <a:off x="1998192" y="4516372"/>
            <a:ext cx="3158461" cy="500577"/>
            <a:chOff x="0" y="0"/>
            <a:chExt cx="4211282" cy="667436"/>
          </a:xfrm>
        </p:grpSpPr>
        <p:sp>
          <p:nvSpPr>
            <p:cNvPr name="Freeform 14" id="14"/>
            <p:cNvSpPr/>
            <p:nvPr/>
          </p:nvSpPr>
          <p:spPr>
            <a:xfrm flipH="false" flipV="false" rot="0">
              <a:off x="0" y="0"/>
              <a:ext cx="4211320" cy="667385"/>
            </a:xfrm>
            <a:custGeom>
              <a:avLst/>
              <a:gdLst/>
              <a:ahLst/>
              <a:cxnLst/>
              <a:rect r="r" b="b" t="t" l="l"/>
              <a:pathLst>
                <a:path h="667385" w="4211320">
                  <a:moveTo>
                    <a:pt x="0" y="0"/>
                  </a:moveTo>
                  <a:lnTo>
                    <a:pt x="4211320" y="0"/>
                  </a:lnTo>
                  <a:lnTo>
                    <a:pt x="4211320" y="667385"/>
                  </a:lnTo>
                  <a:lnTo>
                    <a:pt x="0" y="667385"/>
                  </a:lnTo>
                  <a:lnTo>
                    <a:pt x="0" y="0"/>
                  </a:lnTo>
                  <a:close/>
                </a:path>
              </a:pathLst>
            </a:custGeom>
            <a:solidFill>
              <a:srgbClr val="FFFFFF"/>
            </a:solidFill>
          </p:spPr>
        </p:sp>
      </p:grpSp>
      <p:grpSp>
        <p:nvGrpSpPr>
          <p:cNvPr name="Group 15" id="15"/>
          <p:cNvGrpSpPr/>
          <p:nvPr/>
        </p:nvGrpSpPr>
        <p:grpSpPr>
          <a:xfrm rot="0">
            <a:off x="5156111" y="4516372"/>
            <a:ext cx="2972162" cy="500577"/>
            <a:chOff x="0" y="0"/>
            <a:chExt cx="3962883" cy="667436"/>
          </a:xfrm>
        </p:grpSpPr>
        <p:sp>
          <p:nvSpPr>
            <p:cNvPr name="Freeform 16" id="16"/>
            <p:cNvSpPr/>
            <p:nvPr/>
          </p:nvSpPr>
          <p:spPr>
            <a:xfrm flipH="false" flipV="false" rot="0">
              <a:off x="0" y="0"/>
              <a:ext cx="3962908" cy="667385"/>
            </a:xfrm>
            <a:custGeom>
              <a:avLst/>
              <a:gdLst/>
              <a:ahLst/>
              <a:cxnLst/>
              <a:rect r="r" b="b" t="t" l="l"/>
              <a:pathLst>
                <a:path h="667385" w="3962908">
                  <a:moveTo>
                    <a:pt x="0" y="0"/>
                  </a:moveTo>
                  <a:lnTo>
                    <a:pt x="3962908" y="0"/>
                  </a:lnTo>
                  <a:lnTo>
                    <a:pt x="3962908" y="667385"/>
                  </a:lnTo>
                  <a:lnTo>
                    <a:pt x="0" y="667385"/>
                  </a:lnTo>
                  <a:lnTo>
                    <a:pt x="0" y="0"/>
                  </a:lnTo>
                  <a:close/>
                </a:path>
              </a:pathLst>
            </a:custGeom>
            <a:solidFill>
              <a:srgbClr val="FFFFFF"/>
            </a:solidFill>
          </p:spPr>
        </p:sp>
      </p:grpSp>
      <p:grpSp>
        <p:nvGrpSpPr>
          <p:cNvPr name="Group 17" id="17"/>
          <p:cNvGrpSpPr/>
          <p:nvPr/>
        </p:nvGrpSpPr>
        <p:grpSpPr>
          <a:xfrm rot="0">
            <a:off x="583930" y="5016406"/>
            <a:ext cx="1414796" cy="500577"/>
            <a:chOff x="0" y="0"/>
            <a:chExt cx="1886394" cy="667436"/>
          </a:xfrm>
        </p:grpSpPr>
        <p:sp>
          <p:nvSpPr>
            <p:cNvPr name="Freeform 18" id="18"/>
            <p:cNvSpPr/>
            <p:nvPr/>
          </p:nvSpPr>
          <p:spPr>
            <a:xfrm flipH="false" flipV="false" rot="0">
              <a:off x="0" y="0"/>
              <a:ext cx="1886458" cy="667385"/>
            </a:xfrm>
            <a:custGeom>
              <a:avLst/>
              <a:gdLst/>
              <a:ahLst/>
              <a:cxnLst/>
              <a:rect r="r" b="b" t="t" l="l"/>
              <a:pathLst>
                <a:path h="667385" w="1886458">
                  <a:moveTo>
                    <a:pt x="0" y="0"/>
                  </a:moveTo>
                  <a:lnTo>
                    <a:pt x="1886458" y="0"/>
                  </a:lnTo>
                  <a:lnTo>
                    <a:pt x="1886458" y="667385"/>
                  </a:lnTo>
                  <a:lnTo>
                    <a:pt x="0" y="667385"/>
                  </a:lnTo>
                  <a:lnTo>
                    <a:pt x="0" y="0"/>
                  </a:lnTo>
                  <a:close/>
                </a:path>
              </a:pathLst>
            </a:custGeom>
            <a:solidFill>
              <a:srgbClr val="FFFFFF"/>
            </a:solidFill>
          </p:spPr>
        </p:sp>
      </p:grpSp>
      <p:grpSp>
        <p:nvGrpSpPr>
          <p:cNvPr name="Group 19" id="19"/>
          <p:cNvGrpSpPr/>
          <p:nvPr/>
        </p:nvGrpSpPr>
        <p:grpSpPr>
          <a:xfrm rot="0">
            <a:off x="1998192" y="5016406"/>
            <a:ext cx="3158461" cy="500577"/>
            <a:chOff x="0" y="0"/>
            <a:chExt cx="4211282" cy="667436"/>
          </a:xfrm>
        </p:grpSpPr>
        <p:sp>
          <p:nvSpPr>
            <p:cNvPr name="Freeform 20" id="20"/>
            <p:cNvSpPr/>
            <p:nvPr/>
          </p:nvSpPr>
          <p:spPr>
            <a:xfrm flipH="false" flipV="false" rot="0">
              <a:off x="0" y="0"/>
              <a:ext cx="4211320" cy="667385"/>
            </a:xfrm>
            <a:custGeom>
              <a:avLst/>
              <a:gdLst/>
              <a:ahLst/>
              <a:cxnLst/>
              <a:rect r="r" b="b" t="t" l="l"/>
              <a:pathLst>
                <a:path h="667385" w="4211320">
                  <a:moveTo>
                    <a:pt x="0" y="0"/>
                  </a:moveTo>
                  <a:lnTo>
                    <a:pt x="4211320" y="0"/>
                  </a:lnTo>
                  <a:lnTo>
                    <a:pt x="4211320" y="667385"/>
                  </a:lnTo>
                  <a:lnTo>
                    <a:pt x="0" y="667385"/>
                  </a:lnTo>
                  <a:lnTo>
                    <a:pt x="0" y="0"/>
                  </a:lnTo>
                  <a:close/>
                </a:path>
              </a:pathLst>
            </a:custGeom>
            <a:solidFill>
              <a:srgbClr val="FFFFFF"/>
            </a:solidFill>
          </p:spPr>
        </p:sp>
      </p:grpSp>
      <p:grpSp>
        <p:nvGrpSpPr>
          <p:cNvPr name="Group 21" id="21"/>
          <p:cNvGrpSpPr/>
          <p:nvPr/>
        </p:nvGrpSpPr>
        <p:grpSpPr>
          <a:xfrm rot="0">
            <a:off x="5156111" y="5016406"/>
            <a:ext cx="2972162" cy="500577"/>
            <a:chOff x="0" y="0"/>
            <a:chExt cx="3962883" cy="667436"/>
          </a:xfrm>
        </p:grpSpPr>
        <p:sp>
          <p:nvSpPr>
            <p:cNvPr name="Freeform 22" id="22"/>
            <p:cNvSpPr/>
            <p:nvPr/>
          </p:nvSpPr>
          <p:spPr>
            <a:xfrm flipH="false" flipV="false" rot="0">
              <a:off x="0" y="0"/>
              <a:ext cx="3962908" cy="667385"/>
            </a:xfrm>
            <a:custGeom>
              <a:avLst/>
              <a:gdLst/>
              <a:ahLst/>
              <a:cxnLst/>
              <a:rect r="r" b="b" t="t" l="l"/>
              <a:pathLst>
                <a:path h="667385" w="3962908">
                  <a:moveTo>
                    <a:pt x="0" y="0"/>
                  </a:moveTo>
                  <a:lnTo>
                    <a:pt x="3962908" y="0"/>
                  </a:lnTo>
                  <a:lnTo>
                    <a:pt x="3962908" y="667385"/>
                  </a:lnTo>
                  <a:lnTo>
                    <a:pt x="0" y="667385"/>
                  </a:lnTo>
                  <a:lnTo>
                    <a:pt x="0" y="0"/>
                  </a:lnTo>
                  <a:close/>
                </a:path>
              </a:pathLst>
            </a:custGeom>
            <a:solidFill>
              <a:srgbClr val="FFFFFF"/>
            </a:solidFill>
          </p:spPr>
        </p:sp>
      </p:grpSp>
      <p:grpSp>
        <p:nvGrpSpPr>
          <p:cNvPr name="Group 23" id="23"/>
          <p:cNvGrpSpPr/>
          <p:nvPr/>
        </p:nvGrpSpPr>
        <p:grpSpPr>
          <a:xfrm rot="0">
            <a:off x="583930" y="5516449"/>
            <a:ext cx="1414796" cy="500577"/>
            <a:chOff x="0" y="0"/>
            <a:chExt cx="1886394" cy="667436"/>
          </a:xfrm>
        </p:grpSpPr>
        <p:sp>
          <p:nvSpPr>
            <p:cNvPr name="Freeform 24" id="24"/>
            <p:cNvSpPr/>
            <p:nvPr/>
          </p:nvSpPr>
          <p:spPr>
            <a:xfrm flipH="false" flipV="false" rot="0">
              <a:off x="0" y="0"/>
              <a:ext cx="1886458" cy="667385"/>
            </a:xfrm>
            <a:custGeom>
              <a:avLst/>
              <a:gdLst/>
              <a:ahLst/>
              <a:cxnLst/>
              <a:rect r="r" b="b" t="t" l="l"/>
              <a:pathLst>
                <a:path h="667385" w="1886458">
                  <a:moveTo>
                    <a:pt x="0" y="0"/>
                  </a:moveTo>
                  <a:lnTo>
                    <a:pt x="1886458" y="0"/>
                  </a:lnTo>
                  <a:lnTo>
                    <a:pt x="1886458" y="667385"/>
                  </a:lnTo>
                  <a:lnTo>
                    <a:pt x="0" y="667385"/>
                  </a:lnTo>
                  <a:lnTo>
                    <a:pt x="0" y="0"/>
                  </a:lnTo>
                  <a:close/>
                </a:path>
              </a:pathLst>
            </a:custGeom>
            <a:solidFill>
              <a:srgbClr val="F6F8FA"/>
            </a:solidFill>
          </p:spPr>
        </p:sp>
      </p:grpSp>
      <p:grpSp>
        <p:nvGrpSpPr>
          <p:cNvPr name="Group 25" id="25"/>
          <p:cNvGrpSpPr/>
          <p:nvPr/>
        </p:nvGrpSpPr>
        <p:grpSpPr>
          <a:xfrm rot="0">
            <a:off x="1998192" y="5516449"/>
            <a:ext cx="3158461" cy="500577"/>
            <a:chOff x="0" y="0"/>
            <a:chExt cx="4211282" cy="667436"/>
          </a:xfrm>
        </p:grpSpPr>
        <p:sp>
          <p:nvSpPr>
            <p:cNvPr name="Freeform 26" id="26"/>
            <p:cNvSpPr/>
            <p:nvPr/>
          </p:nvSpPr>
          <p:spPr>
            <a:xfrm flipH="false" flipV="false" rot="0">
              <a:off x="0" y="0"/>
              <a:ext cx="4211320" cy="667385"/>
            </a:xfrm>
            <a:custGeom>
              <a:avLst/>
              <a:gdLst/>
              <a:ahLst/>
              <a:cxnLst/>
              <a:rect r="r" b="b" t="t" l="l"/>
              <a:pathLst>
                <a:path h="667385" w="4211320">
                  <a:moveTo>
                    <a:pt x="0" y="0"/>
                  </a:moveTo>
                  <a:lnTo>
                    <a:pt x="4211320" y="0"/>
                  </a:lnTo>
                  <a:lnTo>
                    <a:pt x="4211320" y="667385"/>
                  </a:lnTo>
                  <a:lnTo>
                    <a:pt x="0" y="667385"/>
                  </a:lnTo>
                  <a:lnTo>
                    <a:pt x="0" y="0"/>
                  </a:lnTo>
                  <a:close/>
                </a:path>
              </a:pathLst>
            </a:custGeom>
            <a:solidFill>
              <a:srgbClr val="F6F8FA"/>
            </a:solidFill>
          </p:spPr>
        </p:sp>
      </p:grpSp>
      <p:grpSp>
        <p:nvGrpSpPr>
          <p:cNvPr name="Group 27" id="27"/>
          <p:cNvGrpSpPr/>
          <p:nvPr/>
        </p:nvGrpSpPr>
        <p:grpSpPr>
          <a:xfrm rot="0">
            <a:off x="5156111" y="5516449"/>
            <a:ext cx="2972162" cy="500577"/>
            <a:chOff x="0" y="0"/>
            <a:chExt cx="3962883" cy="667436"/>
          </a:xfrm>
        </p:grpSpPr>
        <p:sp>
          <p:nvSpPr>
            <p:cNvPr name="Freeform 28" id="28"/>
            <p:cNvSpPr/>
            <p:nvPr/>
          </p:nvSpPr>
          <p:spPr>
            <a:xfrm flipH="false" flipV="false" rot="0">
              <a:off x="0" y="0"/>
              <a:ext cx="3962908" cy="667385"/>
            </a:xfrm>
            <a:custGeom>
              <a:avLst/>
              <a:gdLst/>
              <a:ahLst/>
              <a:cxnLst/>
              <a:rect r="r" b="b" t="t" l="l"/>
              <a:pathLst>
                <a:path h="667385" w="3962908">
                  <a:moveTo>
                    <a:pt x="0" y="0"/>
                  </a:moveTo>
                  <a:lnTo>
                    <a:pt x="3962908" y="0"/>
                  </a:lnTo>
                  <a:lnTo>
                    <a:pt x="3962908" y="667385"/>
                  </a:lnTo>
                  <a:lnTo>
                    <a:pt x="0" y="667385"/>
                  </a:lnTo>
                  <a:lnTo>
                    <a:pt x="0" y="0"/>
                  </a:lnTo>
                  <a:close/>
                </a:path>
              </a:pathLst>
            </a:custGeom>
            <a:solidFill>
              <a:srgbClr val="F6F8FA"/>
            </a:solidFill>
          </p:spPr>
        </p:sp>
      </p:grpSp>
      <p:grpSp>
        <p:nvGrpSpPr>
          <p:cNvPr name="Group 29" id="29"/>
          <p:cNvGrpSpPr/>
          <p:nvPr/>
        </p:nvGrpSpPr>
        <p:grpSpPr>
          <a:xfrm rot="0">
            <a:off x="583930" y="5516449"/>
            <a:ext cx="1414796" cy="500577"/>
            <a:chOff x="0" y="0"/>
            <a:chExt cx="1886394" cy="667436"/>
          </a:xfrm>
        </p:grpSpPr>
        <p:sp>
          <p:nvSpPr>
            <p:cNvPr name="Freeform 30" id="30"/>
            <p:cNvSpPr/>
            <p:nvPr/>
          </p:nvSpPr>
          <p:spPr>
            <a:xfrm flipH="false" flipV="false" rot="0">
              <a:off x="0" y="0"/>
              <a:ext cx="1886458" cy="667385"/>
            </a:xfrm>
            <a:custGeom>
              <a:avLst/>
              <a:gdLst/>
              <a:ahLst/>
              <a:cxnLst/>
              <a:rect r="r" b="b" t="t" l="l"/>
              <a:pathLst>
                <a:path h="667385" w="1886458">
                  <a:moveTo>
                    <a:pt x="0" y="0"/>
                  </a:moveTo>
                  <a:lnTo>
                    <a:pt x="1886458" y="0"/>
                  </a:lnTo>
                  <a:lnTo>
                    <a:pt x="1886458" y="667385"/>
                  </a:lnTo>
                  <a:lnTo>
                    <a:pt x="0" y="667385"/>
                  </a:lnTo>
                  <a:lnTo>
                    <a:pt x="0" y="0"/>
                  </a:lnTo>
                  <a:close/>
                </a:path>
              </a:pathLst>
            </a:custGeom>
            <a:solidFill>
              <a:srgbClr val="EEF3FA"/>
            </a:solidFill>
          </p:spPr>
        </p:sp>
      </p:grpSp>
      <p:grpSp>
        <p:nvGrpSpPr>
          <p:cNvPr name="Group 31" id="31"/>
          <p:cNvGrpSpPr/>
          <p:nvPr/>
        </p:nvGrpSpPr>
        <p:grpSpPr>
          <a:xfrm rot="0">
            <a:off x="1998192" y="5516449"/>
            <a:ext cx="3158461" cy="500577"/>
            <a:chOff x="0" y="0"/>
            <a:chExt cx="4211282" cy="667436"/>
          </a:xfrm>
        </p:grpSpPr>
        <p:sp>
          <p:nvSpPr>
            <p:cNvPr name="Freeform 32" id="32"/>
            <p:cNvSpPr/>
            <p:nvPr/>
          </p:nvSpPr>
          <p:spPr>
            <a:xfrm flipH="false" flipV="false" rot="0">
              <a:off x="0" y="0"/>
              <a:ext cx="4211320" cy="667385"/>
            </a:xfrm>
            <a:custGeom>
              <a:avLst/>
              <a:gdLst/>
              <a:ahLst/>
              <a:cxnLst/>
              <a:rect r="r" b="b" t="t" l="l"/>
              <a:pathLst>
                <a:path h="667385" w="4211320">
                  <a:moveTo>
                    <a:pt x="0" y="0"/>
                  </a:moveTo>
                  <a:lnTo>
                    <a:pt x="4211320" y="0"/>
                  </a:lnTo>
                  <a:lnTo>
                    <a:pt x="4211320" y="667385"/>
                  </a:lnTo>
                  <a:lnTo>
                    <a:pt x="0" y="667385"/>
                  </a:lnTo>
                  <a:lnTo>
                    <a:pt x="0" y="0"/>
                  </a:lnTo>
                  <a:close/>
                </a:path>
              </a:pathLst>
            </a:custGeom>
            <a:solidFill>
              <a:srgbClr val="EEF3FA"/>
            </a:solidFill>
          </p:spPr>
        </p:sp>
      </p:grpSp>
      <p:grpSp>
        <p:nvGrpSpPr>
          <p:cNvPr name="Group 33" id="33"/>
          <p:cNvGrpSpPr/>
          <p:nvPr/>
        </p:nvGrpSpPr>
        <p:grpSpPr>
          <a:xfrm rot="0">
            <a:off x="5156111" y="5516449"/>
            <a:ext cx="2972162" cy="500577"/>
            <a:chOff x="0" y="0"/>
            <a:chExt cx="3962883" cy="667436"/>
          </a:xfrm>
        </p:grpSpPr>
        <p:sp>
          <p:nvSpPr>
            <p:cNvPr name="Freeform 34" id="34"/>
            <p:cNvSpPr/>
            <p:nvPr/>
          </p:nvSpPr>
          <p:spPr>
            <a:xfrm flipH="false" flipV="false" rot="0">
              <a:off x="0" y="0"/>
              <a:ext cx="3962908" cy="667385"/>
            </a:xfrm>
            <a:custGeom>
              <a:avLst/>
              <a:gdLst/>
              <a:ahLst/>
              <a:cxnLst/>
              <a:rect r="r" b="b" t="t" l="l"/>
              <a:pathLst>
                <a:path h="667385" w="3962908">
                  <a:moveTo>
                    <a:pt x="0" y="0"/>
                  </a:moveTo>
                  <a:lnTo>
                    <a:pt x="3962908" y="0"/>
                  </a:lnTo>
                  <a:lnTo>
                    <a:pt x="3962908" y="667385"/>
                  </a:lnTo>
                  <a:lnTo>
                    <a:pt x="0" y="667385"/>
                  </a:lnTo>
                  <a:lnTo>
                    <a:pt x="0" y="0"/>
                  </a:lnTo>
                  <a:close/>
                </a:path>
              </a:pathLst>
            </a:custGeom>
            <a:solidFill>
              <a:srgbClr val="EEF3FA"/>
            </a:solidFill>
          </p:spPr>
        </p:sp>
      </p:grpSp>
      <p:grpSp>
        <p:nvGrpSpPr>
          <p:cNvPr name="Group 35" id="35"/>
          <p:cNvGrpSpPr/>
          <p:nvPr/>
        </p:nvGrpSpPr>
        <p:grpSpPr>
          <a:xfrm rot="0">
            <a:off x="583930" y="6016483"/>
            <a:ext cx="1414796" cy="500577"/>
            <a:chOff x="0" y="0"/>
            <a:chExt cx="1886394" cy="667436"/>
          </a:xfrm>
        </p:grpSpPr>
        <p:sp>
          <p:nvSpPr>
            <p:cNvPr name="Freeform 36" id="36"/>
            <p:cNvSpPr/>
            <p:nvPr/>
          </p:nvSpPr>
          <p:spPr>
            <a:xfrm flipH="false" flipV="false" rot="0">
              <a:off x="0" y="0"/>
              <a:ext cx="1886458" cy="667385"/>
            </a:xfrm>
            <a:custGeom>
              <a:avLst/>
              <a:gdLst/>
              <a:ahLst/>
              <a:cxnLst/>
              <a:rect r="r" b="b" t="t" l="l"/>
              <a:pathLst>
                <a:path h="667385" w="1886458">
                  <a:moveTo>
                    <a:pt x="0" y="0"/>
                  </a:moveTo>
                  <a:lnTo>
                    <a:pt x="1886458" y="0"/>
                  </a:lnTo>
                  <a:lnTo>
                    <a:pt x="1886458" y="667385"/>
                  </a:lnTo>
                  <a:lnTo>
                    <a:pt x="0" y="667385"/>
                  </a:lnTo>
                  <a:lnTo>
                    <a:pt x="0" y="0"/>
                  </a:lnTo>
                  <a:close/>
                </a:path>
              </a:pathLst>
            </a:custGeom>
            <a:solidFill>
              <a:srgbClr val="FFFFFF"/>
            </a:solidFill>
          </p:spPr>
        </p:sp>
      </p:grpSp>
      <p:grpSp>
        <p:nvGrpSpPr>
          <p:cNvPr name="Group 37" id="37"/>
          <p:cNvGrpSpPr/>
          <p:nvPr/>
        </p:nvGrpSpPr>
        <p:grpSpPr>
          <a:xfrm rot="0">
            <a:off x="1998192" y="6016483"/>
            <a:ext cx="3158461" cy="500577"/>
            <a:chOff x="0" y="0"/>
            <a:chExt cx="4211282" cy="667436"/>
          </a:xfrm>
        </p:grpSpPr>
        <p:sp>
          <p:nvSpPr>
            <p:cNvPr name="Freeform 38" id="38"/>
            <p:cNvSpPr/>
            <p:nvPr/>
          </p:nvSpPr>
          <p:spPr>
            <a:xfrm flipH="false" flipV="false" rot="0">
              <a:off x="0" y="0"/>
              <a:ext cx="4211320" cy="667385"/>
            </a:xfrm>
            <a:custGeom>
              <a:avLst/>
              <a:gdLst/>
              <a:ahLst/>
              <a:cxnLst/>
              <a:rect r="r" b="b" t="t" l="l"/>
              <a:pathLst>
                <a:path h="667385" w="4211320">
                  <a:moveTo>
                    <a:pt x="0" y="0"/>
                  </a:moveTo>
                  <a:lnTo>
                    <a:pt x="4211320" y="0"/>
                  </a:lnTo>
                  <a:lnTo>
                    <a:pt x="4211320" y="667385"/>
                  </a:lnTo>
                  <a:lnTo>
                    <a:pt x="0" y="667385"/>
                  </a:lnTo>
                  <a:lnTo>
                    <a:pt x="0" y="0"/>
                  </a:lnTo>
                  <a:close/>
                </a:path>
              </a:pathLst>
            </a:custGeom>
            <a:solidFill>
              <a:srgbClr val="FFFFFF"/>
            </a:solidFill>
          </p:spPr>
        </p:sp>
      </p:grpSp>
      <p:grpSp>
        <p:nvGrpSpPr>
          <p:cNvPr name="Group 39" id="39"/>
          <p:cNvGrpSpPr/>
          <p:nvPr/>
        </p:nvGrpSpPr>
        <p:grpSpPr>
          <a:xfrm rot="0">
            <a:off x="5156111" y="6016483"/>
            <a:ext cx="2972162" cy="500577"/>
            <a:chOff x="0" y="0"/>
            <a:chExt cx="3962883" cy="667436"/>
          </a:xfrm>
        </p:grpSpPr>
        <p:sp>
          <p:nvSpPr>
            <p:cNvPr name="Freeform 40" id="40"/>
            <p:cNvSpPr/>
            <p:nvPr/>
          </p:nvSpPr>
          <p:spPr>
            <a:xfrm flipH="false" flipV="false" rot="0">
              <a:off x="0" y="0"/>
              <a:ext cx="3962908" cy="667385"/>
            </a:xfrm>
            <a:custGeom>
              <a:avLst/>
              <a:gdLst/>
              <a:ahLst/>
              <a:cxnLst/>
              <a:rect r="r" b="b" t="t" l="l"/>
              <a:pathLst>
                <a:path h="667385" w="3962908">
                  <a:moveTo>
                    <a:pt x="0" y="0"/>
                  </a:moveTo>
                  <a:lnTo>
                    <a:pt x="3962908" y="0"/>
                  </a:lnTo>
                  <a:lnTo>
                    <a:pt x="3962908" y="667385"/>
                  </a:lnTo>
                  <a:lnTo>
                    <a:pt x="0" y="667385"/>
                  </a:lnTo>
                  <a:lnTo>
                    <a:pt x="0" y="0"/>
                  </a:lnTo>
                  <a:close/>
                </a:path>
              </a:pathLst>
            </a:custGeom>
            <a:solidFill>
              <a:srgbClr val="FFFFFF"/>
            </a:solidFill>
          </p:spPr>
        </p:sp>
      </p:grpSp>
      <p:grpSp>
        <p:nvGrpSpPr>
          <p:cNvPr name="Group 41" id="41"/>
          <p:cNvGrpSpPr/>
          <p:nvPr/>
        </p:nvGrpSpPr>
        <p:grpSpPr>
          <a:xfrm rot="0">
            <a:off x="569347" y="4516372"/>
            <a:ext cx="15116" cy="514617"/>
            <a:chOff x="0" y="0"/>
            <a:chExt cx="20155" cy="686156"/>
          </a:xfrm>
        </p:grpSpPr>
        <p:sp>
          <p:nvSpPr>
            <p:cNvPr name="Freeform 42" id="42"/>
            <p:cNvSpPr/>
            <p:nvPr/>
          </p:nvSpPr>
          <p:spPr>
            <a:xfrm flipH="false" flipV="false" rot="0">
              <a:off x="0" y="0"/>
              <a:ext cx="20193" cy="686181"/>
            </a:xfrm>
            <a:custGeom>
              <a:avLst/>
              <a:gdLst/>
              <a:ahLst/>
              <a:cxnLst/>
              <a:rect r="r" b="b" t="t" l="l"/>
              <a:pathLst>
                <a:path h="686181" w="20193">
                  <a:moveTo>
                    <a:pt x="0" y="0"/>
                  </a:moveTo>
                  <a:lnTo>
                    <a:pt x="20193" y="0"/>
                  </a:lnTo>
                  <a:lnTo>
                    <a:pt x="20193" y="686181"/>
                  </a:lnTo>
                  <a:lnTo>
                    <a:pt x="0" y="686181"/>
                  </a:lnTo>
                  <a:lnTo>
                    <a:pt x="0" y="0"/>
                  </a:lnTo>
                  <a:close/>
                </a:path>
              </a:pathLst>
            </a:custGeom>
            <a:solidFill>
              <a:srgbClr val="D1D9E0"/>
            </a:solidFill>
          </p:spPr>
        </p:sp>
      </p:grpSp>
      <p:grpSp>
        <p:nvGrpSpPr>
          <p:cNvPr name="Group 43" id="43"/>
          <p:cNvGrpSpPr/>
          <p:nvPr/>
        </p:nvGrpSpPr>
        <p:grpSpPr>
          <a:xfrm rot="0">
            <a:off x="569347" y="4516372"/>
            <a:ext cx="1443961" cy="14583"/>
            <a:chOff x="0" y="0"/>
            <a:chExt cx="1925282" cy="19444"/>
          </a:xfrm>
        </p:grpSpPr>
        <p:sp>
          <p:nvSpPr>
            <p:cNvPr name="Freeform 44" id="44"/>
            <p:cNvSpPr/>
            <p:nvPr/>
          </p:nvSpPr>
          <p:spPr>
            <a:xfrm flipH="false" flipV="false" rot="0">
              <a:off x="0" y="0"/>
              <a:ext cx="1925320" cy="19431"/>
            </a:xfrm>
            <a:custGeom>
              <a:avLst/>
              <a:gdLst/>
              <a:ahLst/>
              <a:cxnLst/>
              <a:rect r="r" b="b" t="t" l="l"/>
              <a:pathLst>
                <a:path h="19431" w="1925320">
                  <a:moveTo>
                    <a:pt x="0" y="0"/>
                  </a:moveTo>
                  <a:lnTo>
                    <a:pt x="1925320" y="0"/>
                  </a:lnTo>
                  <a:lnTo>
                    <a:pt x="1925320" y="19431"/>
                  </a:lnTo>
                  <a:lnTo>
                    <a:pt x="0" y="19431"/>
                  </a:lnTo>
                  <a:lnTo>
                    <a:pt x="0" y="0"/>
                  </a:lnTo>
                  <a:close/>
                </a:path>
              </a:pathLst>
            </a:custGeom>
            <a:solidFill>
              <a:srgbClr val="D1D9E0"/>
            </a:solidFill>
          </p:spPr>
        </p:sp>
      </p:grpSp>
      <p:grpSp>
        <p:nvGrpSpPr>
          <p:cNvPr name="Group 45" id="45"/>
          <p:cNvGrpSpPr/>
          <p:nvPr/>
        </p:nvGrpSpPr>
        <p:grpSpPr>
          <a:xfrm rot="0">
            <a:off x="1998192" y="4516372"/>
            <a:ext cx="15116" cy="514617"/>
            <a:chOff x="0" y="0"/>
            <a:chExt cx="20155" cy="686156"/>
          </a:xfrm>
        </p:grpSpPr>
        <p:sp>
          <p:nvSpPr>
            <p:cNvPr name="Freeform 46" id="46"/>
            <p:cNvSpPr/>
            <p:nvPr/>
          </p:nvSpPr>
          <p:spPr>
            <a:xfrm flipH="false" flipV="false" rot="0">
              <a:off x="0" y="0"/>
              <a:ext cx="20193" cy="686181"/>
            </a:xfrm>
            <a:custGeom>
              <a:avLst/>
              <a:gdLst/>
              <a:ahLst/>
              <a:cxnLst/>
              <a:rect r="r" b="b" t="t" l="l"/>
              <a:pathLst>
                <a:path h="686181" w="20193">
                  <a:moveTo>
                    <a:pt x="0" y="0"/>
                  </a:moveTo>
                  <a:lnTo>
                    <a:pt x="20193" y="0"/>
                  </a:lnTo>
                  <a:lnTo>
                    <a:pt x="20193" y="686181"/>
                  </a:lnTo>
                  <a:lnTo>
                    <a:pt x="0" y="686181"/>
                  </a:lnTo>
                  <a:lnTo>
                    <a:pt x="0" y="0"/>
                  </a:lnTo>
                  <a:close/>
                </a:path>
              </a:pathLst>
            </a:custGeom>
            <a:solidFill>
              <a:srgbClr val="D1D9E0"/>
            </a:solidFill>
          </p:spPr>
        </p:sp>
      </p:grpSp>
      <p:grpSp>
        <p:nvGrpSpPr>
          <p:cNvPr name="Group 47" id="47"/>
          <p:cNvGrpSpPr/>
          <p:nvPr/>
        </p:nvGrpSpPr>
        <p:grpSpPr>
          <a:xfrm rot="0">
            <a:off x="2012765" y="4516372"/>
            <a:ext cx="3157919" cy="14583"/>
            <a:chOff x="0" y="0"/>
            <a:chExt cx="4210558" cy="19444"/>
          </a:xfrm>
        </p:grpSpPr>
        <p:sp>
          <p:nvSpPr>
            <p:cNvPr name="Freeform 48" id="48"/>
            <p:cNvSpPr/>
            <p:nvPr/>
          </p:nvSpPr>
          <p:spPr>
            <a:xfrm flipH="false" flipV="false" rot="0">
              <a:off x="0" y="0"/>
              <a:ext cx="4210558" cy="19431"/>
            </a:xfrm>
            <a:custGeom>
              <a:avLst/>
              <a:gdLst/>
              <a:ahLst/>
              <a:cxnLst/>
              <a:rect r="r" b="b" t="t" l="l"/>
              <a:pathLst>
                <a:path h="19431" w="4210558">
                  <a:moveTo>
                    <a:pt x="0" y="0"/>
                  </a:moveTo>
                  <a:lnTo>
                    <a:pt x="4210558" y="0"/>
                  </a:lnTo>
                  <a:lnTo>
                    <a:pt x="4210558" y="19431"/>
                  </a:lnTo>
                  <a:lnTo>
                    <a:pt x="0" y="19431"/>
                  </a:lnTo>
                  <a:lnTo>
                    <a:pt x="0" y="0"/>
                  </a:lnTo>
                  <a:close/>
                </a:path>
              </a:pathLst>
            </a:custGeom>
            <a:solidFill>
              <a:srgbClr val="D1D9E0"/>
            </a:solidFill>
          </p:spPr>
        </p:sp>
      </p:grpSp>
      <p:grpSp>
        <p:nvGrpSpPr>
          <p:cNvPr name="Group 49" id="49"/>
          <p:cNvGrpSpPr/>
          <p:nvPr/>
        </p:nvGrpSpPr>
        <p:grpSpPr>
          <a:xfrm rot="0">
            <a:off x="5156111" y="4516372"/>
            <a:ext cx="14583" cy="514617"/>
            <a:chOff x="0" y="0"/>
            <a:chExt cx="19444" cy="686156"/>
          </a:xfrm>
        </p:grpSpPr>
        <p:sp>
          <p:nvSpPr>
            <p:cNvPr name="Freeform 50" id="50"/>
            <p:cNvSpPr/>
            <p:nvPr/>
          </p:nvSpPr>
          <p:spPr>
            <a:xfrm flipH="false" flipV="false" rot="0">
              <a:off x="0" y="0"/>
              <a:ext cx="19431" cy="686181"/>
            </a:xfrm>
            <a:custGeom>
              <a:avLst/>
              <a:gdLst/>
              <a:ahLst/>
              <a:cxnLst/>
              <a:rect r="r" b="b" t="t" l="l"/>
              <a:pathLst>
                <a:path h="686181" w="19431">
                  <a:moveTo>
                    <a:pt x="0" y="0"/>
                  </a:moveTo>
                  <a:lnTo>
                    <a:pt x="19431" y="0"/>
                  </a:lnTo>
                  <a:lnTo>
                    <a:pt x="19431" y="686181"/>
                  </a:lnTo>
                  <a:lnTo>
                    <a:pt x="0" y="686181"/>
                  </a:lnTo>
                  <a:lnTo>
                    <a:pt x="0" y="0"/>
                  </a:lnTo>
                  <a:close/>
                </a:path>
              </a:pathLst>
            </a:custGeom>
            <a:solidFill>
              <a:srgbClr val="D1D9E0"/>
            </a:solidFill>
          </p:spPr>
        </p:sp>
      </p:grpSp>
      <p:grpSp>
        <p:nvGrpSpPr>
          <p:cNvPr name="Group 51" id="51"/>
          <p:cNvGrpSpPr/>
          <p:nvPr/>
        </p:nvGrpSpPr>
        <p:grpSpPr>
          <a:xfrm rot="0">
            <a:off x="5170150" y="4516372"/>
            <a:ext cx="2972162" cy="14583"/>
            <a:chOff x="0" y="0"/>
            <a:chExt cx="3962883" cy="19444"/>
          </a:xfrm>
        </p:grpSpPr>
        <p:sp>
          <p:nvSpPr>
            <p:cNvPr name="Freeform 52" id="52"/>
            <p:cNvSpPr/>
            <p:nvPr/>
          </p:nvSpPr>
          <p:spPr>
            <a:xfrm flipH="false" flipV="false" rot="0">
              <a:off x="0" y="0"/>
              <a:ext cx="3962908" cy="19431"/>
            </a:xfrm>
            <a:custGeom>
              <a:avLst/>
              <a:gdLst/>
              <a:ahLst/>
              <a:cxnLst/>
              <a:rect r="r" b="b" t="t" l="l"/>
              <a:pathLst>
                <a:path h="19431" w="3962908">
                  <a:moveTo>
                    <a:pt x="0" y="0"/>
                  </a:moveTo>
                  <a:lnTo>
                    <a:pt x="3962908" y="0"/>
                  </a:lnTo>
                  <a:lnTo>
                    <a:pt x="3962908" y="19431"/>
                  </a:lnTo>
                  <a:lnTo>
                    <a:pt x="0" y="19431"/>
                  </a:lnTo>
                  <a:lnTo>
                    <a:pt x="0" y="0"/>
                  </a:lnTo>
                  <a:close/>
                </a:path>
              </a:pathLst>
            </a:custGeom>
            <a:solidFill>
              <a:srgbClr val="D1D9E0"/>
            </a:solidFill>
          </p:spPr>
        </p:sp>
      </p:grpSp>
      <p:grpSp>
        <p:nvGrpSpPr>
          <p:cNvPr name="Group 53" id="53"/>
          <p:cNvGrpSpPr/>
          <p:nvPr/>
        </p:nvGrpSpPr>
        <p:grpSpPr>
          <a:xfrm rot="0">
            <a:off x="8127730" y="4516372"/>
            <a:ext cx="14583" cy="514617"/>
            <a:chOff x="0" y="0"/>
            <a:chExt cx="19444" cy="686156"/>
          </a:xfrm>
        </p:grpSpPr>
        <p:sp>
          <p:nvSpPr>
            <p:cNvPr name="Freeform 54" id="54"/>
            <p:cNvSpPr/>
            <p:nvPr/>
          </p:nvSpPr>
          <p:spPr>
            <a:xfrm flipH="false" flipV="false" rot="0">
              <a:off x="0" y="0"/>
              <a:ext cx="19431" cy="686181"/>
            </a:xfrm>
            <a:custGeom>
              <a:avLst/>
              <a:gdLst/>
              <a:ahLst/>
              <a:cxnLst/>
              <a:rect r="r" b="b" t="t" l="l"/>
              <a:pathLst>
                <a:path h="686181" w="19431">
                  <a:moveTo>
                    <a:pt x="0" y="0"/>
                  </a:moveTo>
                  <a:lnTo>
                    <a:pt x="19431" y="0"/>
                  </a:lnTo>
                  <a:lnTo>
                    <a:pt x="19431" y="686181"/>
                  </a:lnTo>
                  <a:lnTo>
                    <a:pt x="0" y="686181"/>
                  </a:lnTo>
                  <a:lnTo>
                    <a:pt x="0" y="0"/>
                  </a:lnTo>
                  <a:close/>
                </a:path>
              </a:pathLst>
            </a:custGeom>
            <a:solidFill>
              <a:srgbClr val="D1D9E0"/>
            </a:solidFill>
          </p:spPr>
        </p:sp>
      </p:grpSp>
      <p:grpSp>
        <p:nvGrpSpPr>
          <p:cNvPr name="Group 55" id="55"/>
          <p:cNvGrpSpPr/>
          <p:nvPr/>
        </p:nvGrpSpPr>
        <p:grpSpPr>
          <a:xfrm rot="0">
            <a:off x="569347" y="5016406"/>
            <a:ext cx="1443961" cy="14583"/>
            <a:chOff x="0" y="0"/>
            <a:chExt cx="1925282" cy="19444"/>
          </a:xfrm>
        </p:grpSpPr>
        <p:sp>
          <p:nvSpPr>
            <p:cNvPr name="Freeform 56" id="56"/>
            <p:cNvSpPr/>
            <p:nvPr/>
          </p:nvSpPr>
          <p:spPr>
            <a:xfrm flipH="false" flipV="false" rot="0">
              <a:off x="0" y="0"/>
              <a:ext cx="1925320" cy="19431"/>
            </a:xfrm>
            <a:custGeom>
              <a:avLst/>
              <a:gdLst/>
              <a:ahLst/>
              <a:cxnLst/>
              <a:rect r="r" b="b" t="t" l="l"/>
              <a:pathLst>
                <a:path h="19431" w="1925320">
                  <a:moveTo>
                    <a:pt x="0" y="0"/>
                  </a:moveTo>
                  <a:lnTo>
                    <a:pt x="1925320" y="0"/>
                  </a:lnTo>
                  <a:lnTo>
                    <a:pt x="1925320" y="19431"/>
                  </a:lnTo>
                  <a:lnTo>
                    <a:pt x="0" y="19431"/>
                  </a:lnTo>
                  <a:lnTo>
                    <a:pt x="0" y="0"/>
                  </a:lnTo>
                  <a:close/>
                </a:path>
              </a:pathLst>
            </a:custGeom>
            <a:solidFill>
              <a:srgbClr val="D1D9E0"/>
            </a:solidFill>
          </p:spPr>
        </p:sp>
      </p:grpSp>
      <p:grpSp>
        <p:nvGrpSpPr>
          <p:cNvPr name="Group 57" id="57"/>
          <p:cNvGrpSpPr/>
          <p:nvPr/>
        </p:nvGrpSpPr>
        <p:grpSpPr>
          <a:xfrm rot="0">
            <a:off x="2012765" y="5016406"/>
            <a:ext cx="3157919" cy="14583"/>
            <a:chOff x="0" y="0"/>
            <a:chExt cx="4210558" cy="19444"/>
          </a:xfrm>
        </p:grpSpPr>
        <p:sp>
          <p:nvSpPr>
            <p:cNvPr name="Freeform 58" id="58"/>
            <p:cNvSpPr/>
            <p:nvPr/>
          </p:nvSpPr>
          <p:spPr>
            <a:xfrm flipH="false" flipV="false" rot="0">
              <a:off x="0" y="0"/>
              <a:ext cx="4210558" cy="19431"/>
            </a:xfrm>
            <a:custGeom>
              <a:avLst/>
              <a:gdLst/>
              <a:ahLst/>
              <a:cxnLst/>
              <a:rect r="r" b="b" t="t" l="l"/>
              <a:pathLst>
                <a:path h="19431" w="4210558">
                  <a:moveTo>
                    <a:pt x="0" y="0"/>
                  </a:moveTo>
                  <a:lnTo>
                    <a:pt x="4210558" y="0"/>
                  </a:lnTo>
                  <a:lnTo>
                    <a:pt x="4210558" y="19431"/>
                  </a:lnTo>
                  <a:lnTo>
                    <a:pt x="0" y="19431"/>
                  </a:lnTo>
                  <a:lnTo>
                    <a:pt x="0" y="0"/>
                  </a:lnTo>
                  <a:close/>
                </a:path>
              </a:pathLst>
            </a:custGeom>
            <a:solidFill>
              <a:srgbClr val="D1D9E0"/>
            </a:solidFill>
          </p:spPr>
        </p:sp>
      </p:grpSp>
      <p:grpSp>
        <p:nvGrpSpPr>
          <p:cNvPr name="Group 59" id="59"/>
          <p:cNvGrpSpPr/>
          <p:nvPr/>
        </p:nvGrpSpPr>
        <p:grpSpPr>
          <a:xfrm rot="0">
            <a:off x="5170150" y="5016406"/>
            <a:ext cx="2972162" cy="14583"/>
            <a:chOff x="0" y="0"/>
            <a:chExt cx="3962883" cy="19444"/>
          </a:xfrm>
        </p:grpSpPr>
        <p:sp>
          <p:nvSpPr>
            <p:cNvPr name="Freeform 60" id="60"/>
            <p:cNvSpPr/>
            <p:nvPr/>
          </p:nvSpPr>
          <p:spPr>
            <a:xfrm flipH="false" flipV="false" rot="0">
              <a:off x="0" y="0"/>
              <a:ext cx="3962908" cy="19431"/>
            </a:xfrm>
            <a:custGeom>
              <a:avLst/>
              <a:gdLst/>
              <a:ahLst/>
              <a:cxnLst/>
              <a:rect r="r" b="b" t="t" l="l"/>
              <a:pathLst>
                <a:path h="19431" w="3962908">
                  <a:moveTo>
                    <a:pt x="0" y="0"/>
                  </a:moveTo>
                  <a:lnTo>
                    <a:pt x="3962908" y="0"/>
                  </a:lnTo>
                  <a:lnTo>
                    <a:pt x="3962908" y="19431"/>
                  </a:lnTo>
                  <a:lnTo>
                    <a:pt x="0" y="19431"/>
                  </a:lnTo>
                  <a:lnTo>
                    <a:pt x="0" y="0"/>
                  </a:lnTo>
                  <a:close/>
                </a:path>
              </a:pathLst>
            </a:custGeom>
            <a:solidFill>
              <a:srgbClr val="D1D9E0"/>
            </a:solidFill>
          </p:spPr>
        </p:sp>
      </p:grpSp>
      <p:grpSp>
        <p:nvGrpSpPr>
          <p:cNvPr name="Group 61" id="61"/>
          <p:cNvGrpSpPr/>
          <p:nvPr/>
        </p:nvGrpSpPr>
        <p:grpSpPr>
          <a:xfrm rot="0">
            <a:off x="569347" y="5030445"/>
            <a:ext cx="15116" cy="500577"/>
            <a:chOff x="0" y="0"/>
            <a:chExt cx="20155" cy="667436"/>
          </a:xfrm>
        </p:grpSpPr>
        <p:sp>
          <p:nvSpPr>
            <p:cNvPr name="Freeform 62" id="62"/>
            <p:cNvSpPr/>
            <p:nvPr/>
          </p:nvSpPr>
          <p:spPr>
            <a:xfrm flipH="false" flipV="false" rot="0">
              <a:off x="0" y="0"/>
              <a:ext cx="20193" cy="667385"/>
            </a:xfrm>
            <a:custGeom>
              <a:avLst/>
              <a:gdLst/>
              <a:ahLst/>
              <a:cxnLst/>
              <a:rect r="r" b="b" t="t" l="l"/>
              <a:pathLst>
                <a:path h="667385" w="20193">
                  <a:moveTo>
                    <a:pt x="0" y="0"/>
                  </a:moveTo>
                  <a:lnTo>
                    <a:pt x="20193" y="0"/>
                  </a:lnTo>
                  <a:lnTo>
                    <a:pt x="20193" y="667385"/>
                  </a:lnTo>
                  <a:lnTo>
                    <a:pt x="0" y="667385"/>
                  </a:lnTo>
                  <a:lnTo>
                    <a:pt x="0" y="0"/>
                  </a:lnTo>
                  <a:close/>
                </a:path>
              </a:pathLst>
            </a:custGeom>
            <a:solidFill>
              <a:srgbClr val="D1D9E0"/>
            </a:solidFill>
          </p:spPr>
        </p:sp>
      </p:grpSp>
      <p:grpSp>
        <p:nvGrpSpPr>
          <p:cNvPr name="Group 63" id="63"/>
          <p:cNvGrpSpPr/>
          <p:nvPr/>
        </p:nvGrpSpPr>
        <p:grpSpPr>
          <a:xfrm rot="0">
            <a:off x="1998192" y="5030445"/>
            <a:ext cx="15116" cy="500577"/>
            <a:chOff x="0" y="0"/>
            <a:chExt cx="20155" cy="667436"/>
          </a:xfrm>
        </p:grpSpPr>
        <p:sp>
          <p:nvSpPr>
            <p:cNvPr name="Freeform 64" id="64"/>
            <p:cNvSpPr/>
            <p:nvPr/>
          </p:nvSpPr>
          <p:spPr>
            <a:xfrm flipH="false" flipV="false" rot="0">
              <a:off x="0" y="0"/>
              <a:ext cx="20193" cy="667385"/>
            </a:xfrm>
            <a:custGeom>
              <a:avLst/>
              <a:gdLst/>
              <a:ahLst/>
              <a:cxnLst/>
              <a:rect r="r" b="b" t="t" l="l"/>
              <a:pathLst>
                <a:path h="667385" w="20193">
                  <a:moveTo>
                    <a:pt x="0" y="0"/>
                  </a:moveTo>
                  <a:lnTo>
                    <a:pt x="20193" y="0"/>
                  </a:lnTo>
                  <a:lnTo>
                    <a:pt x="20193" y="667385"/>
                  </a:lnTo>
                  <a:lnTo>
                    <a:pt x="0" y="667385"/>
                  </a:lnTo>
                  <a:lnTo>
                    <a:pt x="0" y="0"/>
                  </a:lnTo>
                  <a:close/>
                </a:path>
              </a:pathLst>
            </a:custGeom>
            <a:solidFill>
              <a:srgbClr val="D1D9E0"/>
            </a:solidFill>
          </p:spPr>
        </p:sp>
      </p:grpSp>
      <p:grpSp>
        <p:nvGrpSpPr>
          <p:cNvPr name="Group 65" id="65"/>
          <p:cNvGrpSpPr/>
          <p:nvPr/>
        </p:nvGrpSpPr>
        <p:grpSpPr>
          <a:xfrm rot="0">
            <a:off x="5156111" y="5030445"/>
            <a:ext cx="14583" cy="500577"/>
            <a:chOff x="0" y="0"/>
            <a:chExt cx="19444" cy="667436"/>
          </a:xfrm>
        </p:grpSpPr>
        <p:sp>
          <p:nvSpPr>
            <p:cNvPr name="Freeform 66" id="66"/>
            <p:cNvSpPr/>
            <p:nvPr/>
          </p:nvSpPr>
          <p:spPr>
            <a:xfrm flipH="false" flipV="false" rot="0">
              <a:off x="0" y="0"/>
              <a:ext cx="19431" cy="667385"/>
            </a:xfrm>
            <a:custGeom>
              <a:avLst/>
              <a:gdLst/>
              <a:ahLst/>
              <a:cxnLst/>
              <a:rect r="r" b="b" t="t" l="l"/>
              <a:pathLst>
                <a:path h="667385" w="19431">
                  <a:moveTo>
                    <a:pt x="0" y="0"/>
                  </a:moveTo>
                  <a:lnTo>
                    <a:pt x="19431" y="0"/>
                  </a:lnTo>
                  <a:lnTo>
                    <a:pt x="19431" y="667385"/>
                  </a:lnTo>
                  <a:lnTo>
                    <a:pt x="0" y="667385"/>
                  </a:lnTo>
                  <a:lnTo>
                    <a:pt x="0" y="0"/>
                  </a:lnTo>
                  <a:close/>
                </a:path>
              </a:pathLst>
            </a:custGeom>
            <a:solidFill>
              <a:srgbClr val="D1D9E0"/>
            </a:solidFill>
          </p:spPr>
        </p:sp>
      </p:grpSp>
      <p:grpSp>
        <p:nvGrpSpPr>
          <p:cNvPr name="Group 67" id="67"/>
          <p:cNvGrpSpPr/>
          <p:nvPr/>
        </p:nvGrpSpPr>
        <p:grpSpPr>
          <a:xfrm rot="0">
            <a:off x="8127730" y="5030445"/>
            <a:ext cx="14583" cy="500577"/>
            <a:chOff x="0" y="0"/>
            <a:chExt cx="19444" cy="667436"/>
          </a:xfrm>
        </p:grpSpPr>
        <p:sp>
          <p:nvSpPr>
            <p:cNvPr name="Freeform 68" id="68"/>
            <p:cNvSpPr/>
            <p:nvPr/>
          </p:nvSpPr>
          <p:spPr>
            <a:xfrm flipH="false" flipV="false" rot="0">
              <a:off x="0" y="0"/>
              <a:ext cx="19431" cy="667385"/>
            </a:xfrm>
            <a:custGeom>
              <a:avLst/>
              <a:gdLst/>
              <a:ahLst/>
              <a:cxnLst/>
              <a:rect r="r" b="b" t="t" l="l"/>
              <a:pathLst>
                <a:path h="667385" w="19431">
                  <a:moveTo>
                    <a:pt x="0" y="0"/>
                  </a:moveTo>
                  <a:lnTo>
                    <a:pt x="19431" y="0"/>
                  </a:lnTo>
                  <a:lnTo>
                    <a:pt x="19431" y="667385"/>
                  </a:lnTo>
                  <a:lnTo>
                    <a:pt x="0" y="667385"/>
                  </a:lnTo>
                  <a:lnTo>
                    <a:pt x="0" y="0"/>
                  </a:lnTo>
                  <a:close/>
                </a:path>
              </a:pathLst>
            </a:custGeom>
            <a:solidFill>
              <a:srgbClr val="D1D9E0"/>
            </a:solidFill>
          </p:spPr>
        </p:sp>
      </p:grpSp>
      <p:grpSp>
        <p:nvGrpSpPr>
          <p:cNvPr name="Group 69" id="69"/>
          <p:cNvGrpSpPr/>
          <p:nvPr/>
        </p:nvGrpSpPr>
        <p:grpSpPr>
          <a:xfrm rot="0">
            <a:off x="569347" y="5530489"/>
            <a:ext cx="15116" cy="500577"/>
            <a:chOff x="0" y="0"/>
            <a:chExt cx="20155" cy="667436"/>
          </a:xfrm>
        </p:grpSpPr>
        <p:sp>
          <p:nvSpPr>
            <p:cNvPr name="Freeform 70" id="70"/>
            <p:cNvSpPr/>
            <p:nvPr/>
          </p:nvSpPr>
          <p:spPr>
            <a:xfrm flipH="false" flipV="false" rot="0">
              <a:off x="0" y="0"/>
              <a:ext cx="20193" cy="667385"/>
            </a:xfrm>
            <a:custGeom>
              <a:avLst/>
              <a:gdLst/>
              <a:ahLst/>
              <a:cxnLst/>
              <a:rect r="r" b="b" t="t" l="l"/>
              <a:pathLst>
                <a:path h="667385" w="20193">
                  <a:moveTo>
                    <a:pt x="0" y="0"/>
                  </a:moveTo>
                  <a:lnTo>
                    <a:pt x="20193" y="0"/>
                  </a:lnTo>
                  <a:lnTo>
                    <a:pt x="20193" y="667385"/>
                  </a:lnTo>
                  <a:lnTo>
                    <a:pt x="0" y="667385"/>
                  </a:lnTo>
                  <a:lnTo>
                    <a:pt x="0" y="0"/>
                  </a:lnTo>
                  <a:close/>
                </a:path>
              </a:pathLst>
            </a:custGeom>
            <a:solidFill>
              <a:srgbClr val="D1D9E0"/>
            </a:solidFill>
          </p:spPr>
        </p:sp>
      </p:grpSp>
      <p:grpSp>
        <p:nvGrpSpPr>
          <p:cNvPr name="Group 71" id="71"/>
          <p:cNvGrpSpPr/>
          <p:nvPr/>
        </p:nvGrpSpPr>
        <p:grpSpPr>
          <a:xfrm rot="0">
            <a:off x="569347" y="5516449"/>
            <a:ext cx="1443961" cy="14583"/>
            <a:chOff x="0" y="0"/>
            <a:chExt cx="1925282" cy="19444"/>
          </a:xfrm>
        </p:grpSpPr>
        <p:sp>
          <p:nvSpPr>
            <p:cNvPr name="Freeform 72" id="72"/>
            <p:cNvSpPr/>
            <p:nvPr/>
          </p:nvSpPr>
          <p:spPr>
            <a:xfrm flipH="false" flipV="false" rot="0">
              <a:off x="0" y="0"/>
              <a:ext cx="1925320" cy="19431"/>
            </a:xfrm>
            <a:custGeom>
              <a:avLst/>
              <a:gdLst/>
              <a:ahLst/>
              <a:cxnLst/>
              <a:rect r="r" b="b" t="t" l="l"/>
              <a:pathLst>
                <a:path h="19431" w="1925320">
                  <a:moveTo>
                    <a:pt x="0" y="0"/>
                  </a:moveTo>
                  <a:lnTo>
                    <a:pt x="1925320" y="0"/>
                  </a:lnTo>
                  <a:lnTo>
                    <a:pt x="1925320" y="19431"/>
                  </a:lnTo>
                  <a:lnTo>
                    <a:pt x="0" y="19431"/>
                  </a:lnTo>
                  <a:lnTo>
                    <a:pt x="0" y="0"/>
                  </a:lnTo>
                  <a:close/>
                </a:path>
              </a:pathLst>
            </a:custGeom>
            <a:solidFill>
              <a:srgbClr val="D1D9E0"/>
            </a:solidFill>
          </p:spPr>
        </p:sp>
      </p:grpSp>
      <p:grpSp>
        <p:nvGrpSpPr>
          <p:cNvPr name="Group 73" id="73"/>
          <p:cNvGrpSpPr/>
          <p:nvPr/>
        </p:nvGrpSpPr>
        <p:grpSpPr>
          <a:xfrm rot="0">
            <a:off x="1998192" y="5530489"/>
            <a:ext cx="15116" cy="500577"/>
            <a:chOff x="0" y="0"/>
            <a:chExt cx="20155" cy="667436"/>
          </a:xfrm>
        </p:grpSpPr>
        <p:sp>
          <p:nvSpPr>
            <p:cNvPr name="Freeform 74" id="74"/>
            <p:cNvSpPr/>
            <p:nvPr/>
          </p:nvSpPr>
          <p:spPr>
            <a:xfrm flipH="false" flipV="false" rot="0">
              <a:off x="0" y="0"/>
              <a:ext cx="20193" cy="667385"/>
            </a:xfrm>
            <a:custGeom>
              <a:avLst/>
              <a:gdLst/>
              <a:ahLst/>
              <a:cxnLst/>
              <a:rect r="r" b="b" t="t" l="l"/>
              <a:pathLst>
                <a:path h="667385" w="20193">
                  <a:moveTo>
                    <a:pt x="0" y="0"/>
                  </a:moveTo>
                  <a:lnTo>
                    <a:pt x="20193" y="0"/>
                  </a:lnTo>
                  <a:lnTo>
                    <a:pt x="20193" y="667385"/>
                  </a:lnTo>
                  <a:lnTo>
                    <a:pt x="0" y="667385"/>
                  </a:lnTo>
                  <a:lnTo>
                    <a:pt x="0" y="0"/>
                  </a:lnTo>
                  <a:close/>
                </a:path>
              </a:pathLst>
            </a:custGeom>
            <a:solidFill>
              <a:srgbClr val="D1D9E0"/>
            </a:solidFill>
          </p:spPr>
        </p:sp>
      </p:grpSp>
      <p:grpSp>
        <p:nvGrpSpPr>
          <p:cNvPr name="Group 75" id="75"/>
          <p:cNvGrpSpPr/>
          <p:nvPr/>
        </p:nvGrpSpPr>
        <p:grpSpPr>
          <a:xfrm rot="0">
            <a:off x="2012765" y="5516449"/>
            <a:ext cx="3157919" cy="14583"/>
            <a:chOff x="0" y="0"/>
            <a:chExt cx="4210558" cy="19444"/>
          </a:xfrm>
        </p:grpSpPr>
        <p:sp>
          <p:nvSpPr>
            <p:cNvPr name="Freeform 76" id="76"/>
            <p:cNvSpPr/>
            <p:nvPr/>
          </p:nvSpPr>
          <p:spPr>
            <a:xfrm flipH="false" flipV="false" rot="0">
              <a:off x="0" y="0"/>
              <a:ext cx="4210558" cy="19431"/>
            </a:xfrm>
            <a:custGeom>
              <a:avLst/>
              <a:gdLst/>
              <a:ahLst/>
              <a:cxnLst/>
              <a:rect r="r" b="b" t="t" l="l"/>
              <a:pathLst>
                <a:path h="19431" w="4210558">
                  <a:moveTo>
                    <a:pt x="0" y="0"/>
                  </a:moveTo>
                  <a:lnTo>
                    <a:pt x="4210558" y="0"/>
                  </a:lnTo>
                  <a:lnTo>
                    <a:pt x="4210558" y="19431"/>
                  </a:lnTo>
                  <a:lnTo>
                    <a:pt x="0" y="19431"/>
                  </a:lnTo>
                  <a:lnTo>
                    <a:pt x="0" y="0"/>
                  </a:lnTo>
                  <a:close/>
                </a:path>
              </a:pathLst>
            </a:custGeom>
            <a:solidFill>
              <a:srgbClr val="D1D9E0"/>
            </a:solidFill>
          </p:spPr>
        </p:sp>
      </p:grpSp>
      <p:grpSp>
        <p:nvGrpSpPr>
          <p:cNvPr name="Group 77" id="77"/>
          <p:cNvGrpSpPr/>
          <p:nvPr/>
        </p:nvGrpSpPr>
        <p:grpSpPr>
          <a:xfrm rot="0">
            <a:off x="5156111" y="5530489"/>
            <a:ext cx="14583" cy="500577"/>
            <a:chOff x="0" y="0"/>
            <a:chExt cx="19444" cy="667436"/>
          </a:xfrm>
        </p:grpSpPr>
        <p:sp>
          <p:nvSpPr>
            <p:cNvPr name="Freeform 78" id="78"/>
            <p:cNvSpPr/>
            <p:nvPr/>
          </p:nvSpPr>
          <p:spPr>
            <a:xfrm flipH="false" flipV="false" rot="0">
              <a:off x="0" y="0"/>
              <a:ext cx="19431" cy="667385"/>
            </a:xfrm>
            <a:custGeom>
              <a:avLst/>
              <a:gdLst/>
              <a:ahLst/>
              <a:cxnLst/>
              <a:rect r="r" b="b" t="t" l="l"/>
              <a:pathLst>
                <a:path h="667385" w="19431">
                  <a:moveTo>
                    <a:pt x="0" y="0"/>
                  </a:moveTo>
                  <a:lnTo>
                    <a:pt x="19431" y="0"/>
                  </a:lnTo>
                  <a:lnTo>
                    <a:pt x="19431" y="667385"/>
                  </a:lnTo>
                  <a:lnTo>
                    <a:pt x="0" y="667385"/>
                  </a:lnTo>
                  <a:lnTo>
                    <a:pt x="0" y="0"/>
                  </a:lnTo>
                  <a:close/>
                </a:path>
              </a:pathLst>
            </a:custGeom>
            <a:solidFill>
              <a:srgbClr val="D1D9E0"/>
            </a:solidFill>
          </p:spPr>
        </p:sp>
      </p:grpSp>
      <p:grpSp>
        <p:nvGrpSpPr>
          <p:cNvPr name="Group 79" id="79"/>
          <p:cNvGrpSpPr/>
          <p:nvPr/>
        </p:nvGrpSpPr>
        <p:grpSpPr>
          <a:xfrm rot="0">
            <a:off x="5170150" y="5516449"/>
            <a:ext cx="2972162" cy="14583"/>
            <a:chOff x="0" y="0"/>
            <a:chExt cx="3962883" cy="19444"/>
          </a:xfrm>
        </p:grpSpPr>
        <p:sp>
          <p:nvSpPr>
            <p:cNvPr name="Freeform 80" id="80"/>
            <p:cNvSpPr/>
            <p:nvPr/>
          </p:nvSpPr>
          <p:spPr>
            <a:xfrm flipH="false" flipV="false" rot="0">
              <a:off x="0" y="0"/>
              <a:ext cx="3962908" cy="19431"/>
            </a:xfrm>
            <a:custGeom>
              <a:avLst/>
              <a:gdLst/>
              <a:ahLst/>
              <a:cxnLst/>
              <a:rect r="r" b="b" t="t" l="l"/>
              <a:pathLst>
                <a:path h="19431" w="3962908">
                  <a:moveTo>
                    <a:pt x="0" y="0"/>
                  </a:moveTo>
                  <a:lnTo>
                    <a:pt x="3962908" y="0"/>
                  </a:lnTo>
                  <a:lnTo>
                    <a:pt x="3962908" y="19431"/>
                  </a:lnTo>
                  <a:lnTo>
                    <a:pt x="0" y="19431"/>
                  </a:lnTo>
                  <a:lnTo>
                    <a:pt x="0" y="0"/>
                  </a:lnTo>
                  <a:close/>
                </a:path>
              </a:pathLst>
            </a:custGeom>
            <a:solidFill>
              <a:srgbClr val="D1D9E0"/>
            </a:solidFill>
          </p:spPr>
        </p:sp>
      </p:grpSp>
      <p:grpSp>
        <p:nvGrpSpPr>
          <p:cNvPr name="Group 81" id="81"/>
          <p:cNvGrpSpPr/>
          <p:nvPr/>
        </p:nvGrpSpPr>
        <p:grpSpPr>
          <a:xfrm rot="0">
            <a:off x="8127730" y="5530489"/>
            <a:ext cx="14583" cy="500577"/>
            <a:chOff x="0" y="0"/>
            <a:chExt cx="19444" cy="667436"/>
          </a:xfrm>
        </p:grpSpPr>
        <p:sp>
          <p:nvSpPr>
            <p:cNvPr name="Freeform 82" id="82"/>
            <p:cNvSpPr/>
            <p:nvPr/>
          </p:nvSpPr>
          <p:spPr>
            <a:xfrm flipH="false" flipV="false" rot="0">
              <a:off x="0" y="0"/>
              <a:ext cx="19431" cy="667385"/>
            </a:xfrm>
            <a:custGeom>
              <a:avLst/>
              <a:gdLst/>
              <a:ahLst/>
              <a:cxnLst/>
              <a:rect r="r" b="b" t="t" l="l"/>
              <a:pathLst>
                <a:path h="667385" w="19431">
                  <a:moveTo>
                    <a:pt x="0" y="0"/>
                  </a:moveTo>
                  <a:lnTo>
                    <a:pt x="19431" y="0"/>
                  </a:lnTo>
                  <a:lnTo>
                    <a:pt x="19431" y="667385"/>
                  </a:lnTo>
                  <a:lnTo>
                    <a:pt x="0" y="667385"/>
                  </a:lnTo>
                  <a:lnTo>
                    <a:pt x="0" y="0"/>
                  </a:lnTo>
                  <a:close/>
                </a:path>
              </a:pathLst>
            </a:custGeom>
            <a:solidFill>
              <a:srgbClr val="D1D9E0"/>
            </a:solidFill>
          </p:spPr>
        </p:sp>
      </p:grpSp>
      <p:grpSp>
        <p:nvGrpSpPr>
          <p:cNvPr name="Group 83" id="83"/>
          <p:cNvGrpSpPr/>
          <p:nvPr/>
        </p:nvGrpSpPr>
        <p:grpSpPr>
          <a:xfrm rot="0">
            <a:off x="569347" y="6030523"/>
            <a:ext cx="15116" cy="500577"/>
            <a:chOff x="0" y="0"/>
            <a:chExt cx="20155" cy="667436"/>
          </a:xfrm>
        </p:grpSpPr>
        <p:sp>
          <p:nvSpPr>
            <p:cNvPr name="Freeform 84" id="84"/>
            <p:cNvSpPr/>
            <p:nvPr/>
          </p:nvSpPr>
          <p:spPr>
            <a:xfrm flipH="false" flipV="false" rot="0">
              <a:off x="0" y="0"/>
              <a:ext cx="20193" cy="667385"/>
            </a:xfrm>
            <a:custGeom>
              <a:avLst/>
              <a:gdLst/>
              <a:ahLst/>
              <a:cxnLst/>
              <a:rect r="r" b="b" t="t" l="l"/>
              <a:pathLst>
                <a:path h="667385" w="20193">
                  <a:moveTo>
                    <a:pt x="0" y="0"/>
                  </a:moveTo>
                  <a:lnTo>
                    <a:pt x="20193" y="0"/>
                  </a:lnTo>
                  <a:lnTo>
                    <a:pt x="20193" y="667385"/>
                  </a:lnTo>
                  <a:lnTo>
                    <a:pt x="0" y="667385"/>
                  </a:lnTo>
                  <a:lnTo>
                    <a:pt x="0" y="0"/>
                  </a:lnTo>
                  <a:close/>
                </a:path>
              </a:pathLst>
            </a:custGeom>
            <a:solidFill>
              <a:srgbClr val="D1D9E0"/>
            </a:solidFill>
          </p:spPr>
        </p:sp>
      </p:grpSp>
      <p:grpSp>
        <p:nvGrpSpPr>
          <p:cNvPr name="Group 85" id="85"/>
          <p:cNvGrpSpPr/>
          <p:nvPr/>
        </p:nvGrpSpPr>
        <p:grpSpPr>
          <a:xfrm rot="0">
            <a:off x="569347" y="6016483"/>
            <a:ext cx="1443961" cy="14583"/>
            <a:chOff x="0" y="0"/>
            <a:chExt cx="1925282" cy="19444"/>
          </a:xfrm>
        </p:grpSpPr>
        <p:sp>
          <p:nvSpPr>
            <p:cNvPr name="Freeform 86" id="86"/>
            <p:cNvSpPr/>
            <p:nvPr/>
          </p:nvSpPr>
          <p:spPr>
            <a:xfrm flipH="false" flipV="false" rot="0">
              <a:off x="0" y="0"/>
              <a:ext cx="1925320" cy="19431"/>
            </a:xfrm>
            <a:custGeom>
              <a:avLst/>
              <a:gdLst/>
              <a:ahLst/>
              <a:cxnLst/>
              <a:rect r="r" b="b" t="t" l="l"/>
              <a:pathLst>
                <a:path h="19431" w="1925320">
                  <a:moveTo>
                    <a:pt x="0" y="0"/>
                  </a:moveTo>
                  <a:lnTo>
                    <a:pt x="1925320" y="0"/>
                  </a:lnTo>
                  <a:lnTo>
                    <a:pt x="1925320" y="19431"/>
                  </a:lnTo>
                  <a:lnTo>
                    <a:pt x="0" y="19431"/>
                  </a:lnTo>
                  <a:lnTo>
                    <a:pt x="0" y="0"/>
                  </a:lnTo>
                  <a:close/>
                </a:path>
              </a:pathLst>
            </a:custGeom>
            <a:solidFill>
              <a:srgbClr val="D1D9E0"/>
            </a:solidFill>
          </p:spPr>
        </p:sp>
      </p:grpSp>
      <p:grpSp>
        <p:nvGrpSpPr>
          <p:cNvPr name="Group 87" id="87"/>
          <p:cNvGrpSpPr/>
          <p:nvPr/>
        </p:nvGrpSpPr>
        <p:grpSpPr>
          <a:xfrm rot="0">
            <a:off x="1998192" y="6030523"/>
            <a:ext cx="15116" cy="500577"/>
            <a:chOff x="0" y="0"/>
            <a:chExt cx="20155" cy="667436"/>
          </a:xfrm>
        </p:grpSpPr>
        <p:sp>
          <p:nvSpPr>
            <p:cNvPr name="Freeform 88" id="88"/>
            <p:cNvSpPr/>
            <p:nvPr/>
          </p:nvSpPr>
          <p:spPr>
            <a:xfrm flipH="false" flipV="false" rot="0">
              <a:off x="0" y="0"/>
              <a:ext cx="20193" cy="667385"/>
            </a:xfrm>
            <a:custGeom>
              <a:avLst/>
              <a:gdLst/>
              <a:ahLst/>
              <a:cxnLst/>
              <a:rect r="r" b="b" t="t" l="l"/>
              <a:pathLst>
                <a:path h="667385" w="20193">
                  <a:moveTo>
                    <a:pt x="0" y="0"/>
                  </a:moveTo>
                  <a:lnTo>
                    <a:pt x="20193" y="0"/>
                  </a:lnTo>
                  <a:lnTo>
                    <a:pt x="20193" y="667385"/>
                  </a:lnTo>
                  <a:lnTo>
                    <a:pt x="0" y="667385"/>
                  </a:lnTo>
                  <a:lnTo>
                    <a:pt x="0" y="0"/>
                  </a:lnTo>
                  <a:close/>
                </a:path>
              </a:pathLst>
            </a:custGeom>
            <a:solidFill>
              <a:srgbClr val="D1D9E0"/>
            </a:solidFill>
          </p:spPr>
        </p:sp>
      </p:grpSp>
      <p:grpSp>
        <p:nvGrpSpPr>
          <p:cNvPr name="Group 89" id="89"/>
          <p:cNvGrpSpPr/>
          <p:nvPr/>
        </p:nvGrpSpPr>
        <p:grpSpPr>
          <a:xfrm rot="0">
            <a:off x="2012765" y="6016483"/>
            <a:ext cx="3157919" cy="14583"/>
            <a:chOff x="0" y="0"/>
            <a:chExt cx="4210558" cy="19444"/>
          </a:xfrm>
        </p:grpSpPr>
        <p:sp>
          <p:nvSpPr>
            <p:cNvPr name="Freeform 90" id="90"/>
            <p:cNvSpPr/>
            <p:nvPr/>
          </p:nvSpPr>
          <p:spPr>
            <a:xfrm flipH="false" flipV="false" rot="0">
              <a:off x="0" y="0"/>
              <a:ext cx="4210558" cy="19431"/>
            </a:xfrm>
            <a:custGeom>
              <a:avLst/>
              <a:gdLst/>
              <a:ahLst/>
              <a:cxnLst/>
              <a:rect r="r" b="b" t="t" l="l"/>
              <a:pathLst>
                <a:path h="19431" w="4210558">
                  <a:moveTo>
                    <a:pt x="0" y="0"/>
                  </a:moveTo>
                  <a:lnTo>
                    <a:pt x="4210558" y="0"/>
                  </a:lnTo>
                  <a:lnTo>
                    <a:pt x="4210558" y="19431"/>
                  </a:lnTo>
                  <a:lnTo>
                    <a:pt x="0" y="19431"/>
                  </a:lnTo>
                  <a:lnTo>
                    <a:pt x="0" y="0"/>
                  </a:lnTo>
                  <a:close/>
                </a:path>
              </a:pathLst>
            </a:custGeom>
            <a:solidFill>
              <a:srgbClr val="D1D9E0"/>
            </a:solidFill>
          </p:spPr>
        </p:sp>
      </p:grpSp>
      <p:grpSp>
        <p:nvGrpSpPr>
          <p:cNvPr name="Group 91" id="91"/>
          <p:cNvGrpSpPr/>
          <p:nvPr/>
        </p:nvGrpSpPr>
        <p:grpSpPr>
          <a:xfrm rot="0">
            <a:off x="5156111" y="6030523"/>
            <a:ext cx="14583" cy="500577"/>
            <a:chOff x="0" y="0"/>
            <a:chExt cx="19444" cy="667436"/>
          </a:xfrm>
        </p:grpSpPr>
        <p:sp>
          <p:nvSpPr>
            <p:cNvPr name="Freeform 92" id="92"/>
            <p:cNvSpPr/>
            <p:nvPr/>
          </p:nvSpPr>
          <p:spPr>
            <a:xfrm flipH="false" flipV="false" rot="0">
              <a:off x="0" y="0"/>
              <a:ext cx="19431" cy="667385"/>
            </a:xfrm>
            <a:custGeom>
              <a:avLst/>
              <a:gdLst/>
              <a:ahLst/>
              <a:cxnLst/>
              <a:rect r="r" b="b" t="t" l="l"/>
              <a:pathLst>
                <a:path h="667385" w="19431">
                  <a:moveTo>
                    <a:pt x="0" y="0"/>
                  </a:moveTo>
                  <a:lnTo>
                    <a:pt x="19431" y="0"/>
                  </a:lnTo>
                  <a:lnTo>
                    <a:pt x="19431" y="667385"/>
                  </a:lnTo>
                  <a:lnTo>
                    <a:pt x="0" y="667385"/>
                  </a:lnTo>
                  <a:lnTo>
                    <a:pt x="0" y="0"/>
                  </a:lnTo>
                  <a:close/>
                </a:path>
              </a:pathLst>
            </a:custGeom>
            <a:solidFill>
              <a:srgbClr val="D1D9E0"/>
            </a:solidFill>
          </p:spPr>
        </p:sp>
      </p:grpSp>
      <p:grpSp>
        <p:nvGrpSpPr>
          <p:cNvPr name="Group 93" id="93"/>
          <p:cNvGrpSpPr/>
          <p:nvPr/>
        </p:nvGrpSpPr>
        <p:grpSpPr>
          <a:xfrm rot="0">
            <a:off x="5170150" y="6016483"/>
            <a:ext cx="2972162" cy="14583"/>
            <a:chOff x="0" y="0"/>
            <a:chExt cx="3962883" cy="19444"/>
          </a:xfrm>
        </p:grpSpPr>
        <p:sp>
          <p:nvSpPr>
            <p:cNvPr name="Freeform 94" id="94"/>
            <p:cNvSpPr/>
            <p:nvPr/>
          </p:nvSpPr>
          <p:spPr>
            <a:xfrm flipH="false" flipV="false" rot="0">
              <a:off x="0" y="0"/>
              <a:ext cx="3962908" cy="19431"/>
            </a:xfrm>
            <a:custGeom>
              <a:avLst/>
              <a:gdLst/>
              <a:ahLst/>
              <a:cxnLst/>
              <a:rect r="r" b="b" t="t" l="l"/>
              <a:pathLst>
                <a:path h="19431" w="3962908">
                  <a:moveTo>
                    <a:pt x="0" y="0"/>
                  </a:moveTo>
                  <a:lnTo>
                    <a:pt x="3962908" y="0"/>
                  </a:lnTo>
                  <a:lnTo>
                    <a:pt x="3962908" y="19431"/>
                  </a:lnTo>
                  <a:lnTo>
                    <a:pt x="0" y="19431"/>
                  </a:lnTo>
                  <a:lnTo>
                    <a:pt x="0" y="0"/>
                  </a:lnTo>
                  <a:close/>
                </a:path>
              </a:pathLst>
            </a:custGeom>
            <a:solidFill>
              <a:srgbClr val="D1D9E0"/>
            </a:solidFill>
          </p:spPr>
        </p:sp>
      </p:grpSp>
      <p:grpSp>
        <p:nvGrpSpPr>
          <p:cNvPr name="Group 95" id="95"/>
          <p:cNvGrpSpPr/>
          <p:nvPr/>
        </p:nvGrpSpPr>
        <p:grpSpPr>
          <a:xfrm rot="0">
            <a:off x="8127730" y="6030523"/>
            <a:ext cx="14583" cy="500577"/>
            <a:chOff x="0" y="0"/>
            <a:chExt cx="19444" cy="667436"/>
          </a:xfrm>
        </p:grpSpPr>
        <p:sp>
          <p:nvSpPr>
            <p:cNvPr name="Freeform 96" id="96"/>
            <p:cNvSpPr/>
            <p:nvPr/>
          </p:nvSpPr>
          <p:spPr>
            <a:xfrm flipH="false" flipV="false" rot="0">
              <a:off x="0" y="0"/>
              <a:ext cx="19431" cy="667385"/>
            </a:xfrm>
            <a:custGeom>
              <a:avLst/>
              <a:gdLst/>
              <a:ahLst/>
              <a:cxnLst/>
              <a:rect r="r" b="b" t="t" l="l"/>
              <a:pathLst>
                <a:path h="667385" w="19431">
                  <a:moveTo>
                    <a:pt x="0" y="0"/>
                  </a:moveTo>
                  <a:lnTo>
                    <a:pt x="19431" y="0"/>
                  </a:lnTo>
                  <a:lnTo>
                    <a:pt x="19431" y="667385"/>
                  </a:lnTo>
                  <a:lnTo>
                    <a:pt x="0" y="667385"/>
                  </a:lnTo>
                  <a:lnTo>
                    <a:pt x="0" y="0"/>
                  </a:lnTo>
                  <a:close/>
                </a:path>
              </a:pathLst>
            </a:custGeom>
            <a:solidFill>
              <a:srgbClr val="D1D9E0"/>
            </a:solidFill>
          </p:spPr>
        </p:sp>
      </p:grpSp>
      <p:grpSp>
        <p:nvGrpSpPr>
          <p:cNvPr name="Group 97" id="97"/>
          <p:cNvGrpSpPr/>
          <p:nvPr/>
        </p:nvGrpSpPr>
        <p:grpSpPr>
          <a:xfrm rot="0">
            <a:off x="569347" y="6516526"/>
            <a:ext cx="1443961" cy="14583"/>
            <a:chOff x="0" y="0"/>
            <a:chExt cx="1925282" cy="19444"/>
          </a:xfrm>
        </p:grpSpPr>
        <p:sp>
          <p:nvSpPr>
            <p:cNvPr name="Freeform 98" id="98"/>
            <p:cNvSpPr/>
            <p:nvPr/>
          </p:nvSpPr>
          <p:spPr>
            <a:xfrm flipH="false" flipV="false" rot="0">
              <a:off x="0" y="0"/>
              <a:ext cx="1925320" cy="19431"/>
            </a:xfrm>
            <a:custGeom>
              <a:avLst/>
              <a:gdLst/>
              <a:ahLst/>
              <a:cxnLst/>
              <a:rect r="r" b="b" t="t" l="l"/>
              <a:pathLst>
                <a:path h="19431" w="1925320">
                  <a:moveTo>
                    <a:pt x="0" y="0"/>
                  </a:moveTo>
                  <a:lnTo>
                    <a:pt x="1925320" y="0"/>
                  </a:lnTo>
                  <a:lnTo>
                    <a:pt x="1925320" y="19431"/>
                  </a:lnTo>
                  <a:lnTo>
                    <a:pt x="0" y="19431"/>
                  </a:lnTo>
                  <a:lnTo>
                    <a:pt x="0" y="0"/>
                  </a:lnTo>
                  <a:close/>
                </a:path>
              </a:pathLst>
            </a:custGeom>
            <a:solidFill>
              <a:srgbClr val="D1D9E0"/>
            </a:solidFill>
          </p:spPr>
        </p:sp>
      </p:grpSp>
      <p:grpSp>
        <p:nvGrpSpPr>
          <p:cNvPr name="Group 99" id="99"/>
          <p:cNvGrpSpPr/>
          <p:nvPr/>
        </p:nvGrpSpPr>
        <p:grpSpPr>
          <a:xfrm rot="0">
            <a:off x="2012765" y="6516526"/>
            <a:ext cx="3157919" cy="14583"/>
            <a:chOff x="0" y="0"/>
            <a:chExt cx="4210558" cy="19444"/>
          </a:xfrm>
        </p:grpSpPr>
        <p:sp>
          <p:nvSpPr>
            <p:cNvPr name="Freeform 100" id="100"/>
            <p:cNvSpPr/>
            <p:nvPr/>
          </p:nvSpPr>
          <p:spPr>
            <a:xfrm flipH="false" flipV="false" rot="0">
              <a:off x="0" y="0"/>
              <a:ext cx="4210558" cy="19431"/>
            </a:xfrm>
            <a:custGeom>
              <a:avLst/>
              <a:gdLst/>
              <a:ahLst/>
              <a:cxnLst/>
              <a:rect r="r" b="b" t="t" l="l"/>
              <a:pathLst>
                <a:path h="19431" w="4210558">
                  <a:moveTo>
                    <a:pt x="0" y="0"/>
                  </a:moveTo>
                  <a:lnTo>
                    <a:pt x="4210558" y="0"/>
                  </a:lnTo>
                  <a:lnTo>
                    <a:pt x="4210558" y="19431"/>
                  </a:lnTo>
                  <a:lnTo>
                    <a:pt x="0" y="19431"/>
                  </a:lnTo>
                  <a:lnTo>
                    <a:pt x="0" y="0"/>
                  </a:lnTo>
                  <a:close/>
                </a:path>
              </a:pathLst>
            </a:custGeom>
            <a:solidFill>
              <a:srgbClr val="D1D9E0"/>
            </a:solidFill>
          </p:spPr>
        </p:sp>
      </p:grpSp>
      <p:grpSp>
        <p:nvGrpSpPr>
          <p:cNvPr name="Group 101" id="101"/>
          <p:cNvGrpSpPr/>
          <p:nvPr/>
        </p:nvGrpSpPr>
        <p:grpSpPr>
          <a:xfrm rot="0">
            <a:off x="5170150" y="6516526"/>
            <a:ext cx="2972162" cy="14583"/>
            <a:chOff x="0" y="0"/>
            <a:chExt cx="3962883" cy="19444"/>
          </a:xfrm>
        </p:grpSpPr>
        <p:sp>
          <p:nvSpPr>
            <p:cNvPr name="Freeform 102" id="102"/>
            <p:cNvSpPr/>
            <p:nvPr/>
          </p:nvSpPr>
          <p:spPr>
            <a:xfrm flipH="false" flipV="false" rot="0">
              <a:off x="0" y="0"/>
              <a:ext cx="3962908" cy="19431"/>
            </a:xfrm>
            <a:custGeom>
              <a:avLst/>
              <a:gdLst/>
              <a:ahLst/>
              <a:cxnLst/>
              <a:rect r="r" b="b" t="t" l="l"/>
              <a:pathLst>
                <a:path h="19431" w="3962908">
                  <a:moveTo>
                    <a:pt x="0" y="0"/>
                  </a:moveTo>
                  <a:lnTo>
                    <a:pt x="3962908" y="0"/>
                  </a:lnTo>
                  <a:lnTo>
                    <a:pt x="3962908" y="19431"/>
                  </a:lnTo>
                  <a:lnTo>
                    <a:pt x="0" y="19431"/>
                  </a:lnTo>
                  <a:lnTo>
                    <a:pt x="0" y="0"/>
                  </a:lnTo>
                  <a:close/>
                </a:path>
              </a:pathLst>
            </a:custGeom>
            <a:solidFill>
              <a:srgbClr val="D1D9E0"/>
            </a:solidFill>
          </p:spPr>
        </p:sp>
      </p:grpSp>
      <p:sp>
        <p:nvSpPr>
          <p:cNvPr name="TextBox 103" id="103"/>
          <p:cNvSpPr txBox="true"/>
          <p:nvPr/>
        </p:nvSpPr>
        <p:spPr>
          <a:xfrm rot="0">
            <a:off x="2472851" y="4004098"/>
            <a:ext cx="4490637" cy="314087"/>
          </a:xfrm>
          <a:prstGeom prst="rect">
            <a:avLst/>
          </a:prstGeom>
        </p:spPr>
        <p:txBody>
          <a:bodyPr anchor="t" rtlCol="false" tIns="0" lIns="0" bIns="0" rIns="0">
            <a:spAutoFit/>
          </a:bodyPr>
          <a:lstStyle/>
          <a:p>
            <a:pPr algn="l">
              <a:lnSpc>
                <a:spcPts val="2574"/>
              </a:lnSpc>
            </a:pPr>
            <a:r>
              <a:rPr lang="en-US" b="true" sz="2145" spc="-1">
                <a:solidFill>
                  <a:srgbClr val="FFFFFF"/>
                </a:solidFill>
                <a:latin typeface="Arial Bold"/>
                <a:ea typeface="Arial Bold"/>
                <a:cs typeface="Arial Bold"/>
                <a:sym typeface="Arial Bold"/>
              </a:rPr>
              <a:t>Hai câu hỏi của kiểm thử giao diện</a:t>
            </a:r>
          </a:p>
        </p:txBody>
      </p:sp>
      <p:sp>
        <p:nvSpPr>
          <p:cNvPr name="TextBox 104" id="104"/>
          <p:cNvSpPr txBox="true"/>
          <p:nvPr/>
        </p:nvSpPr>
        <p:spPr>
          <a:xfrm rot="0">
            <a:off x="2195293" y="4606402"/>
            <a:ext cx="1224182" cy="289589"/>
          </a:xfrm>
          <a:prstGeom prst="rect">
            <a:avLst/>
          </a:prstGeom>
        </p:spPr>
        <p:txBody>
          <a:bodyPr anchor="t" rtlCol="false" tIns="0" lIns="0" bIns="0" rIns="0">
            <a:spAutoFit/>
          </a:bodyPr>
          <a:lstStyle/>
          <a:p>
            <a:pPr algn="l">
              <a:lnSpc>
                <a:spcPts val="2304"/>
              </a:lnSpc>
            </a:pPr>
            <a:r>
              <a:rPr lang="en-US" b="true" sz="1920" spc="-1">
                <a:solidFill>
                  <a:srgbClr val="222222"/>
                </a:solidFill>
                <a:latin typeface="Arial Bold"/>
                <a:ea typeface="Arial Bold"/>
                <a:cs typeface="Arial Bold"/>
                <a:sym typeface="Arial Bold"/>
              </a:rPr>
              <a:t>Functional</a:t>
            </a:r>
          </a:p>
        </p:txBody>
      </p:sp>
      <p:sp>
        <p:nvSpPr>
          <p:cNvPr name="TextBox 105" id="105"/>
          <p:cNvSpPr txBox="true"/>
          <p:nvPr/>
        </p:nvSpPr>
        <p:spPr>
          <a:xfrm rot="0">
            <a:off x="5348887" y="4606402"/>
            <a:ext cx="714423" cy="289589"/>
          </a:xfrm>
          <a:prstGeom prst="rect">
            <a:avLst/>
          </a:prstGeom>
        </p:spPr>
        <p:txBody>
          <a:bodyPr anchor="t" rtlCol="false" tIns="0" lIns="0" bIns="0" rIns="0">
            <a:spAutoFit/>
          </a:bodyPr>
          <a:lstStyle/>
          <a:p>
            <a:pPr algn="l">
              <a:lnSpc>
                <a:spcPts val="2304"/>
              </a:lnSpc>
            </a:pPr>
            <a:r>
              <a:rPr lang="en-US" b="true" sz="1920" spc="-1">
                <a:solidFill>
                  <a:srgbClr val="222222"/>
                </a:solidFill>
                <a:latin typeface="Arial Bold"/>
                <a:ea typeface="Arial Bold"/>
                <a:cs typeface="Arial Bold"/>
                <a:sym typeface="Arial Bold"/>
              </a:rPr>
              <a:t>Visual</a:t>
            </a:r>
          </a:p>
        </p:txBody>
      </p:sp>
      <p:sp>
        <p:nvSpPr>
          <p:cNvPr name="TextBox 106" id="106"/>
          <p:cNvSpPr txBox="true"/>
          <p:nvPr/>
        </p:nvSpPr>
        <p:spPr>
          <a:xfrm rot="0">
            <a:off x="769686" y="5106436"/>
            <a:ext cx="364503" cy="289589"/>
          </a:xfrm>
          <a:prstGeom prst="rect">
            <a:avLst/>
          </a:prstGeom>
        </p:spPr>
        <p:txBody>
          <a:bodyPr anchor="t" rtlCol="false" tIns="0" lIns="0" bIns="0" rIns="0">
            <a:spAutoFit/>
          </a:bodyPr>
          <a:lstStyle/>
          <a:p>
            <a:pPr algn="l">
              <a:lnSpc>
                <a:spcPts val="2304"/>
              </a:lnSpc>
            </a:pPr>
            <a:r>
              <a:rPr lang="en-US" sz="1920" spc="-1">
                <a:solidFill>
                  <a:srgbClr val="222222"/>
                </a:solidFill>
                <a:latin typeface="Arial"/>
                <a:ea typeface="Arial"/>
                <a:cs typeface="Arial"/>
                <a:sym typeface="Arial"/>
              </a:rPr>
              <a:t>Hỏi</a:t>
            </a:r>
          </a:p>
        </p:txBody>
      </p:sp>
      <p:sp>
        <p:nvSpPr>
          <p:cNvPr name="TextBox 107" id="107"/>
          <p:cNvSpPr txBox="true"/>
          <p:nvPr/>
        </p:nvSpPr>
        <p:spPr>
          <a:xfrm rot="0">
            <a:off x="2195293" y="5106436"/>
            <a:ext cx="2385184" cy="289589"/>
          </a:xfrm>
          <a:prstGeom prst="rect">
            <a:avLst/>
          </a:prstGeom>
        </p:spPr>
        <p:txBody>
          <a:bodyPr anchor="t" rtlCol="false" tIns="0" lIns="0" bIns="0" rIns="0">
            <a:spAutoFit/>
          </a:bodyPr>
          <a:lstStyle/>
          <a:p>
            <a:pPr algn="l">
              <a:lnSpc>
                <a:spcPts val="2304"/>
              </a:lnSpc>
            </a:pPr>
            <a:r>
              <a:rPr lang="en-US" sz="1920" spc="-1">
                <a:solidFill>
                  <a:srgbClr val="222222"/>
                </a:solidFill>
                <a:latin typeface="Arial"/>
                <a:ea typeface="Arial"/>
                <a:cs typeface="Arial"/>
                <a:sym typeface="Arial"/>
              </a:rPr>
              <a:t>App </a:t>
            </a:r>
            <a:r>
              <a:rPr lang="en-US" b="true" sz="1920" spc="-1">
                <a:solidFill>
                  <a:srgbClr val="222222"/>
                </a:solidFill>
                <a:latin typeface="Arial Bold"/>
                <a:ea typeface="Arial Bold"/>
                <a:cs typeface="Arial Bold"/>
                <a:sym typeface="Arial Bold"/>
              </a:rPr>
              <a:t>làm </a:t>
            </a:r>
            <a:r>
              <a:rPr lang="en-US" sz="1920" spc="-1">
                <a:solidFill>
                  <a:srgbClr val="222222"/>
                </a:solidFill>
                <a:latin typeface="Arial"/>
                <a:ea typeface="Arial"/>
                <a:cs typeface="Arial"/>
                <a:sym typeface="Arial"/>
              </a:rPr>
              <a:t>đúng không?</a:t>
            </a:r>
          </a:p>
        </p:txBody>
      </p:sp>
      <p:sp>
        <p:nvSpPr>
          <p:cNvPr name="TextBox 108" id="108"/>
          <p:cNvSpPr txBox="true"/>
          <p:nvPr/>
        </p:nvSpPr>
        <p:spPr>
          <a:xfrm rot="0">
            <a:off x="5348887" y="5106436"/>
            <a:ext cx="2586599" cy="289589"/>
          </a:xfrm>
          <a:prstGeom prst="rect">
            <a:avLst/>
          </a:prstGeom>
        </p:spPr>
        <p:txBody>
          <a:bodyPr anchor="t" rtlCol="false" tIns="0" lIns="0" bIns="0" rIns="0">
            <a:spAutoFit/>
          </a:bodyPr>
          <a:lstStyle/>
          <a:p>
            <a:pPr algn="l">
              <a:lnSpc>
                <a:spcPts val="2304"/>
              </a:lnSpc>
            </a:pPr>
            <a:r>
              <a:rPr lang="en-US" sz="1920" spc="-1">
                <a:solidFill>
                  <a:srgbClr val="222222"/>
                </a:solidFill>
                <a:latin typeface="Arial"/>
                <a:ea typeface="Arial"/>
                <a:cs typeface="Arial"/>
                <a:sym typeface="Arial"/>
              </a:rPr>
              <a:t>App </a:t>
            </a:r>
            <a:r>
              <a:rPr lang="en-US" b="true" sz="1920" spc="-1">
                <a:solidFill>
                  <a:srgbClr val="222222"/>
                </a:solidFill>
                <a:latin typeface="Arial Bold"/>
                <a:ea typeface="Arial Bold"/>
                <a:cs typeface="Arial Bold"/>
                <a:sym typeface="Arial Bold"/>
              </a:rPr>
              <a:t>trông </a:t>
            </a:r>
            <a:r>
              <a:rPr lang="en-US" sz="1920" spc="-1">
                <a:solidFill>
                  <a:srgbClr val="222222"/>
                </a:solidFill>
                <a:latin typeface="Arial"/>
                <a:ea typeface="Arial"/>
                <a:cs typeface="Arial"/>
                <a:sym typeface="Arial"/>
              </a:rPr>
              <a:t>đúng không?</a:t>
            </a:r>
          </a:p>
        </p:txBody>
      </p:sp>
      <p:sp>
        <p:nvSpPr>
          <p:cNvPr name="TextBox 109" id="109"/>
          <p:cNvSpPr txBox="true"/>
          <p:nvPr/>
        </p:nvSpPr>
        <p:spPr>
          <a:xfrm rot="0">
            <a:off x="769686" y="5606479"/>
            <a:ext cx="1036796" cy="289589"/>
          </a:xfrm>
          <a:prstGeom prst="rect">
            <a:avLst/>
          </a:prstGeom>
        </p:spPr>
        <p:txBody>
          <a:bodyPr anchor="t" rtlCol="false" tIns="0" lIns="0" bIns="0" rIns="0">
            <a:spAutoFit/>
          </a:bodyPr>
          <a:lstStyle/>
          <a:p>
            <a:pPr algn="l">
              <a:lnSpc>
                <a:spcPts val="2304"/>
              </a:lnSpc>
            </a:pPr>
            <a:r>
              <a:rPr lang="en-US" sz="1920" spc="-1">
                <a:solidFill>
                  <a:srgbClr val="222222"/>
                </a:solidFill>
                <a:latin typeface="Arial"/>
                <a:ea typeface="Arial"/>
                <a:cs typeface="Arial"/>
                <a:sym typeface="Arial"/>
              </a:rPr>
              <a:t>Chuẩn so</a:t>
            </a:r>
          </a:p>
        </p:txBody>
      </p:sp>
      <p:sp>
        <p:nvSpPr>
          <p:cNvPr name="TextBox 110" id="110"/>
          <p:cNvSpPr txBox="true"/>
          <p:nvPr/>
        </p:nvSpPr>
        <p:spPr>
          <a:xfrm rot="0">
            <a:off x="2195293" y="5606479"/>
            <a:ext cx="2760478" cy="289589"/>
          </a:xfrm>
          <a:prstGeom prst="rect">
            <a:avLst/>
          </a:prstGeom>
        </p:spPr>
        <p:txBody>
          <a:bodyPr anchor="t" rtlCol="false" tIns="0" lIns="0" bIns="0" rIns="0">
            <a:spAutoFit/>
          </a:bodyPr>
          <a:lstStyle/>
          <a:p>
            <a:pPr algn="l">
              <a:lnSpc>
                <a:spcPts val="2304"/>
              </a:lnSpc>
            </a:pPr>
            <a:r>
              <a:rPr lang="en-US" sz="1920" spc="-1">
                <a:solidFill>
                  <a:srgbClr val="222222"/>
                </a:solidFill>
                <a:latin typeface="Arial"/>
                <a:ea typeface="Arial"/>
                <a:cs typeface="Arial"/>
                <a:sym typeface="Arial"/>
              </a:rPr>
              <a:t>Giá trị kỳ vọng trong code</a:t>
            </a:r>
          </a:p>
        </p:txBody>
      </p:sp>
      <p:sp>
        <p:nvSpPr>
          <p:cNvPr name="TextBox 111" id="111"/>
          <p:cNvSpPr txBox="true"/>
          <p:nvPr/>
        </p:nvSpPr>
        <p:spPr>
          <a:xfrm rot="0">
            <a:off x="5348887" y="5606479"/>
            <a:ext cx="2399224" cy="289589"/>
          </a:xfrm>
          <a:prstGeom prst="rect">
            <a:avLst/>
          </a:prstGeom>
        </p:spPr>
        <p:txBody>
          <a:bodyPr anchor="t" rtlCol="false" tIns="0" lIns="0" bIns="0" rIns="0">
            <a:spAutoFit/>
          </a:bodyPr>
          <a:lstStyle/>
          <a:p>
            <a:pPr algn="l">
              <a:lnSpc>
                <a:spcPts val="2304"/>
              </a:lnSpc>
            </a:pPr>
            <a:r>
              <a:rPr lang="en-US" sz="1920" spc="-1">
                <a:solidFill>
                  <a:srgbClr val="222222"/>
                </a:solidFill>
                <a:latin typeface="Arial"/>
                <a:ea typeface="Arial"/>
                <a:cs typeface="Arial"/>
                <a:sym typeface="Arial"/>
              </a:rPr>
              <a:t>Ảnh baseline đã duyệt</a:t>
            </a:r>
          </a:p>
        </p:txBody>
      </p:sp>
      <p:sp>
        <p:nvSpPr>
          <p:cNvPr name="TextBox 112" id="112"/>
          <p:cNvSpPr txBox="true"/>
          <p:nvPr/>
        </p:nvSpPr>
        <p:spPr>
          <a:xfrm rot="0">
            <a:off x="769686" y="6106513"/>
            <a:ext cx="901798" cy="289589"/>
          </a:xfrm>
          <a:prstGeom prst="rect">
            <a:avLst/>
          </a:prstGeom>
        </p:spPr>
        <p:txBody>
          <a:bodyPr anchor="t" rtlCol="false" tIns="0" lIns="0" bIns="0" rIns="0">
            <a:spAutoFit/>
          </a:bodyPr>
          <a:lstStyle/>
          <a:p>
            <a:pPr algn="l">
              <a:lnSpc>
                <a:spcPts val="2304"/>
              </a:lnSpc>
            </a:pPr>
            <a:r>
              <a:rPr lang="en-US" sz="1920" spc="-1">
                <a:solidFill>
                  <a:srgbClr val="222222"/>
                </a:solidFill>
                <a:latin typeface="Arial"/>
                <a:ea typeface="Arial"/>
                <a:cs typeface="Arial"/>
                <a:sym typeface="Arial"/>
              </a:rPr>
              <a:t>Công cụ</a:t>
            </a:r>
          </a:p>
        </p:txBody>
      </p:sp>
      <p:sp>
        <p:nvSpPr>
          <p:cNvPr name="TextBox 113" id="113"/>
          <p:cNvSpPr txBox="true"/>
          <p:nvPr/>
        </p:nvSpPr>
        <p:spPr>
          <a:xfrm rot="0">
            <a:off x="2195293" y="6106513"/>
            <a:ext cx="821884" cy="289589"/>
          </a:xfrm>
          <a:prstGeom prst="rect">
            <a:avLst/>
          </a:prstGeom>
        </p:spPr>
        <p:txBody>
          <a:bodyPr anchor="t" rtlCol="false" tIns="0" lIns="0" bIns="0" rIns="0">
            <a:spAutoFit/>
          </a:bodyPr>
          <a:lstStyle/>
          <a:p>
            <a:pPr algn="l">
              <a:lnSpc>
                <a:spcPts val="2304"/>
              </a:lnSpc>
            </a:pPr>
            <a:r>
              <a:rPr lang="en-US" sz="1920" spc="-1">
                <a:solidFill>
                  <a:srgbClr val="222222"/>
                </a:solidFill>
                <a:latin typeface="Arial"/>
                <a:ea typeface="Arial"/>
                <a:cs typeface="Arial"/>
                <a:sym typeface="Arial"/>
              </a:rPr>
              <a:t>Appium</a:t>
            </a:r>
          </a:p>
        </p:txBody>
      </p:sp>
      <p:grpSp>
        <p:nvGrpSpPr>
          <p:cNvPr name="Group 114" id="114"/>
          <p:cNvGrpSpPr/>
          <p:nvPr/>
        </p:nvGrpSpPr>
        <p:grpSpPr>
          <a:xfrm rot="0">
            <a:off x="9199092" y="3930470"/>
            <a:ext cx="8287379" cy="500577"/>
            <a:chOff x="0" y="0"/>
            <a:chExt cx="11049838" cy="667436"/>
          </a:xfrm>
        </p:grpSpPr>
        <p:sp>
          <p:nvSpPr>
            <p:cNvPr name="Freeform 115" id="115"/>
            <p:cNvSpPr/>
            <p:nvPr/>
          </p:nvSpPr>
          <p:spPr>
            <a:xfrm flipH="false" flipV="false" rot="0">
              <a:off x="0" y="0"/>
              <a:ext cx="11049889" cy="667385"/>
            </a:xfrm>
            <a:custGeom>
              <a:avLst/>
              <a:gdLst/>
              <a:ahLst/>
              <a:cxnLst/>
              <a:rect r="r" b="b" t="t" l="l"/>
              <a:pathLst>
                <a:path h="667385" w="11049889">
                  <a:moveTo>
                    <a:pt x="0" y="0"/>
                  </a:moveTo>
                  <a:lnTo>
                    <a:pt x="11049889" y="0"/>
                  </a:lnTo>
                  <a:lnTo>
                    <a:pt x="11049889" y="667385"/>
                  </a:lnTo>
                  <a:lnTo>
                    <a:pt x="0" y="667385"/>
                  </a:lnTo>
                  <a:lnTo>
                    <a:pt x="0" y="0"/>
                  </a:lnTo>
                  <a:close/>
                </a:path>
              </a:pathLst>
            </a:custGeom>
            <a:solidFill>
              <a:srgbClr val="C00000"/>
            </a:solidFill>
          </p:spPr>
        </p:sp>
      </p:grpSp>
      <p:sp>
        <p:nvSpPr>
          <p:cNvPr name="TextBox 116" id="116"/>
          <p:cNvSpPr txBox="true"/>
          <p:nvPr/>
        </p:nvSpPr>
        <p:spPr>
          <a:xfrm rot="0">
            <a:off x="5348887" y="6106513"/>
            <a:ext cx="1656178" cy="289589"/>
          </a:xfrm>
          <a:prstGeom prst="rect">
            <a:avLst/>
          </a:prstGeom>
        </p:spPr>
        <p:txBody>
          <a:bodyPr anchor="t" rtlCol="false" tIns="0" lIns="0" bIns="0" rIns="0">
            <a:spAutoFit/>
          </a:bodyPr>
          <a:lstStyle/>
          <a:p>
            <a:pPr algn="l">
              <a:lnSpc>
                <a:spcPts val="2304"/>
              </a:lnSpc>
            </a:pPr>
            <a:r>
              <a:rPr lang="en-US" sz="1920" spc="-1">
                <a:solidFill>
                  <a:srgbClr val="222222"/>
                </a:solidFill>
                <a:latin typeface="Arial"/>
                <a:ea typeface="Arial"/>
                <a:cs typeface="Arial"/>
                <a:sym typeface="Arial"/>
              </a:rPr>
              <a:t>Applitools Eyes</a:t>
            </a:r>
          </a:p>
        </p:txBody>
      </p:sp>
      <p:sp>
        <p:nvSpPr>
          <p:cNvPr name="Freeform 117" id="117"/>
          <p:cNvSpPr/>
          <p:nvPr/>
        </p:nvSpPr>
        <p:spPr>
          <a:xfrm flipH="false" flipV="false" rot="0">
            <a:off x="9242288" y="4687545"/>
            <a:ext cx="85858" cy="86401"/>
          </a:xfrm>
          <a:custGeom>
            <a:avLst/>
            <a:gdLst/>
            <a:ahLst/>
            <a:cxnLst/>
            <a:rect r="r" b="b" t="t" l="l"/>
            <a:pathLst>
              <a:path h="86401" w="85858">
                <a:moveTo>
                  <a:pt x="0" y="0"/>
                </a:moveTo>
                <a:lnTo>
                  <a:pt x="85858" y="0"/>
                </a:lnTo>
                <a:lnTo>
                  <a:pt x="85858" y="86402"/>
                </a:lnTo>
                <a:lnTo>
                  <a:pt x="0" y="86402"/>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TextBox 118" id="118"/>
          <p:cNvSpPr txBox="true"/>
          <p:nvPr/>
        </p:nvSpPr>
        <p:spPr>
          <a:xfrm rot="0">
            <a:off x="12249007" y="4004098"/>
            <a:ext cx="2193484" cy="314087"/>
          </a:xfrm>
          <a:prstGeom prst="rect">
            <a:avLst/>
          </a:prstGeom>
        </p:spPr>
        <p:txBody>
          <a:bodyPr anchor="t" rtlCol="false" tIns="0" lIns="0" bIns="0" rIns="0">
            <a:spAutoFit/>
          </a:bodyPr>
          <a:lstStyle/>
          <a:p>
            <a:pPr algn="l">
              <a:lnSpc>
                <a:spcPts val="2574"/>
              </a:lnSpc>
            </a:pPr>
            <a:r>
              <a:rPr lang="en-US" b="true" sz="2145" spc="-1">
                <a:solidFill>
                  <a:srgbClr val="FFFFFF"/>
                </a:solidFill>
                <a:latin typeface="Arial Bold"/>
                <a:ea typeface="Arial Bold"/>
                <a:cs typeface="Arial Bold"/>
                <a:sym typeface="Arial Bold"/>
              </a:rPr>
              <a:t>Vì sao cần cả hai</a:t>
            </a:r>
          </a:p>
        </p:txBody>
      </p:sp>
      <p:sp>
        <p:nvSpPr>
          <p:cNvPr name="TextBox 119" id="119"/>
          <p:cNvSpPr txBox="true"/>
          <p:nvPr/>
        </p:nvSpPr>
        <p:spPr>
          <a:xfrm rot="0">
            <a:off x="9513912" y="4535460"/>
            <a:ext cx="6816923" cy="361950"/>
          </a:xfrm>
          <a:prstGeom prst="rect">
            <a:avLst/>
          </a:prstGeom>
        </p:spPr>
        <p:txBody>
          <a:bodyPr anchor="t" rtlCol="false" tIns="0" lIns="0" bIns="0" rIns="0">
            <a:spAutoFit/>
          </a:bodyPr>
          <a:lstStyle/>
          <a:p>
            <a:pPr algn="l">
              <a:lnSpc>
                <a:spcPts val="2844"/>
              </a:lnSpc>
            </a:pPr>
            <a:r>
              <a:rPr lang="en-US" sz="2370" spc="-1">
                <a:solidFill>
                  <a:srgbClr val="222222"/>
                </a:solidFill>
                <a:latin typeface="Arial"/>
                <a:ea typeface="Arial"/>
                <a:cs typeface="Arial"/>
                <a:sym typeface="Arial"/>
              </a:rPr>
              <a:t>Functional pass </a:t>
            </a:r>
            <a:r>
              <a:rPr lang="en-US" b="true" sz="2370" spc="-1">
                <a:solidFill>
                  <a:srgbClr val="222222"/>
                </a:solidFill>
                <a:latin typeface="Arial Bold"/>
                <a:ea typeface="Arial Bold"/>
                <a:cs typeface="Arial Bold"/>
                <a:sym typeface="Arial Bold"/>
              </a:rPr>
              <a:t>không </a:t>
            </a:r>
            <a:r>
              <a:rPr lang="en-US" sz="2370" spc="-1">
                <a:solidFill>
                  <a:srgbClr val="222222"/>
                </a:solidFill>
                <a:latin typeface="Arial"/>
                <a:ea typeface="Arial"/>
                <a:cs typeface="Arial"/>
                <a:sym typeface="Arial"/>
              </a:rPr>
              <a:t>chứng minh giao diện đúng</a:t>
            </a:r>
          </a:p>
        </p:txBody>
      </p:sp>
      <p:sp>
        <p:nvSpPr>
          <p:cNvPr name="Freeform 120" id="120"/>
          <p:cNvSpPr/>
          <p:nvPr/>
        </p:nvSpPr>
        <p:spPr>
          <a:xfrm flipH="false" flipV="false" rot="0">
            <a:off x="9199092" y="5173549"/>
            <a:ext cx="85858" cy="86401"/>
          </a:xfrm>
          <a:custGeom>
            <a:avLst/>
            <a:gdLst/>
            <a:ahLst/>
            <a:cxnLst/>
            <a:rect r="r" b="b" t="t" l="l"/>
            <a:pathLst>
              <a:path h="86401" w="85858">
                <a:moveTo>
                  <a:pt x="0" y="0"/>
                </a:moveTo>
                <a:lnTo>
                  <a:pt x="85858" y="0"/>
                </a:lnTo>
                <a:lnTo>
                  <a:pt x="85858" y="86401"/>
                </a:lnTo>
                <a:lnTo>
                  <a:pt x="0" y="86401"/>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TextBox 121" id="121"/>
          <p:cNvSpPr txBox="true"/>
          <p:nvPr/>
        </p:nvSpPr>
        <p:spPr>
          <a:xfrm rot="0">
            <a:off x="9513912" y="5047490"/>
            <a:ext cx="6032153" cy="361950"/>
          </a:xfrm>
          <a:prstGeom prst="rect">
            <a:avLst/>
          </a:prstGeom>
        </p:spPr>
        <p:txBody>
          <a:bodyPr anchor="t" rtlCol="false" tIns="0" lIns="0" bIns="0" rIns="0">
            <a:spAutoFit/>
          </a:bodyPr>
          <a:lstStyle/>
          <a:p>
            <a:pPr algn="l">
              <a:lnSpc>
                <a:spcPts val="2844"/>
              </a:lnSpc>
            </a:pPr>
            <a:r>
              <a:rPr lang="en-US" sz="2370" spc="-1">
                <a:solidFill>
                  <a:srgbClr val="222222"/>
                </a:solidFill>
                <a:latin typeface="Arial"/>
                <a:ea typeface="Arial"/>
                <a:cs typeface="Arial"/>
                <a:sym typeface="Arial"/>
              </a:rPr>
              <a:t>Visual pass </a:t>
            </a:r>
            <a:r>
              <a:rPr lang="en-US" b="true" sz="2370" spc="-1">
                <a:solidFill>
                  <a:srgbClr val="222222"/>
                </a:solidFill>
                <a:latin typeface="Arial Bold"/>
                <a:ea typeface="Arial Bold"/>
                <a:cs typeface="Arial Bold"/>
                <a:sym typeface="Arial Bold"/>
              </a:rPr>
              <a:t>không </a:t>
            </a:r>
            <a:r>
              <a:rPr lang="en-US" sz="2370" spc="-1">
                <a:solidFill>
                  <a:srgbClr val="222222"/>
                </a:solidFill>
                <a:latin typeface="Arial"/>
                <a:ea typeface="Arial"/>
                <a:cs typeface="Arial"/>
                <a:sym typeface="Arial"/>
              </a:rPr>
              <a:t>chứng minh dữ liệu đúng </a:t>
            </a:r>
          </a:p>
        </p:txBody>
      </p:sp>
      <p:sp>
        <p:nvSpPr>
          <p:cNvPr name="Freeform 122" id="122"/>
          <p:cNvSpPr/>
          <p:nvPr/>
        </p:nvSpPr>
        <p:spPr>
          <a:xfrm flipH="false" flipV="false" rot="0">
            <a:off x="9199092" y="5640807"/>
            <a:ext cx="85858" cy="85858"/>
          </a:xfrm>
          <a:custGeom>
            <a:avLst/>
            <a:gdLst/>
            <a:ahLst/>
            <a:cxnLst/>
            <a:rect r="r" b="b" t="t" l="l"/>
            <a:pathLst>
              <a:path h="85858" w="85858">
                <a:moveTo>
                  <a:pt x="0" y="0"/>
                </a:moveTo>
                <a:lnTo>
                  <a:pt x="85858" y="0"/>
                </a:lnTo>
                <a:lnTo>
                  <a:pt x="85858" y="85859"/>
                </a:lnTo>
                <a:lnTo>
                  <a:pt x="0" y="85859"/>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TextBox 123" id="123"/>
          <p:cNvSpPr txBox="true"/>
          <p:nvPr/>
        </p:nvSpPr>
        <p:spPr>
          <a:xfrm rot="0">
            <a:off x="9513912" y="5514215"/>
            <a:ext cx="7493198" cy="361950"/>
          </a:xfrm>
          <a:prstGeom prst="rect">
            <a:avLst/>
          </a:prstGeom>
        </p:spPr>
        <p:txBody>
          <a:bodyPr anchor="t" rtlCol="false" tIns="0" lIns="0" bIns="0" rIns="0">
            <a:spAutoFit/>
          </a:bodyPr>
          <a:lstStyle/>
          <a:p>
            <a:pPr algn="l">
              <a:lnSpc>
                <a:spcPts val="2844"/>
              </a:lnSpc>
            </a:pPr>
            <a:r>
              <a:rPr lang="en-US" sz="2370" spc="-1">
                <a:solidFill>
                  <a:srgbClr val="222222"/>
                </a:solidFill>
                <a:latin typeface="Arial"/>
                <a:ea typeface="Arial"/>
                <a:cs typeface="Arial"/>
                <a:sym typeface="Arial"/>
              </a:rPr>
              <a:t>Chạy ở đâu: emulator (rẻ, lặp lại được) hay thiết bị thật /</a:t>
            </a:r>
          </a:p>
        </p:txBody>
      </p:sp>
      <p:grpSp>
        <p:nvGrpSpPr>
          <p:cNvPr name="Group 124" id="124"/>
          <p:cNvGrpSpPr/>
          <p:nvPr/>
        </p:nvGrpSpPr>
        <p:grpSpPr>
          <a:xfrm rot="0">
            <a:off x="0" y="0"/>
            <a:ext cx="18288181" cy="143104"/>
            <a:chOff x="0" y="0"/>
            <a:chExt cx="24384241" cy="190805"/>
          </a:xfrm>
        </p:grpSpPr>
        <p:sp>
          <p:nvSpPr>
            <p:cNvPr name="Freeform 125" id="125"/>
            <p:cNvSpPr/>
            <p:nvPr/>
          </p:nvSpPr>
          <p:spPr>
            <a:xfrm flipH="false" flipV="false" rot="0">
              <a:off x="0" y="0"/>
              <a:ext cx="24384254" cy="190754"/>
            </a:xfrm>
            <a:custGeom>
              <a:avLst/>
              <a:gdLst/>
              <a:ahLst/>
              <a:cxnLst/>
              <a:rect r="r" b="b" t="t" l="l"/>
              <a:pathLst>
                <a:path h="190754" w="24384254">
                  <a:moveTo>
                    <a:pt x="0" y="0"/>
                  </a:moveTo>
                  <a:lnTo>
                    <a:pt x="24384254" y="0"/>
                  </a:lnTo>
                  <a:lnTo>
                    <a:pt x="24384254" y="190754"/>
                  </a:lnTo>
                  <a:lnTo>
                    <a:pt x="0" y="190754"/>
                  </a:lnTo>
                  <a:lnTo>
                    <a:pt x="0" y="0"/>
                  </a:lnTo>
                  <a:close/>
                </a:path>
              </a:pathLst>
            </a:custGeom>
            <a:solidFill>
              <a:srgbClr val="1F4E79"/>
            </a:solidFill>
          </p:spPr>
        </p:sp>
      </p:grpSp>
      <p:sp>
        <p:nvSpPr>
          <p:cNvPr name="TextBox 126" id="126"/>
          <p:cNvSpPr txBox="true"/>
          <p:nvPr/>
        </p:nvSpPr>
        <p:spPr>
          <a:xfrm rot="0">
            <a:off x="9513912" y="5914351"/>
            <a:ext cx="5320617" cy="346481"/>
          </a:xfrm>
          <a:prstGeom prst="rect">
            <a:avLst/>
          </a:prstGeom>
        </p:spPr>
        <p:txBody>
          <a:bodyPr anchor="t" rtlCol="false" tIns="0" lIns="0" bIns="0" rIns="0">
            <a:spAutoFit/>
          </a:bodyPr>
          <a:lstStyle/>
          <a:p>
            <a:pPr algn="l">
              <a:lnSpc>
                <a:spcPts val="2844"/>
              </a:lnSpc>
            </a:pPr>
            <a:r>
              <a:rPr lang="en-US" sz="2370" spc="-1">
                <a:solidFill>
                  <a:srgbClr val="222222"/>
                </a:solidFill>
                <a:latin typeface="Arial"/>
                <a:ea typeface="Arial"/>
                <a:cs typeface="Arial"/>
                <a:sym typeface="Arial"/>
              </a:rPr>
              <a:t>device farm (đúng người dùng, đắt hơn)</a:t>
            </a:r>
          </a:p>
        </p:txBody>
      </p:sp>
      <p:grpSp>
        <p:nvGrpSpPr>
          <p:cNvPr name="Group 127" id="127"/>
          <p:cNvGrpSpPr/>
          <p:nvPr/>
        </p:nvGrpSpPr>
        <p:grpSpPr>
          <a:xfrm rot="0">
            <a:off x="0" y="9943557"/>
            <a:ext cx="18288181" cy="343443"/>
            <a:chOff x="0" y="0"/>
            <a:chExt cx="24384241" cy="457924"/>
          </a:xfrm>
        </p:grpSpPr>
        <p:sp>
          <p:nvSpPr>
            <p:cNvPr name="Freeform 128" id="128"/>
            <p:cNvSpPr/>
            <p:nvPr/>
          </p:nvSpPr>
          <p:spPr>
            <a:xfrm flipH="false" flipV="false" rot="0">
              <a:off x="0" y="0"/>
              <a:ext cx="24384254" cy="457962"/>
            </a:xfrm>
            <a:custGeom>
              <a:avLst/>
              <a:gdLst/>
              <a:ahLst/>
              <a:cxnLst/>
              <a:rect r="r" b="b" t="t" l="l"/>
              <a:pathLst>
                <a:path h="457962" w="24384254">
                  <a:moveTo>
                    <a:pt x="0" y="0"/>
                  </a:moveTo>
                  <a:lnTo>
                    <a:pt x="24384254" y="0"/>
                  </a:lnTo>
                  <a:lnTo>
                    <a:pt x="24384254" y="457962"/>
                  </a:lnTo>
                  <a:lnTo>
                    <a:pt x="0" y="457962"/>
                  </a:lnTo>
                  <a:lnTo>
                    <a:pt x="0" y="0"/>
                  </a:lnTo>
                  <a:close/>
                </a:path>
              </a:pathLst>
            </a:custGeom>
            <a:solidFill>
              <a:srgbClr val="1F4E79"/>
            </a:solidFill>
          </p:spPr>
        </p:sp>
      </p:grpSp>
      <p:sp>
        <p:nvSpPr>
          <p:cNvPr name="TextBox 129" id="129"/>
          <p:cNvSpPr txBox="true"/>
          <p:nvPr/>
        </p:nvSpPr>
        <p:spPr>
          <a:xfrm rot="0">
            <a:off x="685800" y="250755"/>
            <a:ext cx="4865942" cy="215808"/>
          </a:xfrm>
          <a:prstGeom prst="rect">
            <a:avLst/>
          </a:prstGeom>
        </p:spPr>
        <p:txBody>
          <a:bodyPr anchor="t" rtlCol="false" tIns="0" lIns="0" bIns="0" rIns="0">
            <a:spAutoFit/>
          </a:bodyPr>
          <a:lstStyle/>
          <a:p>
            <a:pPr algn="l">
              <a:lnSpc>
                <a:spcPts val="1764"/>
              </a:lnSpc>
            </a:pPr>
            <a:r>
              <a:rPr lang="en-US" b="true" sz="1470" spc="-1">
                <a:solidFill>
                  <a:srgbClr val="1F4E79"/>
                </a:solidFill>
                <a:latin typeface="Arial Bold"/>
                <a:ea typeface="Arial Bold"/>
                <a:cs typeface="Arial Bold"/>
                <a:sym typeface="Arial Bold"/>
              </a:rPr>
              <a:t>2026 AI-first · Seminar T03 · Mobile Automation Testing</a:t>
            </a:r>
          </a:p>
        </p:txBody>
      </p:sp>
      <p:sp>
        <p:nvSpPr>
          <p:cNvPr name="TextBox 211" id="211"/>
          <p:cNvSpPr txBox="true"/>
          <p:nvPr/>
        </p:nvSpPr>
        <p:spPr>
          <a:xfrm rot="0">
            <a:off x="685800" y="9998488"/>
            <a:ext cx="9144000" cy="211826"/>
          </a:xfrm>
          <a:prstGeom prst="rect">
            <a:avLst/>
          </a:prstGeom>
        </p:spPr>
        <p:txBody>
          <a:bodyPr anchor="t" rtlCol="false" tIns="0" lIns="0" bIns="0" rIns="0" wrap="square">
            <a:noAutofit/>
          </a:bodyPr>
          <a:lstStyle/>
          <a:p>
            <a:pPr algn="l">
              <a:lnSpc>
                <a:spcPts val="1620"/>
              </a:lnSpc>
            </a:pPr>
            <a:r>
              <a:rPr lang="en-US" b="true" sz="1350" spc="-1">
                <a:solidFill>
                  <a:srgbClr val="FFFFFF"/>
                </a:solidFill>
                <a:latin typeface="Arial Bold"/>
                <a:ea typeface="Arial Bold"/>
                <a:cs typeface="Arial Bold"/>
                <a:sym typeface="Arial Bold"/>
              </a:rPr>
              <a:t>3 · Hai khía cạnh của kiểm thử giao diện</a:t>
            </a:r>
          </a:p>
        </p:txBody>
      </p:sp>
    </p:spTree>
  </p:cSld>
  <p:clrMapOvr>
    <a:masterClrMapping/>
  </p:clrMapOvr>
  <p:transition spd="fast">
    <p:fade/>
  </p:transition>
</p:sld>
</file>

<file path=ppt/slides/slide4.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0" y="0"/>
            <a:ext cx="18288181" cy="10287000"/>
            <a:chOff x="0" y="0"/>
            <a:chExt cx="24384241" cy="13716000"/>
          </a:xfrm>
        </p:grpSpPr>
        <p:sp>
          <p:nvSpPr>
            <p:cNvPr name="Freeform 3" id="3"/>
            <p:cNvSpPr/>
            <p:nvPr/>
          </p:nvSpPr>
          <p:spPr>
            <a:xfrm flipH="false" flipV="false" rot="0">
              <a:off x="0" y="0"/>
              <a:ext cx="24384254" cy="13716000"/>
            </a:xfrm>
            <a:custGeom>
              <a:avLst/>
              <a:gdLst/>
              <a:ahLst/>
              <a:cxnLst/>
              <a:rect r="r" b="b" t="t" l="l"/>
              <a:pathLst>
                <a:path h="13716000" w="24384254">
                  <a:moveTo>
                    <a:pt x="0" y="0"/>
                  </a:moveTo>
                  <a:lnTo>
                    <a:pt x="24384254" y="0"/>
                  </a:lnTo>
                  <a:lnTo>
                    <a:pt x="24384254" y="13716000"/>
                  </a:lnTo>
                  <a:lnTo>
                    <a:pt x="0" y="13716000"/>
                  </a:lnTo>
                  <a:lnTo>
                    <a:pt x="0" y="0"/>
                  </a:lnTo>
                  <a:close/>
                </a:path>
              </a:pathLst>
            </a:custGeom>
            <a:solidFill>
              <a:srgbClr val="FFFFFF"/>
            </a:solidFill>
          </p:spPr>
        </p:sp>
      </p:grpSp>
      <p:grpSp>
        <p:nvGrpSpPr>
          <p:cNvPr name="Group 4" id="4"/>
          <p:cNvGrpSpPr/>
          <p:nvPr/>
        </p:nvGrpSpPr>
        <p:grpSpPr>
          <a:xfrm rot="0">
            <a:off x="0" y="0"/>
            <a:ext cx="18288181" cy="10287000"/>
            <a:chOff x="0" y="0"/>
            <a:chExt cx="24384241" cy="13716000"/>
          </a:xfrm>
        </p:grpSpPr>
        <p:sp>
          <p:nvSpPr>
            <p:cNvPr name="Freeform 5" id="5"/>
            <p:cNvSpPr/>
            <p:nvPr/>
          </p:nvSpPr>
          <p:spPr>
            <a:xfrm flipH="false" flipV="false" rot="0">
              <a:off x="0" y="0"/>
              <a:ext cx="24384254" cy="13716000"/>
            </a:xfrm>
            <a:custGeom>
              <a:avLst/>
              <a:gdLst/>
              <a:ahLst/>
              <a:cxnLst/>
              <a:rect r="r" b="b" t="t" l="l"/>
              <a:pathLst>
                <a:path h="13716000" w="24384254">
                  <a:moveTo>
                    <a:pt x="0" y="0"/>
                  </a:moveTo>
                  <a:lnTo>
                    <a:pt x="24384254" y="0"/>
                  </a:lnTo>
                  <a:lnTo>
                    <a:pt x="24384254" y="13716000"/>
                  </a:lnTo>
                  <a:lnTo>
                    <a:pt x="0" y="13716000"/>
                  </a:lnTo>
                  <a:lnTo>
                    <a:pt x="0" y="0"/>
                  </a:lnTo>
                  <a:close/>
                </a:path>
              </a:pathLst>
            </a:custGeom>
            <a:solidFill>
              <a:srgbClr val="FFFFFF"/>
            </a:solidFill>
          </p:spPr>
        </p:sp>
      </p:grpSp>
      <p:grpSp>
        <p:nvGrpSpPr>
          <p:cNvPr name="Group 6" id="6"/>
          <p:cNvGrpSpPr/>
          <p:nvPr/>
        </p:nvGrpSpPr>
        <p:grpSpPr>
          <a:xfrm rot="0">
            <a:off x="0" y="0"/>
            <a:ext cx="18288181" cy="10287000"/>
            <a:chOff x="0" y="0"/>
            <a:chExt cx="24384241" cy="13716000"/>
          </a:xfrm>
        </p:grpSpPr>
        <p:sp>
          <p:nvSpPr>
            <p:cNvPr name="Freeform 7" id="7"/>
            <p:cNvSpPr/>
            <p:nvPr/>
          </p:nvSpPr>
          <p:spPr>
            <a:xfrm flipH="false" flipV="false" rot="0">
              <a:off x="0" y="0"/>
              <a:ext cx="24384254" cy="13716000"/>
            </a:xfrm>
            <a:custGeom>
              <a:avLst/>
              <a:gdLst/>
              <a:ahLst/>
              <a:cxnLst/>
              <a:rect r="r" b="b" t="t" l="l"/>
              <a:pathLst>
                <a:path h="13716000" w="24384254">
                  <a:moveTo>
                    <a:pt x="0" y="0"/>
                  </a:moveTo>
                  <a:lnTo>
                    <a:pt x="24384254" y="0"/>
                  </a:lnTo>
                  <a:lnTo>
                    <a:pt x="24384254" y="13716000"/>
                  </a:lnTo>
                  <a:lnTo>
                    <a:pt x="0" y="13716000"/>
                  </a:lnTo>
                  <a:lnTo>
                    <a:pt x="0" y="0"/>
                  </a:lnTo>
                  <a:close/>
                </a:path>
              </a:pathLst>
            </a:custGeom>
            <a:solidFill>
              <a:srgbClr val="FFFFFF"/>
            </a:solidFill>
          </p:spPr>
        </p:sp>
      </p:grpSp>
      <p:grpSp>
        <p:nvGrpSpPr>
          <p:cNvPr name="Group 8" id="8"/>
          <p:cNvGrpSpPr/>
          <p:nvPr/>
        </p:nvGrpSpPr>
        <p:grpSpPr>
          <a:xfrm rot="0">
            <a:off x="685257" y="6857457"/>
            <a:ext cx="16917124" cy="486537"/>
            <a:chOff x="0" y="0"/>
            <a:chExt cx="22556165" cy="648716"/>
          </a:xfrm>
        </p:grpSpPr>
        <p:sp>
          <p:nvSpPr>
            <p:cNvPr name="Freeform 9" id="9"/>
            <p:cNvSpPr/>
            <p:nvPr/>
          </p:nvSpPr>
          <p:spPr>
            <a:xfrm flipH="false" flipV="false" rot="0">
              <a:off x="0" y="0"/>
              <a:ext cx="22556215" cy="648716"/>
            </a:xfrm>
            <a:custGeom>
              <a:avLst/>
              <a:gdLst/>
              <a:ahLst/>
              <a:cxnLst/>
              <a:rect r="r" b="b" t="t" l="l"/>
              <a:pathLst>
                <a:path h="648716" w="22556215">
                  <a:moveTo>
                    <a:pt x="0" y="0"/>
                  </a:moveTo>
                  <a:lnTo>
                    <a:pt x="22556215" y="0"/>
                  </a:lnTo>
                  <a:lnTo>
                    <a:pt x="22556215" y="648716"/>
                  </a:lnTo>
                  <a:lnTo>
                    <a:pt x="0" y="648716"/>
                  </a:lnTo>
                  <a:lnTo>
                    <a:pt x="0" y="0"/>
                  </a:lnTo>
                  <a:close/>
                </a:path>
              </a:pathLst>
            </a:custGeom>
            <a:solidFill>
              <a:srgbClr val="375623"/>
            </a:solidFill>
          </p:spPr>
        </p:sp>
      </p:grpSp>
      <p:grpSp>
        <p:nvGrpSpPr>
          <p:cNvPr name="Group 10" id="10"/>
          <p:cNvGrpSpPr/>
          <p:nvPr/>
        </p:nvGrpSpPr>
        <p:grpSpPr>
          <a:xfrm rot="0">
            <a:off x="685257" y="3343142"/>
            <a:ext cx="8287379" cy="500577"/>
            <a:chOff x="0" y="0"/>
            <a:chExt cx="11049838" cy="667436"/>
          </a:xfrm>
        </p:grpSpPr>
        <p:sp>
          <p:nvSpPr>
            <p:cNvPr name="Freeform 11" id="11"/>
            <p:cNvSpPr/>
            <p:nvPr/>
          </p:nvSpPr>
          <p:spPr>
            <a:xfrm flipH="false" flipV="false" rot="0">
              <a:off x="0" y="0"/>
              <a:ext cx="11049889" cy="667385"/>
            </a:xfrm>
            <a:custGeom>
              <a:avLst/>
              <a:gdLst/>
              <a:ahLst/>
              <a:cxnLst/>
              <a:rect r="r" b="b" t="t" l="l"/>
              <a:pathLst>
                <a:path h="667385" w="11049889">
                  <a:moveTo>
                    <a:pt x="0" y="0"/>
                  </a:moveTo>
                  <a:lnTo>
                    <a:pt x="11049889" y="0"/>
                  </a:lnTo>
                  <a:lnTo>
                    <a:pt x="11049889" y="667385"/>
                  </a:lnTo>
                  <a:lnTo>
                    <a:pt x="0" y="667385"/>
                  </a:lnTo>
                  <a:lnTo>
                    <a:pt x="0" y="0"/>
                  </a:lnTo>
                  <a:close/>
                </a:path>
              </a:pathLst>
            </a:custGeom>
            <a:solidFill>
              <a:srgbClr val="1F4E79"/>
            </a:solidFill>
          </p:spPr>
        </p:sp>
      </p:grpSp>
      <p:sp>
        <p:nvSpPr>
          <p:cNvPr name="TextBox 12" id="12"/>
          <p:cNvSpPr txBox="true"/>
          <p:nvPr/>
        </p:nvSpPr>
        <p:spPr>
          <a:xfrm rot="0">
            <a:off x="685800" y="2190093"/>
            <a:ext cx="13184638" cy="625469"/>
          </a:xfrm>
          <a:prstGeom prst="rect">
            <a:avLst/>
          </a:prstGeom>
        </p:spPr>
        <p:txBody>
          <a:bodyPr anchor="t" rtlCol="false" tIns="0" lIns="0" bIns="0" rIns="0">
            <a:spAutoFit/>
          </a:bodyPr>
          <a:lstStyle/>
          <a:p>
            <a:pPr algn="l">
              <a:lnSpc>
                <a:spcPts val="5130"/>
              </a:lnSpc>
            </a:pPr>
            <a:r>
              <a:rPr lang="en-US" b="true" sz="4275" spc="-1">
                <a:solidFill>
                  <a:srgbClr val="1F4E79"/>
                </a:solidFill>
                <a:latin typeface="Arial Bold"/>
                <a:ea typeface="Arial Bold"/>
                <a:cs typeface="Arial Bold"/>
                <a:sym typeface="Arial Bold"/>
              </a:rPr>
              <a:t>Khảo sát công cụ — truyền thống và AI-augmented</a:t>
            </a:r>
          </a:p>
        </p:txBody>
      </p:sp>
      <p:sp>
        <p:nvSpPr>
          <p:cNvPr name="TextBox 13" id="13"/>
          <p:cNvSpPr txBox="true"/>
          <p:nvPr/>
        </p:nvSpPr>
        <p:spPr>
          <a:xfrm rot="0">
            <a:off x="3969544" y="3416779"/>
            <a:ext cx="1738255" cy="314087"/>
          </a:xfrm>
          <a:prstGeom prst="rect">
            <a:avLst/>
          </a:prstGeom>
        </p:spPr>
        <p:txBody>
          <a:bodyPr anchor="t" rtlCol="false" tIns="0" lIns="0" bIns="0" rIns="0">
            <a:spAutoFit/>
          </a:bodyPr>
          <a:lstStyle/>
          <a:p>
            <a:pPr algn="l">
              <a:lnSpc>
                <a:spcPts val="2574"/>
              </a:lnSpc>
            </a:pPr>
            <a:r>
              <a:rPr lang="en-US" b="true" sz="2145" spc="-1">
                <a:solidFill>
                  <a:srgbClr val="FFFFFF"/>
                </a:solidFill>
                <a:latin typeface="Arial Bold"/>
                <a:ea typeface="Arial Bold"/>
                <a:cs typeface="Arial Bold"/>
                <a:sym typeface="Arial Bold"/>
              </a:rPr>
              <a:t>Truyền thống</a:t>
            </a:r>
          </a:p>
        </p:txBody>
      </p:sp>
      <p:sp>
        <p:nvSpPr>
          <p:cNvPr name="TextBox 14" id="14"/>
          <p:cNvSpPr txBox="true"/>
          <p:nvPr/>
        </p:nvSpPr>
        <p:spPr>
          <a:xfrm rot="0">
            <a:off x="685800" y="3948132"/>
            <a:ext cx="7865097" cy="346481"/>
          </a:xfrm>
          <a:prstGeom prst="rect">
            <a:avLst/>
          </a:prstGeom>
        </p:spPr>
        <p:txBody>
          <a:bodyPr anchor="t" rtlCol="false" tIns="0" lIns="0" bIns="0" rIns="0">
            <a:spAutoFit/>
          </a:bodyPr>
          <a:lstStyle/>
          <a:p>
            <a:pPr algn="l">
              <a:lnSpc>
                <a:spcPts val="2844"/>
              </a:lnSpc>
            </a:pPr>
            <a:r>
              <a:rPr lang="en-US" b="true" sz="2370" spc="-1">
                <a:solidFill>
                  <a:srgbClr val="222222"/>
                </a:solidFill>
                <a:latin typeface="Arial Bold"/>
                <a:ea typeface="Arial Bold"/>
                <a:cs typeface="Arial Bold"/>
                <a:sym typeface="Arial Bold"/>
              </a:rPr>
              <a:t>Appium 2 </a:t>
            </a:r>
            <a:r>
              <a:rPr lang="en-US" sz="2370" spc="-1">
                <a:solidFill>
                  <a:srgbClr val="222222"/>
                </a:solidFill>
                <a:latin typeface="Arial"/>
                <a:ea typeface="Arial"/>
                <a:cs typeface="Arial"/>
                <a:sym typeface="Arial"/>
              </a:rPr>
              <a:t>— chuẩn WebDriver, đứng ngoài app, Android +</a:t>
            </a:r>
          </a:p>
        </p:txBody>
      </p:sp>
      <p:grpSp>
        <p:nvGrpSpPr>
          <p:cNvPr name="Group 15" id="15"/>
          <p:cNvGrpSpPr/>
          <p:nvPr/>
        </p:nvGrpSpPr>
        <p:grpSpPr>
          <a:xfrm rot="0">
            <a:off x="4357259" y="4343219"/>
            <a:ext cx="300780" cy="300238"/>
            <a:chOff x="0" y="0"/>
            <a:chExt cx="401041" cy="400317"/>
          </a:xfrm>
        </p:grpSpPr>
        <p:sp>
          <p:nvSpPr>
            <p:cNvPr name="Freeform 16" id="16"/>
            <p:cNvSpPr/>
            <p:nvPr/>
          </p:nvSpPr>
          <p:spPr>
            <a:xfrm flipH="false" flipV="false" rot="0">
              <a:off x="0" y="0"/>
              <a:ext cx="401066" cy="400304"/>
            </a:xfrm>
            <a:custGeom>
              <a:avLst/>
              <a:gdLst/>
              <a:ahLst/>
              <a:cxnLst/>
              <a:rect r="r" b="b" t="t" l="l"/>
              <a:pathLst>
                <a:path h="400304" w="401066">
                  <a:moveTo>
                    <a:pt x="401066" y="356362"/>
                  </a:moveTo>
                  <a:cubicBezTo>
                    <a:pt x="401066" y="380873"/>
                    <a:pt x="380238" y="400304"/>
                    <a:pt x="355727" y="400304"/>
                  </a:cubicBezTo>
                  <a:lnTo>
                    <a:pt x="44577" y="400304"/>
                  </a:lnTo>
                  <a:cubicBezTo>
                    <a:pt x="20193" y="400304"/>
                    <a:pt x="0" y="380873"/>
                    <a:pt x="0" y="356362"/>
                  </a:cubicBezTo>
                  <a:lnTo>
                    <a:pt x="0" y="45339"/>
                  </a:lnTo>
                  <a:cubicBezTo>
                    <a:pt x="0" y="20193"/>
                    <a:pt x="20193" y="0"/>
                    <a:pt x="44577" y="0"/>
                  </a:cubicBezTo>
                  <a:lnTo>
                    <a:pt x="355727" y="0"/>
                  </a:lnTo>
                  <a:cubicBezTo>
                    <a:pt x="380238" y="0"/>
                    <a:pt x="401066" y="20193"/>
                    <a:pt x="401066" y="45339"/>
                  </a:cubicBezTo>
                  <a:lnTo>
                    <a:pt x="401066" y="356362"/>
                  </a:lnTo>
                  <a:close/>
                </a:path>
              </a:pathLst>
            </a:custGeom>
            <a:solidFill>
              <a:srgbClr val="77B255"/>
            </a:solidFill>
          </p:spPr>
        </p:sp>
      </p:grpSp>
      <p:grpSp>
        <p:nvGrpSpPr>
          <p:cNvPr name="Group 17" id="17"/>
          <p:cNvGrpSpPr/>
          <p:nvPr/>
        </p:nvGrpSpPr>
        <p:grpSpPr>
          <a:xfrm rot="0">
            <a:off x="4404779" y="4392901"/>
            <a:ext cx="206283" cy="202502"/>
            <a:chOff x="0" y="0"/>
            <a:chExt cx="275044" cy="270002"/>
          </a:xfrm>
        </p:grpSpPr>
        <p:sp>
          <p:nvSpPr>
            <p:cNvPr name="Freeform 18" id="18"/>
            <p:cNvSpPr/>
            <p:nvPr/>
          </p:nvSpPr>
          <p:spPr>
            <a:xfrm flipH="false" flipV="false" rot="0">
              <a:off x="218" y="-209"/>
              <a:ext cx="275209" cy="270211"/>
            </a:xfrm>
            <a:custGeom>
              <a:avLst/>
              <a:gdLst/>
              <a:ahLst/>
              <a:cxnLst/>
              <a:rect r="r" b="b" t="t" l="l"/>
              <a:pathLst>
                <a:path h="270211" w="275209">
                  <a:moveTo>
                    <a:pt x="262545" y="4527"/>
                  </a:moveTo>
                  <a:cubicBezTo>
                    <a:pt x="249591" y="-4109"/>
                    <a:pt x="232319" y="209"/>
                    <a:pt x="224445" y="12401"/>
                  </a:cubicBezTo>
                  <a:lnTo>
                    <a:pt x="103414" y="198964"/>
                  </a:lnTo>
                  <a:lnTo>
                    <a:pt x="47280" y="147783"/>
                  </a:lnTo>
                  <a:cubicBezTo>
                    <a:pt x="36485" y="136988"/>
                    <a:pt x="17816" y="137750"/>
                    <a:pt x="7656" y="149180"/>
                  </a:cubicBezTo>
                  <a:cubicBezTo>
                    <a:pt x="-3139" y="159975"/>
                    <a:pt x="-2377" y="178009"/>
                    <a:pt x="9053" y="188042"/>
                  </a:cubicBezTo>
                  <a:lnTo>
                    <a:pt x="89698" y="262972"/>
                  </a:lnTo>
                  <a:cubicBezTo>
                    <a:pt x="94778" y="268052"/>
                    <a:pt x="101890" y="270211"/>
                    <a:pt x="108367" y="270211"/>
                  </a:cubicBezTo>
                  <a:cubicBezTo>
                    <a:pt x="116241" y="270211"/>
                    <a:pt x="125639" y="267290"/>
                    <a:pt x="132116" y="258019"/>
                  </a:cubicBezTo>
                  <a:cubicBezTo>
                    <a:pt x="135672" y="252304"/>
                    <a:pt x="271054" y="42754"/>
                    <a:pt x="271054" y="42754"/>
                  </a:cubicBezTo>
                  <a:cubicBezTo>
                    <a:pt x="278928" y="30562"/>
                    <a:pt x="275372" y="13290"/>
                    <a:pt x="262418" y="4654"/>
                  </a:cubicBezTo>
                  <a:close/>
                </a:path>
              </a:pathLst>
            </a:custGeom>
            <a:solidFill>
              <a:srgbClr val="FFFFFF"/>
            </a:solidFill>
          </p:spPr>
        </p:sp>
      </p:grpSp>
      <p:sp>
        <p:nvSpPr>
          <p:cNvPr name="TextBox 19" id="19"/>
          <p:cNvSpPr txBox="true"/>
          <p:nvPr/>
        </p:nvSpPr>
        <p:spPr>
          <a:xfrm rot="0">
            <a:off x="685800" y="4333694"/>
            <a:ext cx="3628796" cy="346481"/>
          </a:xfrm>
          <a:prstGeom prst="rect">
            <a:avLst/>
          </a:prstGeom>
        </p:spPr>
        <p:txBody>
          <a:bodyPr anchor="t" rtlCol="false" tIns="0" lIns="0" bIns="0" rIns="0">
            <a:spAutoFit/>
          </a:bodyPr>
          <a:lstStyle/>
          <a:p>
            <a:pPr algn="l">
              <a:lnSpc>
                <a:spcPts val="2844"/>
              </a:lnSpc>
            </a:pPr>
            <a:r>
              <a:rPr lang="en-US" sz="2370" spc="-1">
                <a:solidFill>
                  <a:srgbClr val="222222"/>
                </a:solidFill>
                <a:latin typeface="Arial"/>
                <a:ea typeface="Arial"/>
                <a:cs typeface="Arial"/>
                <a:sym typeface="Arial"/>
              </a:rPr>
              <a:t>iOS, không cần mã nguồn. </a:t>
            </a:r>
          </a:p>
        </p:txBody>
      </p:sp>
      <p:sp>
        <p:nvSpPr>
          <p:cNvPr name="TextBox 20" id="20"/>
          <p:cNvSpPr txBox="true"/>
          <p:nvPr/>
        </p:nvSpPr>
        <p:spPr>
          <a:xfrm rot="0">
            <a:off x="4666678" y="4333694"/>
            <a:ext cx="3473282" cy="346481"/>
          </a:xfrm>
          <a:prstGeom prst="rect">
            <a:avLst/>
          </a:prstGeom>
        </p:spPr>
        <p:txBody>
          <a:bodyPr anchor="t" rtlCol="false" tIns="0" lIns="0" bIns="0" rIns="0">
            <a:spAutoFit/>
          </a:bodyPr>
          <a:lstStyle/>
          <a:p>
            <a:pPr algn="l">
              <a:lnSpc>
                <a:spcPts val="2844"/>
              </a:lnSpc>
            </a:pPr>
            <a:r>
              <a:rPr lang="en-US" sz="2370" spc="-1">
                <a:solidFill>
                  <a:srgbClr val="222222"/>
                </a:solidFill>
                <a:latin typeface="Arial"/>
                <a:ea typeface="Arial"/>
                <a:cs typeface="Arial"/>
                <a:sym typeface="Arial"/>
              </a:rPr>
              <a:t> </a:t>
            </a:r>
            <a:r>
              <a:rPr lang="en-US" b="true" sz="2370" spc="-1">
                <a:solidFill>
                  <a:srgbClr val="222222"/>
                </a:solidFill>
                <a:latin typeface="Arial Bold"/>
                <a:ea typeface="Arial Bold"/>
                <a:cs typeface="Arial Bold"/>
                <a:sym typeface="Arial Bold"/>
              </a:rPr>
              <a:t>chọn làm lớp functional</a:t>
            </a:r>
          </a:p>
        </p:txBody>
      </p:sp>
      <p:sp>
        <p:nvSpPr>
          <p:cNvPr name="TextBox 21" id="21"/>
          <p:cNvSpPr txBox="true"/>
          <p:nvPr/>
        </p:nvSpPr>
        <p:spPr>
          <a:xfrm rot="0">
            <a:off x="685800" y="4719799"/>
            <a:ext cx="8006582" cy="346481"/>
          </a:xfrm>
          <a:prstGeom prst="rect">
            <a:avLst/>
          </a:prstGeom>
        </p:spPr>
        <p:txBody>
          <a:bodyPr anchor="t" rtlCol="false" tIns="0" lIns="0" bIns="0" rIns="0">
            <a:spAutoFit/>
          </a:bodyPr>
          <a:lstStyle/>
          <a:p>
            <a:pPr algn="l">
              <a:lnSpc>
                <a:spcPts val="2844"/>
              </a:lnSpc>
            </a:pPr>
            <a:r>
              <a:rPr lang="en-US" b="true" sz="2370" spc="-1">
                <a:solidFill>
                  <a:srgbClr val="222222"/>
                </a:solidFill>
                <a:latin typeface="Arial Bold"/>
                <a:ea typeface="Arial Bold"/>
                <a:cs typeface="Arial Bold"/>
                <a:sym typeface="Arial Bold"/>
              </a:rPr>
              <a:t>Espresso </a:t>
            </a:r>
            <a:r>
              <a:rPr lang="en-US" sz="2370" spc="-1">
                <a:solidFill>
                  <a:srgbClr val="222222"/>
                </a:solidFill>
                <a:latin typeface="Arial"/>
                <a:ea typeface="Arial"/>
                <a:cs typeface="Arial"/>
                <a:sym typeface="Arial"/>
              </a:rPr>
              <a:t>— chạy trong app, nhanh, chỉ Android, viết Kotlin.</a:t>
            </a:r>
          </a:p>
        </p:txBody>
      </p:sp>
      <p:sp>
        <p:nvSpPr>
          <p:cNvPr name="TextBox 22" id="22"/>
          <p:cNvSpPr txBox="true"/>
          <p:nvPr/>
        </p:nvSpPr>
        <p:spPr>
          <a:xfrm rot="0">
            <a:off x="685800" y="5103390"/>
            <a:ext cx="299704" cy="369513"/>
          </a:xfrm>
          <a:prstGeom prst="rect">
            <a:avLst/>
          </a:prstGeom>
        </p:spPr>
        <p:txBody>
          <a:bodyPr anchor="t" rtlCol="false" tIns="0" lIns="0" bIns="0" rIns="0">
            <a:spAutoFit/>
          </a:bodyPr>
          <a:lstStyle/>
          <a:p>
            <a:pPr algn="l">
              <a:lnSpc>
                <a:spcPts val="2844"/>
              </a:lnSpc>
            </a:pPr>
            <a:r>
              <a:rPr lang="en-US" sz="2370" spc="-1">
                <a:solidFill>
                  <a:srgbClr val="222222"/>
                </a:solidFill>
                <a:latin typeface="DejaVu Sans Light"/>
                <a:ea typeface="DejaVu Sans Light"/>
                <a:cs typeface="DejaVu Sans Light"/>
                <a:sym typeface="DejaVu Sans Light"/>
              </a:rPr>
              <a:t>✗</a:t>
            </a:r>
          </a:p>
        </p:txBody>
      </p:sp>
      <p:sp>
        <p:nvSpPr>
          <p:cNvPr name="TextBox 23" id="23"/>
          <p:cNvSpPr txBox="true"/>
          <p:nvPr/>
        </p:nvSpPr>
        <p:spPr>
          <a:xfrm rot="0">
            <a:off x="685800" y="5505498"/>
            <a:ext cx="7789497" cy="346481"/>
          </a:xfrm>
          <a:prstGeom prst="rect">
            <a:avLst/>
          </a:prstGeom>
        </p:spPr>
        <p:txBody>
          <a:bodyPr anchor="t" rtlCol="false" tIns="0" lIns="0" bIns="0" rIns="0">
            <a:spAutoFit/>
          </a:bodyPr>
          <a:lstStyle/>
          <a:p>
            <a:pPr algn="l">
              <a:lnSpc>
                <a:spcPts val="2844"/>
              </a:lnSpc>
            </a:pPr>
            <a:r>
              <a:rPr lang="en-US" b="true" sz="2370" spc="-1">
                <a:solidFill>
                  <a:srgbClr val="222222"/>
                </a:solidFill>
                <a:latin typeface="Arial Bold"/>
                <a:ea typeface="Arial Bold"/>
                <a:cs typeface="Arial Bold"/>
                <a:sym typeface="Arial Bold"/>
              </a:rPr>
              <a:t>Detox </a:t>
            </a:r>
            <a:r>
              <a:rPr lang="en-US" sz="2370" spc="-1">
                <a:solidFill>
                  <a:srgbClr val="222222"/>
                </a:solidFill>
                <a:latin typeface="Arial"/>
                <a:ea typeface="Arial"/>
                <a:cs typeface="Arial"/>
                <a:sym typeface="Arial"/>
              </a:rPr>
              <a:t>— cho React Native, tự đồng bộ animation/network,</a:t>
            </a:r>
          </a:p>
        </p:txBody>
      </p:sp>
      <p:sp>
        <p:nvSpPr>
          <p:cNvPr name="TextBox 24" id="24"/>
          <p:cNvSpPr txBox="true"/>
          <p:nvPr/>
        </p:nvSpPr>
        <p:spPr>
          <a:xfrm rot="0">
            <a:off x="685800" y="5891051"/>
            <a:ext cx="7922343" cy="346481"/>
          </a:xfrm>
          <a:prstGeom prst="rect">
            <a:avLst/>
          </a:prstGeom>
        </p:spPr>
        <p:txBody>
          <a:bodyPr anchor="t" rtlCol="false" tIns="0" lIns="0" bIns="0" rIns="0">
            <a:spAutoFit/>
          </a:bodyPr>
          <a:lstStyle/>
          <a:p>
            <a:pPr algn="l">
              <a:lnSpc>
                <a:spcPts val="2844"/>
              </a:lnSpc>
            </a:pPr>
            <a:r>
              <a:rPr lang="en-US" sz="2370" spc="-1">
                <a:solidFill>
                  <a:srgbClr val="222222"/>
                </a:solidFill>
                <a:latin typeface="Arial"/>
                <a:ea typeface="Arial"/>
                <a:cs typeface="Arial"/>
                <a:sym typeface="Arial"/>
              </a:rPr>
              <a:t>cần build riêng và Node 22, chỉ JS. </a:t>
            </a:r>
            <a:r>
              <a:rPr lang="en-US" b="true" sz="2370" spc="-1">
                <a:solidFill>
                  <a:srgbClr val="222222"/>
                </a:solidFill>
                <a:latin typeface="Arial Bold"/>
                <a:ea typeface="Arial Bold"/>
                <a:cs typeface="Arial Bold"/>
                <a:sym typeface="Arial Bold"/>
              </a:rPr>
              <a:t>Đã chạy thử cùng kịch</a:t>
            </a:r>
          </a:p>
        </p:txBody>
      </p:sp>
      <p:grpSp>
        <p:nvGrpSpPr>
          <p:cNvPr name="Group 25" id="25"/>
          <p:cNvGrpSpPr/>
          <p:nvPr/>
        </p:nvGrpSpPr>
        <p:grpSpPr>
          <a:xfrm rot="0">
            <a:off x="9315002" y="3343142"/>
            <a:ext cx="8287379" cy="500577"/>
            <a:chOff x="0" y="0"/>
            <a:chExt cx="11049838" cy="667436"/>
          </a:xfrm>
        </p:grpSpPr>
        <p:sp>
          <p:nvSpPr>
            <p:cNvPr name="Freeform 26" id="26"/>
            <p:cNvSpPr/>
            <p:nvPr/>
          </p:nvSpPr>
          <p:spPr>
            <a:xfrm flipH="false" flipV="false" rot="0">
              <a:off x="0" y="0"/>
              <a:ext cx="11049889" cy="667385"/>
            </a:xfrm>
            <a:custGeom>
              <a:avLst/>
              <a:gdLst/>
              <a:ahLst/>
              <a:cxnLst/>
              <a:rect r="r" b="b" t="t" l="l"/>
              <a:pathLst>
                <a:path h="667385" w="11049889">
                  <a:moveTo>
                    <a:pt x="0" y="0"/>
                  </a:moveTo>
                  <a:lnTo>
                    <a:pt x="11049889" y="0"/>
                  </a:lnTo>
                  <a:lnTo>
                    <a:pt x="11049889" y="667385"/>
                  </a:lnTo>
                  <a:lnTo>
                    <a:pt x="0" y="667385"/>
                  </a:lnTo>
                  <a:lnTo>
                    <a:pt x="0" y="0"/>
                  </a:lnTo>
                  <a:close/>
                </a:path>
              </a:pathLst>
            </a:custGeom>
            <a:solidFill>
              <a:srgbClr val="C00000"/>
            </a:solidFill>
          </p:spPr>
        </p:sp>
      </p:grpSp>
      <p:sp>
        <p:nvSpPr>
          <p:cNvPr name="TextBox 27" id="27"/>
          <p:cNvSpPr txBox="true"/>
          <p:nvPr/>
        </p:nvSpPr>
        <p:spPr>
          <a:xfrm rot="0">
            <a:off x="685800" y="6277156"/>
            <a:ext cx="7216016" cy="346481"/>
          </a:xfrm>
          <a:prstGeom prst="rect">
            <a:avLst/>
          </a:prstGeom>
        </p:spPr>
        <p:txBody>
          <a:bodyPr anchor="t" rtlCol="false" tIns="0" lIns="0" bIns="0" rIns="0">
            <a:spAutoFit/>
          </a:bodyPr>
          <a:lstStyle/>
          <a:p>
            <a:pPr algn="l">
              <a:lnSpc>
                <a:spcPts val="2844"/>
              </a:lnSpc>
            </a:pPr>
            <a:r>
              <a:rPr lang="en-US" b="true" sz="2370" spc="-1">
                <a:solidFill>
                  <a:srgbClr val="222222"/>
                </a:solidFill>
                <a:latin typeface="Arial Bold"/>
                <a:ea typeface="Arial Bold"/>
                <a:cs typeface="Arial Bold"/>
                <a:sym typeface="Arial Bold"/>
              </a:rPr>
              <a:t>bản: 3/3 lượt pass. </a:t>
            </a:r>
            <a:r>
              <a:rPr lang="en-US" sz="2370" spc="-1">
                <a:solidFill>
                  <a:srgbClr val="222222"/>
                </a:solidFill>
                <a:latin typeface="Arial"/>
                <a:ea typeface="Arial"/>
                <a:cs typeface="Arial"/>
                <a:sym typeface="Arial"/>
              </a:rPr>
              <a:t>Hợp khi đội RN chỉ cần CI nhanh.</a:t>
            </a:r>
          </a:p>
        </p:txBody>
      </p:sp>
      <p:sp>
        <p:nvSpPr>
          <p:cNvPr name="TextBox 28" id="28"/>
          <p:cNvSpPr txBox="true"/>
          <p:nvPr/>
        </p:nvSpPr>
        <p:spPr>
          <a:xfrm rot="0">
            <a:off x="12553921" y="3416779"/>
            <a:ext cx="1813855" cy="314087"/>
          </a:xfrm>
          <a:prstGeom prst="rect">
            <a:avLst/>
          </a:prstGeom>
        </p:spPr>
        <p:txBody>
          <a:bodyPr anchor="t" rtlCol="false" tIns="0" lIns="0" bIns="0" rIns="0">
            <a:spAutoFit/>
          </a:bodyPr>
          <a:lstStyle/>
          <a:p>
            <a:pPr algn="l">
              <a:lnSpc>
                <a:spcPts val="2574"/>
              </a:lnSpc>
            </a:pPr>
            <a:r>
              <a:rPr lang="en-US" b="true" sz="2145" spc="-1">
                <a:solidFill>
                  <a:srgbClr val="FFFFFF"/>
                </a:solidFill>
                <a:latin typeface="Arial Bold"/>
                <a:ea typeface="Arial Bold"/>
                <a:cs typeface="Arial Bold"/>
                <a:sym typeface="Arial Bold"/>
              </a:rPr>
              <a:t>AI-augmented</a:t>
            </a:r>
          </a:p>
        </p:txBody>
      </p:sp>
      <p:sp>
        <p:nvSpPr>
          <p:cNvPr name="TextBox 29" id="29"/>
          <p:cNvSpPr txBox="true"/>
          <p:nvPr/>
        </p:nvSpPr>
        <p:spPr>
          <a:xfrm rot="0">
            <a:off x="9315536" y="3948132"/>
            <a:ext cx="7803537" cy="346481"/>
          </a:xfrm>
          <a:prstGeom prst="rect">
            <a:avLst/>
          </a:prstGeom>
        </p:spPr>
        <p:txBody>
          <a:bodyPr anchor="t" rtlCol="false" tIns="0" lIns="0" bIns="0" rIns="0">
            <a:spAutoFit/>
          </a:bodyPr>
          <a:lstStyle/>
          <a:p>
            <a:pPr algn="l">
              <a:lnSpc>
                <a:spcPts val="2844"/>
              </a:lnSpc>
            </a:pPr>
            <a:r>
              <a:rPr lang="en-US" b="true" sz="2370" spc="-1">
                <a:solidFill>
                  <a:srgbClr val="222222"/>
                </a:solidFill>
                <a:latin typeface="Arial Bold"/>
                <a:ea typeface="Arial Bold"/>
                <a:cs typeface="Arial Bold"/>
                <a:sym typeface="Arial Bold"/>
              </a:rPr>
              <a:t>Applitools Eyes </a:t>
            </a:r>
            <a:r>
              <a:rPr lang="en-US" sz="2370" spc="-1">
                <a:solidFill>
                  <a:srgbClr val="222222"/>
                </a:solidFill>
                <a:latin typeface="Arial"/>
                <a:ea typeface="Arial"/>
                <a:cs typeface="Arial"/>
                <a:sym typeface="Arial"/>
              </a:rPr>
              <a:t>— so ảnh với baseline bằng Visual AI, có</a:t>
            </a:r>
          </a:p>
        </p:txBody>
      </p:sp>
      <p:grpSp>
        <p:nvGrpSpPr>
          <p:cNvPr name="Group 30" id="30"/>
          <p:cNvGrpSpPr/>
          <p:nvPr/>
        </p:nvGrpSpPr>
        <p:grpSpPr>
          <a:xfrm rot="0">
            <a:off x="14873221" y="4343219"/>
            <a:ext cx="300238" cy="300238"/>
            <a:chOff x="0" y="0"/>
            <a:chExt cx="400317" cy="400317"/>
          </a:xfrm>
        </p:grpSpPr>
        <p:sp>
          <p:nvSpPr>
            <p:cNvPr name="Freeform 31" id="31"/>
            <p:cNvSpPr/>
            <p:nvPr/>
          </p:nvSpPr>
          <p:spPr>
            <a:xfrm flipH="false" flipV="false" rot="0">
              <a:off x="0" y="0"/>
              <a:ext cx="400304" cy="400304"/>
            </a:xfrm>
            <a:custGeom>
              <a:avLst/>
              <a:gdLst/>
              <a:ahLst/>
              <a:cxnLst/>
              <a:rect r="r" b="b" t="t" l="l"/>
              <a:pathLst>
                <a:path h="400304" w="400304">
                  <a:moveTo>
                    <a:pt x="400304" y="356362"/>
                  </a:moveTo>
                  <a:cubicBezTo>
                    <a:pt x="400304" y="380873"/>
                    <a:pt x="380873" y="400304"/>
                    <a:pt x="356362" y="400304"/>
                  </a:cubicBezTo>
                  <a:lnTo>
                    <a:pt x="43942" y="400304"/>
                  </a:lnTo>
                  <a:cubicBezTo>
                    <a:pt x="19431" y="400304"/>
                    <a:pt x="0" y="380873"/>
                    <a:pt x="0" y="356362"/>
                  </a:cubicBezTo>
                  <a:lnTo>
                    <a:pt x="0" y="45339"/>
                  </a:lnTo>
                  <a:cubicBezTo>
                    <a:pt x="0" y="20193"/>
                    <a:pt x="19431" y="0"/>
                    <a:pt x="43942" y="0"/>
                  </a:cubicBezTo>
                  <a:lnTo>
                    <a:pt x="356362" y="0"/>
                  </a:lnTo>
                  <a:cubicBezTo>
                    <a:pt x="380873" y="0"/>
                    <a:pt x="400304" y="20193"/>
                    <a:pt x="400304" y="45339"/>
                  </a:cubicBezTo>
                  <a:lnTo>
                    <a:pt x="400304" y="356362"/>
                  </a:lnTo>
                  <a:close/>
                </a:path>
              </a:pathLst>
            </a:custGeom>
            <a:solidFill>
              <a:srgbClr val="77B255"/>
            </a:solidFill>
          </p:spPr>
        </p:sp>
      </p:grpSp>
      <p:grpSp>
        <p:nvGrpSpPr>
          <p:cNvPr name="Group 32" id="32"/>
          <p:cNvGrpSpPr/>
          <p:nvPr/>
        </p:nvGrpSpPr>
        <p:grpSpPr>
          <a:xfrm rot="0">
            <a:off x="14920741" y="4392901"/>
            <a:ext cx="206283" cy="202502"/>
            <a:chOff x="0" y="0"/>
            <a:chExt cx="275044" cy="270002"/>
          </a:xfrm>
        </p:grpSpPr>
        <p:sp>
          <p:nvSpPr>
            <p:cNvPr name="Freeform 33" id="33"/>
            <p:cNvSpPr/>
            <p:nvPr/>
          </p:nvSpPr>
          <p:spPr>
            <a:xfrm flipH="false" flipV="false" rot="0">
              <a:off x="-120" y="-209"/>
              <a:ext cx="274912" cy="270211"/>
            </a:xfrm>
            <a:custGeom>
              <a:avLst/>
              <a:gdLst/>
              <a:ahLst/>
              <a:cxnLst/>
              <a:rect r="r" b="b" t="t" l="l"/>
              <a:pathLst>
                <a:path h="270211" w="274912">
                  <a:moveTo>
                    <a:pt x="262248" y="4527"/>
                  </a:moveTo>
                  <a:cubicBezTo>
                    <a:pt x="249294" y="-4109"/>
                    <a:pt x="232022" y="209"/>
                    <a:pt x="223259" y="12401"/>
                  </a:cubicBezTo>
                  <a:lnTo>
                    <a:pt x="102355" y="198964"/>
                  </a:lnTo>
                  <a:lnTo>
                    <a:pt x="46983" y="147783"/>
                  </a:lnTo>
                  <a:cubicBezTo>
                    <a:pt x="35426" y="136988"/>
                    <a:pt x="17519" y="137750"/>
                    <a:pt x="7359" y="149180"/>
                  </a:cubicBezTo>
                  <a:cubicBezTo>
                    <a:pt x="-2674" y="159975"/>
                    <a:pt x="-2674" y="178009"/>
                    <a:pt x="8756" y="188042"/>
                  </a:cubicBezTo>
                  <a:lnTo>
                    <a:pt x="88639" y="262972"/>
                  </a:lnTo>
                  <a:cubicBezTo>
                    <a:pt x="94354" y="268052"/>
                    <a:pt x="100831" y="270211"/>
                    <a:pt x="108070" y="270211"/>
                  </a:cubicBezTo>
                  <a:cubicBezTo>
                    <a:pt x="115309" y="270211"/>
                    <a:pt x="124580" y="267290"/>
                    <a:pt x="131057" y="258019"/>
                  </a:cubicBezTo>
                  <a:cubicBezTo>
                    <a:pt x="134613" y="252304"/>
                    <a:pt x="270757" y="42754"/>
                    <a:pt x="270757" y="42754"/>
                  </a:cubicBezTo>
                  <a:cubicBezTo>
                    <a:pt x="278631" y="30562"/>
                    <a:pt x="275075" y="13290"/>
                    <a:pt x="262121" y="4654"/>
                  </a:cubicBezTo>
                  <a:close/>
                </a:path>
              </a:pathLst>
            </a:custGeom>
            <a:solidFill>
              <a:srgbClr val="FFFFFF"/>
            </a:solidFill>
          </p:spPr>
        </p:sp>
      </p:grpSp>
      <p:sp>
        <p:nvSpPr>
          <p:cNvPr name="TextBox 34" id="34"/>
          <p:cNvSpPr txBox="true"/>
          <p:nvPr/>
        </p:nvSpPr>
        <p:spPr>
          <a:xfrm rot="0">
            <a:off x="9315536" y="4333694"/>
            <a:ext cx="5510155" cy="346481"/>
          </a:xfrm>
          <a:prstGeom prst="rect">
            <a:avLst/>
          </a:prstGeom>
        </p:spPr>
        <p:txBody>
          <a:bodyPr anchor="t" rtlCol="false" tIns="0" lIns="0" bIns="0" rIns="0">
            <a:spAutoFit/>
          </a:bodyPr>
          <a:lstStyle/>
          <a:p>
            <a:pPr algn="l">
              <a:lnSpc>
                <a:spcPts val="2844"/>
              </a:lnSpc>
            </a:pPr>
            <a:r>
              <a:rPr lang="en-US" sz="2370" spc="-1">
                <a:solidFill>
                  <a:srgbClr val="222222"/>
                </a:solidFill>
                <a:latin typeface="Arial"/>
                <a:ea typeface="Arial"/>
                <a:cs typeface="Arial"/>
                <a:sym typeface="Arial"/>
              </a:rPr>
              <a:t>ignore/layout region và dashboard duyệt. </a:t>
            </a:r>
          </a:p>
        </p:txBody>
      </p:sp>
      <p:sp>
        <p:nvSpPr>
          <p:cNvPr name="TextBox 35" id="35"/>
          <p:cNvSpPr txBox="true"/>
          <p:nvPr/>
        </p:nvSpPr>
        <p:spPr>
          <a:xfrm rot="0">
            <a:off x="15181564" y="4333694"/>
            <a:ext cx="1957502" cy="346481"/>
          </a:xfrm>
          <a:prstGeom prst="rect">
            <a:avLst/>
          </a:prstGeom>
        </p:spPr>
        <p:txBody>
          <a:bodyPr anchor="t" rtlCol="false" tIns="0" lIns="0" bIns="0" rIns="0">
            <a:spAutoFit/>
          </a:bodyPr>
          <a:lstStyle/>
          <a:p>
            <a:pPr algn="l">
              <a:lnSpc>
                <a:spcPts val="2844"/>
              </a:lnSpc>
            </a:pPr>
            <a:r>
              <a:rPr lang="en-US" sz="2370" spc="-1">
                <a:solidFill>
                  <a:srgbClr val="222222"/>
                </a:solidFill>
                <a:latin typeface="Arial"/>
                <a:ea typeface="Arial"/>
                <a:cs typeface="Arial"/>
                <a:sym typeface="Arial"/>
              </a:rPr>
              <a:t> </a:t>
            </a:r>
            <a:r>
              <a:rPr lang="en-US" b="true" sz="2370" spc="-1">
                <a:solidFill>
                  <a:srgbClr val="222222"/>
                </a:solidFill>
                <a:latin typeface="Arial Bold"/>
                <a:ea typeface="Arial Bold"/>
                <a:cs typeface="Arial Bold"/>
                <a:sym typeface="Arial Bold"/>
              </a:rPr>
              <a:t>chọn làm lớp</a:t>
            </a:r>
          </a:p>
        </p:txBody>
      </p:sp>
      <p:sp>
        <p:nvSpPr>
          <p:cNvPr name="TextBox 36" id="36"/>
          <p:cNvSpPr txBox="true"/>
          <p:nvPr/>
        </p:nvSpPr>
        <p:spPr>
          <a:xfrm rot="0">
            <a:off x="9315536" y="4719799"/>
            <a:ext cx="849420" cy="346481"/>
          </a:xfrm>
          <a:prstGeom prst="rect">
            <a:avLst/>
          </a:prstGeom>
        </p:spPr>
        <p:txBody>
          <a:bodyPr anchor="t" rtlCol="false" tIns="0" lIns="0" bIns="0" rIns="0">
            <a:spAutoFit/>
          </a:bodyPr>
          <a:lstStyle/>
          <a:p>
            <a:pPr algn="l">
              <a:lnSpc>
                <a:spcPts val="2844"/>
              </a:lnSpc>
            </a:pPr>
            <a:r>
              <a:rPr lang="en-US" b="true" sz="2370" spc="-1">
                <a:solidFill>
                  <a:srgbClr val="222222"/>
                </a:solidFill>
                <a:latin typeface="Arial Bold"/>
                <a:ea typeface="Arial Bold"/>
                <a:cs typeface="Arial Bold"/>
                <a:sym typeface="Arial Bold"/>
              </a:rPr>
              <a:t>visual</a:t>
            </a:r>
          </a:p>
        </p:txBody>
      </p:sp>
      <p:sp>
        <p:nvSpPr>
          <p:cNvPr name="Freeform 37" id="37"/>
          <p:cNvSpPr/>
          <p:nvPr/>
        </p:nvSpPr>
        <p:spPr>
          <a:xfrm flipH="false" flipV="false" rot="0">
            <a:off x="14558943" y="5114877"/>
            <a:ext cx="2157841" cy="414718"/>
          </a:xfrm>
          <a:custGeom>
            <a:avLst/>
            <a:gdLst/>
            <a:ahLst/>
            <a:cxnLst/>
            <a:rect r="r" b="b" t="t" l="l"/>
            <a:pathLst>
              <a:path h="414718" w="2157841">
                <a:moveTo>
                  <a:pt x="0" y="0"/>
                </a:moveTo>
                <a:lnTo>
                  <a:pt x="2157842" y="0"/>
                </a:lnTo>
                <a:lnTo>
                  <a:pt x="2157842" y="414719"/>
                </a:lnTo>
                <a:lnTo>
                  <a:pt x="0" y="414719"/>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TextBox 38" id="38"/>
          <p:cNvSpPr txBox="true"/>
          <p:nvPr/>
        </p:nvSpPr>
        <p:spPr>
          <a:xfrm rot="0">
            <a:off x="9315536" y="5119392"/>
            <a:ext cx="5265544" cy="346481"/>
          </a:xfrm>
          <a:prstGeom prst="rect">
            <a:avLst/>
          </a:prstGeom>
        </p:spPr>
        <p:txBody>
          <a:bodyPr anchor="t" rtlCol="false" tIns="0" lIns="0" bIns="0" rIns="0">
            <a:spAutoFit/>
          </a:bodyPr>
          <a:lstStyle/>
          <a:p>
            <a:pPr algn="l">
              <a:lnSpc>
                <a:spcPts val="2844"/>
              </a:lnSpc>
            </a:pPr>
            <a:r>
              <a:rPr lang="en-US" b="true" sz="2370" spc="-1">
                <a:solidFill>
                  <a:srgbClr val="222222"/>
                </a:solidFill>
                <a:latin typeface="Arial Bold"/>
                <a:ea typeface="Arial Bold"/>
                <a:cs typeface="Arial Bold"/>
                <a:sym typeface="Arial Bold"/>
              </a:rPr>
              <a:t>Maestro + AI assertion </a:t>
            </a:r>
            <a:r>
              <a:rPr lang="en-US" sz="2370" spc="-1">
                <a:solidFill>
                  <a:srgbClr val="222222"/>
                </a:solidFill>
                <a:latin typeface="Arial"/>
                <a:ea typeface="Arial"/>
                <a:cs typeface="Arial"/>
                <a:sym typeface="Arial"/>
              </a:rPr>
              <a:t>— flow YAML, </a:t>
            </a:r>
          </a:p>
        </p:txBody>
      </p:sp>
      <p:sp>
        <p:nvSpPr>
          <p:cNvPr name="TextBox 39" id="39"/>
          <p:cNvSpPr txBox="true"/>
          <p:nvPr/>
        </p:nvSpPr>
        <p:spPr>
          <a:xfrm rot="0">
            <a:off x="14662080" y="5162598"/>
            <a:ext cx="1941843" cy="314087"/>
          </a:xfrm>
          <a:prstGeom prst="rect">
            <a:avLst/>
          </a:prstGeom>
        </p:spPr>
        <p:txBody>
          <a:bodyPr anchor="t" rtlCol="false" tIns="0" lIns="0" bIns="0" rIns="0">
            <a:spAutoFit/>
          </a:bodyPr>
          <a:lstStyle/>
          <a:p>
            <a:pPr algn="l">
              <a:lnSpc>
                <a:spcPts val="2538"/>
              </a:lnSpc>
            </a:pPr>
            <a:r>
              <a:rPr lang="en-US" sz="2115" spc="-1">
                <a:solidFill>
                  <a:srgbClr val="222222"/>
                </a:solidFill>
                <a:latin typeface="Courier New"/>
                <a:ea typeface="Courier New"/>
                <a:cs typeface="Courier New"/>
                <a:sym typeface="Courier New"/>
              </a:rPr>
              <a:t>assertWithAI</a:t>
            </a:r>
          </a:p>
        </p:txBody>
      </p:sp>
      <p:sp>
        <p:nvSpPr>
          <p:cNvPr name="TextBox 40" id="40"/>
          <p:cNvSpPr txBox="true"/>
          <p:nvPr/>
        </p:nvSpPr>
        <p:spPr>
          <a:xfrm rot="0">
            <a:off x="16713537" y="5119392"/>
            <a:ext cx="748436" cy="346481"/>
          </a:xfrm>
          <a:prstGeom prst="rect">
            <a:avLst/>
          </a:prstGeom>
        </p:spPr>
        <p:txBody>
          <a:bodyPr anchor="t" rtlCol="false" tIns="0" lIns="0" bIns="0" rIns="0">
            <a:spAutoFit/>
          </a:bodyPr>
          <a:lstStyle/>
          <a:p>
            <a:pPr algn="l">
              <a:lnSpc>
                <a:spcPts val="2844"/>
              </a:lnSpc>
            </a:pPr>
            <a:r>
              <a:rPr lang="en-US" sz="2370" spc="-1">
                <a:solidFill>
                  <a:srgbClr val="222222"/>
                </a:solidFill>
                <a:latin typeface="Arial"/>
                <a:ea typeface="Arial"/>
                <a:cs typeface="Arial"/>
                <a:sym typeface="Arial"/>
              </a:rPr>
              <a:t> bằng</a:t>
            </a:r>
          </a:p>
        </p:txBody>
      </p:sp>
      <p:sp>
        <p:nvSpPr>
          <p:cNvPr name="TextBox 41" id="41"/>
          <p:cNvSpPr txBox="true"/>
          <p:nvPr/>
        </p:nvSpPr>
        <p:spPr>
          <a:xfrm rot="0">
            <a:off x="9315536" y="5519537"/>
            <a:ext cx="7508157" cy="346481"/>
          </a:xfrm>
          <a:prstGeom prst="rect">
            <a:avLst/>
          </a:prstGeom>
        </p:spPr>
        <p:txBody>
          <a:bodyPr anchor="t" rtlCol="false" tIns="0" lIns="0" bIns="0" rIns="0">
            <a:spAutoFit/>
          </a:bodyPr>
          <a:lstStyle/>
          <a:p>
            <a:pPr algn="l">
              <a:lnSpc>
                <a:spcPts val="2844"/>
              </a:lnSpc>
            </a:pPr>
            <a:r>
              <a:rPr lang="en-US" sz="2370" spc="-1">
                <a:solidFill>
                  <a:srgbClr val="222222"/>
                </a:solidFill>
                <a:latin typeface="Arial"/>
                <a:ea typeface="Arial"/>
                <a:cs typeface="Arial"/>
                <a:sym typeface="Arial"/>
              </a:rPr>
              <a:t>LLM, không có baseline, không lịch sử duyệt. Dự phòng.</a:t>
            </a:r>
          </a:p>
        </p:txBody>
      </p:sp>
      <p:sp>
        <p:nvSpPr>
          <p:cNvPr name="TextBox 42" id="42"/>
          <p:cNvSpPr txBox="true"/>
          <p:nvPr/>
        </p:nvSpPr>
        <p:spPr>
          <a:xfrm rot="0">
            <a:off x="7372617" y="6931638"/>
            <a:ext cx="3560216" cy="314087"/>
          </a:xfrm>
          <a:prstGeom prst="rect">
            <a:avLst/>
          </a:prstGeom>
        </p:spPr>
        <p:txBody>
          <a:bodyPr anchor="t" rtlCol="false" tIns="0" lIns="0" bIns="0" rIns="0">
            <a:spAutoFit/>
          </a:bodyPr>
          <a:lstStyle/>
          <a:p>
            <a:pPr algn="l">
              <a:lnSpc>
                <a:spcPts val="2574"/>
              </a:lnSpc>
            </a:pPr>
            <a:r>
              <a:rPr lang="en-US" b="true" sz="2145" spc="-1">
                <a:solidFill>
                  <a:srgbClr val="FFFFFF"/>
                </a:solidFill>
                <a:latin typeface="Arial Bold"/>
                <a:ea typeface="Arial Bold"/>
                <a:cs typeface="Arial Bold"/>
                <a:sym typeface="Arial Bold"/>
              </a:rPr>
              <a:t>Vì sao ghép Appium + Eyes</a:t>
            </a:r>
          </a:p>
        </p:txBody>
      </p:sp>
      <p:sp>
        <p:nvSpPr>
          <p:cNvPr name="TextBox 43" id="43"/>
          <p:cNvSpPr txBox="true"/>
          <p:nvPr/>
        </p:nvSpPr>
        <p:spPr>
          <a:xfrm rot="0">
            <a:off x="685800" y="7448417"/>
            <a:ext cx="16775640" cy="346481"/>
          </a:xfrm>
          <a:prstGeom prst="rect">
            <a:avLst/>
          </a:prstGeom>
        </p:spPr>
        <p:txBody>
          <a:bodyPr anchor="t" rtlCol="false" tIns="0" lIns="0" bIns="0" rIns="0">
            <a:spAutoFit/>
          </a:bodyPr>
          <a:lstStyle/>
          <a:p>
            <a:pPr algn="l">
              <a:lnSpc>
                <a:spcPts val="2844"/>
              </a:lnSpc>
            </a:pPr>
            <a:r>
              <a:rPr lang="en-US" sz="2370" spc="-1">
                <a:solidFill>
                  <a:srgbClr val="222222"/>
                </a:solidFill>
                <a:latin typeface="Arial"/>
                <a:ea typeface="Arial"/>
                <a:cs typeface="Arial"/>
                <a:sym typeface="Arial"/>
              </a:rPr>
              <a:t>Eyes gắn vào </a:t>
            </a:r>
            <a:r>
              <a:rPr lang="en-US" b="true" sz="2370" spc="-1">
                <a:solidFill>
                  <a:srgbClr val="222222"/>
                </a:solidFill>
                <a:latin typeface="Arial Bold"/>
                <a:ea typeface="Arial Bold"/>
                <a:cs typeface="Arial Bold"/>
                <a:sym typeface="Arial Bold"/>
              </a:rPr>
              <a:t>cùng một session </a:t>
            </a:r>
            <a:r>
              <a:rPr lang="en-US" sz="2370" spc="-1">
                <a:solidFill>
                  <a:srgbClr val="222222"/>
                </a:solidFill>
                <a:latin typeface="Arial"/>
                <a:ea typeface="Arial"/>
                <a:cs typeface="Arial"/>
                <a:sym typeface="Arial"/>
              </a:rPr>
              <a:t>Appium: assert chức năng và checkpoint visual chạy trên cùng luồng, cùng APK người dùng</a:t>
            </a:r>
          </a:p>
        </p:txBody>
      </p:sp>
      <p:grpSp>
        <p:nvGrpSpPr>
          <p:cNvPr name="Group 44" id="44"/>
          <p:cNvGrpSpPr/>
          <p:nvPr/>
        </p:nvGrpSpPr>
        <p:grpSpPr>
          <a:xfrm rot="0">
            <a:off x="0" y="0"/>
            <a:ext cx="18288181" cy="143104"/>
            <a:chOff x="0" y="0"/>
            <a:chExt cx="24384241" cy="190805"/>
          </a:xfrm>
        </p:grpSpPr>
        <p:sp>
          <p:nvSpPr>
            <p:cNvPr name="Freeform 45" id="45"/>
            <p:cNvSpPr/>
            <p:nvPr/>
          </p:nvSpPr>
          <p:spPr>
            <a:xfrm flipH="false" flipV="false" rot="0">
              <a:off x="0" y="0"/>
              <a:ext cx="24384254" cy="190754"/>
            </a:xfrm>
            <a:custGeom>
              <a:avLst/>
              <a:gdLst/>
              <a:ahLst/>
              <a:cxnLst/>
              <a:rect r="r" b="b" t="t" l="l"/>
              <a:pathLst>
                <a:path h="190754" w="24384254">
                  <a:moveTo>
                    <a:pt x="0" y="0"/>
                  </a:moveTo>
                  <a:lnTo>
                    <a:pt x="24384254" y="0"/>
                  </a:lnTo>
                  <a:lnTo>
                    <a:pt x="24384254" y="190754"/>
                  </a:lnTo>
                  <a:lnTo>
                    <a:pt x="0" y="190754"/>
                  </a:lnTo>
                  <a:lnTo>
                    <a:pt x="0" y="0"/>
                  </a:lnTo>
                  <a:close/>
                </a:path>
              </a:pathLst>
            </a:custGeom>
            <a:solidFill>
              <a:srgbClr val="1F4E79"/>
            </a:solidFill>
          </p:spPr>
        </p:sp>
      </p:grpSp>
      <p:sp>
        <p:nvSpPr>
          <p:cNvPr name="TextBox 46" id="46"/>
          <p:cNvSpPr txBox="true"/>
          <p:nvPr/>
        </p:nvSpPr>
        <p:spPr>
          <a:xfrm rot="0">
            <a:off x="685800" y="7848552"/>
            <a:ext cx="9931679" cy="346481"/>
          </a:xfrm>
          <a:prstGeom prst="rect">
            <a:avLst/>
          </a:prstGeom>
        </p:spPr>
        <p:txBody>
          <a:bodyPr anchor="t" rtlCol="false" tIns="0" lIns="0" bIns="0" rIns="0">
            <a:spAutoFit/>
          </a:bodyPr>
          <a:lstStyle/>
          <a:p>
            <a:pPr algn="l">
              <a:lnSpc>
                <a:spcPts val="2844"/>
              </a:lnSpc>
            </a:pPr>
            <a:r>
              <a:rPr lang="en-US" sz="2370" spc="-1">
                <a:solidFill>
                  <a:srgbClr val="222222"/>
                </a:solidFill>
                <a:latin typeface="Arial"/>
                <a:ea typeface="Arial"/>
                <a:cs typeface="Arial"/>
                <a:sym typeface="Arial"/>
              </a:rPr>
              <a:t>cài, chạy được device farm. Detox không gắn được visual AI theo cách đó.</a:t>
            </a:r>
          </a:p>
        </p:txBody>
      </p:sp>
      <p:grpSp>
        <p:nvGrpSpPr>
          <p:cNvPr name="Group 47" id="47"/>
          <p:cNvGrpSpPr/>
          <p:nvPr/>
        </p:nvGrpSpPr>
        <p:grpSpPr>
          <a:xfrm rot="0">
            <a:off x="0" y="9943557"/>
            <a:ext cx="18288181" cy="343443"/>
            <a:chOff x="0" y="0"/>
            <a:chExt cx="24384241" cy="457924"/>
          </a:xfrm>
        </p:grpSpPr>
        <p:sp>
          <p:nvSpPr>
            <p:cNvPr name="Freeform 48" id="48"/>
            <p:cNvSpPr/>
            <p:nvPr/>
          </p:nvSpPr>
          <p:spPr>
            <a:xfrm flipH="false" flipV="false" rot="0">
              <a:off x="0" y="0"/>
              <a:ext cx="24384254" cy="457962"/>
            </a:xfrm>
            <a:custGeom>
              <a:avLst/>
              <a:gdLst/>
              <a:ahLst/>
              <a:cxnLst/>
              <a:rect r="r" b="b" t="t" l="l"/>
              <a:pathLst>
                <a:path h="457962" w="24384254">
                  <a:moveTo>
                    <a:pt x="0" y="0"/>
                  </a:moveTo>
                  <a:lnTo>
                    <a:pt x="24384254" y="0"/>
                  </a:lnTo>
                  <a:lnTo>
                    <a:pt x="24384254" y="457962"/>
                  </a:lnTo>
                  <a:lnTo>
                    <a:pt x="0" y="457962"/>
                  </a:lnTo>
                  <a:lnTo>
                    <a:pt x="0" y="0"/>
                  </a:lnTo>
                  <a:close/>
                </a:path>
              </a:pathLst>
            </a:custGeom>
            <a:solidFill>
              <a:srgbClr val="1F4E79"/>
            </a:solidFill>
          </p:spPr>
        </p:sp>
      </p:grpSp>
      <p:sp>
        <p:nvSpPr>
          <p:cNvPr name="TextBox 49" id="49"/>
          <p:cNvSpPr txBox="true"/>
          <p:nvPr/>
        </p:nvSpPr>
        <p:spPr>
          <a:xfrm rot="0">
            <a:off x="685800" y="250755"/>
            <a:ext cx="4865942" cy="215808"/>
          </a:xfrm>
          <a:prstGeom prst="rect">
            <a:avLst/>
          </a:prstGeom>
        </p:spPr>
        <p:txBody>
          <a:bodyPr anchor="t" rtlCol="false" tIns="0" lIns="0" bIns="0" rIns="0">
            <a:spAutoFit/>
          </a:bodyPr>
          <a:lstStyle/>
          <a:p>
            <a:pPr algn="l">
              <a:lnSpc>
                <a:spcPts val="1764"/>
              </a:lnSpc>
            </a:pPr>
            <a:r>
              <a:rPr lang="en-US" b="true" sz="1470" spc="-1">
                <a:solidFill>
                  <a:srgbClr val="1F4E79"/>
                </a:solidFill>
                <a:latin typeface="Arial Bold"/>
                <a:ea typeface="Arial Bold"/>
                <a:cs typeface="Arial Bold"/>
                <a:sym typeface="Arial Bold"/>
              </a:rPr>
              <a:t>2026 AI-first · Seminar T03 · Mobile Automation Testing</a:t>
            </a:r>
          </a:p>
        </p:txBody>
      </p:sp>
      <p:sp>
        <p:nvSpPr>
          <p:cNvPr name="TextBox 211" id="211"/>
          <p:cNvSpPr txBox="true"/>
          <p:nvPr/>
        </p:nvSpPr>
        <p:spPr>
          <a:xfrm rot="0">
            <a:off x="685800" y="9998488"/>
            <a:ext cx="9144000" cy="211826"/>
          </a:xfrm>
          <a:prstGeom prst="rect">
            <a:avLst/>
          </a:prstGeom>
        </p:spPr>
        <p:txBody>
          <a:bodyPr anchor="t" rtlCol="false" tIns="0" lIns="0" bIns="0" rIns="0" wrap="square">
            <a:noAutofit/>
          </a:bodyPr>
          <a:lstStyle/>
          <a:p>
            <a:pPr algn="l">
              <a:lnSpc>
                <a:spcPts val="1620"/>
              </a:lnSpc>
            </a:pPr>
            <a:r>
              <a:rPr lang="en-US" b="true" sz="1350" spc="-1">
                <a:solidFill>
                  <a:srgbClr val="FFFFFF"/>
                </a:solidFill>
                <a:latin typeface="Arial Bold"/>
                <a:ea typeface="Arial Bold"/>
                <a:cs typeface="Arial Bold"/>
                <a:sym typeface="Arial Bold"/>
              </a:rPr>
              <a:t>4 · Khảo sát công cụ</a:t>
            </a:r>
          </a:p>
        </p:txBody>
      </p:sp>
    </p:spTree>
  </p:cSld>
  <p:clrMapOvr>
    <a:masterClrMapping/>
  </p:clrMapOvr>
  <p:transition spd="fast">
    <p:fade/>
  </p:transition>
</p:sld>
</file>

<file path=ppt/slides/slide5.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0" y="0"/>
            <a:ext cx="18288181" cy="10287000"/>
            <a:chOff x="0" y="0"/>
            <a:chExt cx="24384241" cy="13716000"/>
          </a:xfrm>
        </p:grpSpPr>
        <p:sp>
          <p:nvSpPr>
            <p:cNvPr name="Freeform 3" id="3"/>
            <p:cNvSpPr/>
            <p:nvPr/>
          </p:nvSpPr>
          <p:spPr>
            <a:xfrm flipH="false" flipV="false" rot="0">
              <a:off x="0" y="0"/>
              <a:ext cx="24384254" cy="13716000"/>
            </a:xfrm>
            <a:custGeom>
              <a:avLst/>
              <a:gdLst/>
              <a:ahLst/>
              <a:cxnLst/>
              <a:rect r="r" b="b" t="t" l="l"/>
              <a:pathLst>
                <a:path h="13716000" w="24384254">
                  <a:moveTo>
                    <a:pt x="0" y="0"/>
                  </a:moveTo>
                  <a:lnTo>
                    <a:pt x="24384254" y="0"/>
                  </a:lnTo>
                  <a:lnTo>
                    <a:pt x="24384254" y="13716000"/>
                  </a:lnTo>
                  <a:lnTo>
                    <a:pt x="0" y="13716000"/>
                  </a:lnTo>
                  <a:lnTo>
                    <a:pt x="0" y="0"/>
                  </a:lnTo>
                  <a:close/>
                </a:path>
              </a:pathLst>
            </a:custGeom>
            <a:solidFill>
              <a:srgbClr val="FFFFFF"/>
            </a:solidFill>
          </p:spPr>
        </p:sp>
      </p:grpSp>
      <p:grpSp>
        <p:nvGrpSpPr>
          <p:cNvPr name="Group 4" id="4"/>
          <p:cNvGrpSpPr/>
          <p:nvPr/>
        </p:nvGrpSpPr>
        <p:grpSpPr>
          <a:xfrm rot="0">
            <a:off x="0" y="0"/>
            <a:ext cx="18288181" cy="10287000"/>
            <a:chOff x="0" y="0"/>
            <a:chExt cx="24384241" cy="13716000"/>
          </a:xfrm>
        </p:grpSpPr>
        <p:sp>
          <p:nvSpPr>
            <p:cNvPr name="Freeform 5" id="5"/>
            <p:cNvSpPr/>
            <p:nvPr/>
          </p:nvSpPr>
          <p:spPr>
            <a:xfrm flipH="false" flipV="false" rot="0">
              <a:off x="0" y="0"/>
              <a:ext cx="24384254" cy="13716000"/>
            </a:xfrm>
            <a:custGeom>
              <a:avLst/>
              <a:gdLst/>
              <a:ahLst/>
              <a:cxnLst/>
              <a:rect r="r" b="b" t="t" l="l"/>
              <a:pathLst>
                <a:path h="13716000" w="24384254">
                  <a:moveTo>
                    <a:pt x="0" y="0"/>
                  </a:moveTo>
                  <a:lnTo>
                    <a:pt x="24384254" y="0"/>
                  </a:lnTo>
                  <a:lnTo>
                    <a:pt x="24384254" y="13716000"/>
                  </a:lnTo>
                  <a:lnTo>
                    <a:pt x="0" y="13716000"/>
                  </a:lnTo>
                  <a:lnTo>
                    <a:pt x="0" y="0"/>
                  </a:lnTo>
                  <a:close/>
                </a:path>
              </a:pathLst>
            </a:custGeom>
            <a:solidFill>
              <a:srgbClr val="FFFFFF"/>
            </a:solidFill>
          </p:spPr>
        </p:sp>
      </p:grpSp>
      <p:grpSp>
        <p:nvGrpSpPr>
          <p:cNvPr name="Group 6" id="6"/>
          <p:cNvGrpSpPr/>
          <p:nvPr/>
        </p:nvGrpSpPr>
        <p:grpSpPr>
          <a:xfrm rot="0">
            <a:off x="640330" y="5963202"/>
            <a:ext cx="4329722" cy="1229582"/>
            <a:chOff x="0" y="0"/>
            <a:chExt cx="5772963" cy="1639443"/>
          </a:xfrm>
        </p:grpSpPr>
        <p:sp>
          <p:nvSpPr>
            <p:cNvPr name="Freeform 7" id="7"/>
            <p:cNvSpPr/>
            <p:nvPr/>
          </p:nvSpPr>
          <p:spPr>
            <a:xfrm flipH="false" flipV="false" rot="0">
              <a:off x="0" y="0"/>
              <a:ext cx="5772912" cy="1639443"/>
            </a:xfrm>
            <a:custGeom>
              <a:avLst/>
              <a:gdLst/>
              <a:ahLst/>
              <a:cxnLst/>
              <a:rect r="r" b="b" t="t" l="l"/>
              <a:pathLst>
                <a:path h="1639443" w="5772912">
                  <a:moveTo>
                    <a:pt x="0" y="0"/>
                  </a:moveTo>
                  <a:lnTo>
                    <a:pt x="5772912" y="0"/>
                  </a:lnTo>
                  <a:lnTo>
                    <a:pt x="5772912" y="1639443"/>
                  </a:lnTo>
                  <a:lnTo>
                    <a:pt x="0" y="1639443"/>
                  </a:lnTo>
                  <a:lnTo>
                    <a:pt x="0" y="0"/>
                  </a:lnTo>
                  <a:close/>
                </a:path>
              </a:pathLst>
            </a:custGeom>
            <a:solidFill>
              <a:srgbClr val="EEF3FA"/>
            </a:solidFill>
          </p:spPr>
        </p:sp>
      </p:grpSp>
      <p:grpSp>
        <p:nvGrpSpPr>
          <p:cNvPr name="Group 8" id="8"/>
          <p:cNvGrpSpPr/>
          <p:nvPr/>
        </p:nvGrpSpPr>
        <p:grpSpPr>
          <a:xfrm rot="0">
            <a:off x="640873" y="5963736"/>
            <a:ext cx="4329179" cy="1228496"/>
            <a:chOff x="0" y="0"/>
            <a:chExt cx="5772239" cy="1637995"/>
          </a:xfrm>
        </p:grpSpPr>
        <p:sp>
          <p:nvSpPr>
            <p:cNvPr name="Freeform 9" id="9"/>
            <p:cNvSpPr/>
            <p:nvPr/>
          </p:nvSpPr>
          <p:spPr>
            <a:xfrm flipH="false" flipV="false" rot="0">
              <a:off x="0" y="0"/>
              <a:ext cx="5772277" cy="1638046"/>
            </a:xfrm>
            <a:custGeom>
              <a:avLst/>
              <a:gdLst/>
              <a:ahLst/>
              <a:cxnLst/>
              <a:rect r="r" b="b" t="t" l="l"/>
              <a:pathLst>
                <a:path h="1638046" w="5772277">
                  <a:moveTo>
                    <a:pt x="0" y="0"/>
                  </a:moveTo>
                  <a:lnTo>
                    <a:pt x="5772277" y="0"/>
                  </a:lnTo>
                  <a:lnTo>
                    <a:pt x="5772277" y="1638046"/>
                  </a:lnTo>
                  <a:lnTo>
                    <a:pt x="0" y="1638046"/>
                  </a:lnTo>
                  <a:lnTo>
                    <a:pt x="0" y="0"/>
                  </a:lnTo>
                  <a:close/>
                </a:path>
              </a:pathLst>
            </a:custGeom>
            <a:blipFill>
              <a:blip r:embed="rId2">
                <a:alphaModFix amt="0"/>
              </a:blip>
              <a:stretch>
                <a:fillRect l="0" t="-18664" r="0" b="-18660"/>
              </a:stretch>
            </a:blipFill>
            <a:ln w="28080" cap="sq">
              <a:solidFill>
                <a:srgbClr val="1F4E79"/>
              </a:solidFill>
              <a:prstDash val="solid"/>
              <a:miter/>
            </a:ln>
          </p:spPr>
        </p:sp>
      </p:grpSp>
      <p:grpSp>
        <p:nvGrpSpPr>
          <p:cNvPr name="Group 10" id="10"/>
          <p:cNvGrpSpPr/>
          <p:nvPr/>
        </p:nvGrpSpPr>
        <p:grpSpPr>
          <a:xfrm rot="0">
            <a:off x="7150631" y="5963202"/>
            <a:ext cx="4329722" cy="1229582"/>
            <a:chOff x="0" y="0"/>
            <a:chExt cx="5772963" cy="1639443"/>
          </a:xfrm>
        </p:grpSpPr>
        <p:sp>
          <p:nvSpPr>
            <p:cNvPr name="Freeform 11" id="11"/>
            <p:cNvSpPr/>
            <p:nvPr/>
          </p:nvSpPr>
          <p:spPr>
            <a:xfrm flipH="false" flipV="false" rot="0">
              <a:off x="0" y="0"/>
              <a:ext cx="5772912" cy="1639443"/>
            </a:xfrm>
            <a:custGeom>
              <a:avLst/>
              <a:gdLst/>
              <a:ahLst/>
              <a:cxnLst/>
              <a:rect r="r" b="b" t="t" l="l"/>
              <a:pathLst>
                <a:path h="1639443" w="5772912">
                  <a:moveTo>
                    <a:pt x="0" y="0"/>
                  </a:moveTo>
                  <a:lnTo>
                    <a:pt x="5772912" y="0"/>
                  </a:lnTo>
                  <a:lnTo>
                    <a:pt x="5772912" y="1639443"/>
                  </a:lnTo>
                  <a:lnTo>
                    <a:pt x="0" y="1639443"/>
                  </a:lnTo>
                  <a:lnTo>
                    <a:pt x="0" y="0"/>
                  </a:lnTo>
                  <a:close/>
                </a:path>
              </a:pathLst>
            </a:custGeom>
            <a:solidFill>
              <a:srgbClr val="EEF3FA"/>
            </a:solidFill>
          </p:spPr>
        </p:sp>
      </p:grpSp>
      <p:grpSp>
        <p:nvGrpSpPr>
          <p:cNvPr name="Group 12" id="12"/>
          <p:cNvGrpSpPr/>
          <p:nvPr/>
        </p:nvGrpSpPr>
        <p:grpSpPr>
          <a:xfrm rot="0">
            <a:off x="7151164" y="5963736"/>
            <a:ext cx="4329179" cy="1228496"/>
            <a:chOff x="0" y="0"/>
            <a:chExt cx="5772239" cy="1637995"/>
          </a:xfrm>
        </p:grpSpPr>
        <p:sp>
          <p:nvSpPr>
            <p:cNvPr name="Freeform 13" id="13"/>
            <p:cNvSpPr/>
            <p:nvPr/>
          </p:nvSpPr>
          <p:spPr>
            <a:xfrm flipH="false" flipV="false" rot="0">
              <a:off x="0" y="0"/>
              <a:ext cx="5772277" cy="1638046"/>
            </a:xfrm>
            <a:custGeom>
              <a:avLst/>
              <a:gdLst/>
              <a:ahLst/>
              <a:cxnLst/>
              <a:rect r="r" b="b" t="t" l="l"/>
              <a:pathLst>
                <a:path h="1638046" w="5772277">
                  <a:moveTo>
                    <a:pt x="0" y="0"/>
                  </a:moveTo>
                  <a:lnTo>
                    <a:pt x="5772277" y="0"/>
                  </a:lnTo>
                  <a:lnTo>
                    <a:pt x="5772277" y="1638046"/>
                  </a:lnTo>
                  <a:lnTo>
                    <a:pt x="0" y="1638046"/>
                  </a:lnTo>
                  <a:lnTo>
                    <a:pt x="0" y="0"/>
                  </a:lnTo>
                  <a:close/>
                </a:path>
              </a:pathLst>
            </a:custGeom>
            <a:blipFill>
              <a:blip r:embed="rId2">
                <a:alphaModFix amt="0"/>
              </a:blip>
              <a:stretch>
                <a:fillRect l="0" t="-18664" r="0" b="-18660"/>
              </a:stretch>
            </a:blipFill>
            <a:ln w="28080" cap="sq">
              <a:solidFill>
                <a:srgbClr val="1F4E79"/>
              </a:solidFill>
              <a:prstDash val="solid"/>
              <a:miter/>
            </a:ln>
          </p:spPr>
        </p:sp>
      </p:grpSp>
      <p:grpSp>
        <p:nvGrpSpPr>
          <p:cNvPr name="Group 14" id="14"/>
          <p:cNvGrpSpPr/>
          <p:nvPr/>
        </p:nvGrpSpPr>
        <p:grpSpPr>
          <a:xfrm rot="0">
            <a:off x="13122533" y="7919187"/>
            <a:ext cx="4329722" cy="1229582"/>
            <a:chOff x="0" y="0"/>
            <a:chExt cx="5772963" cy="1639443"/>
          </a:xfrm>
        </p:grpSpPr>
        <p:sp>
          <p:nvSpPr>
            <p:cNvPr name="Freeform 15" id="15"/>
            <p:cNvSpPr/>
            <p:nvPr/>
          </p:nvSpPr>
          <p:spPr>
            <a:xfrm flipH="false" flipV="false" rot="0">
              <a:off x="0" y="0"/>
              <a:ext cx="5772912" cy="1639443"/>
            </a:xfrm>
            <a:custGeom>
              <a:avLst/>
              <a:gdLst/>
              <a:ahLst/>
              <a:cxnLst/>
              <a:rect r="r" b="b" t="t" l="l"/>
              <a:pathLst>
                <a:path h="1639443" w="5772912">
                  <a:moveTo>
                    <a:pt x="0" y="0"/>
                  </a:moveTo>
                  <a:lnTo>
                    <a:pt x="5772912" y="0"/>
                  </a:lnTo>
                  <a:lnTo>
                    <a:pt x="5772912" y="1639443"/>
                  </a:lnTo>
                  <a:lnTo>
                    <a:pt x="0" y="1639443"/>
                  </a:lnTo>
                  <a:lnTo>
                    <a:pt x="0" y="0"/>
                  </a:lnTo>
                  <a:close/>
                </a:path>
              </a:pathLst>
            </a:custGeom>
            <a:solidFill>
              <a:srgbClr val="EEF3FA"/>
            </a:solidFill>
          </p:spPr>
        </p:sp>
      </p:grpSp>
      <p:grpSp>
        <p:nvGrpSpPr>
          <p:cNvPr name="Group 16" id="16"/>
          <p:cNvGrpSpPr/>
          <p:nvPr/>
        </p:nvGrpSpPr>
        <p:grpSpPr>
          <a:xfrm rot="0">
            <a:off x="13122533" y="7919720"/>
            <a:ext cx="4329179" cy="1228496"/>
            <a:chOff x="0" y="0"/>
            <a:chExt cx="5772239" cy="1637995"/>
          </a:xfrm>
        </p:grpSpPr>
        <p:sp>
          <p:nvSpPr>
            <p:cNvPr name="Freeform 17" id="17"/>
            <p:cNvSpPr/>
            <p:nvPr/>
          </p:nvSpPr>
          <p:spPr>
            <a:xfrm flipH="false" flipV="false" rot="0">
              <a:off x="0" y="0"/>
              <a:ext cx="5772277" cy="1638046"/>
            </a:xfrm>
            <a:custGeom>
              <a:avLst/>
              <a:gdLst/>
              <a:ahLst/>
              <a:cxnLst/>
              <a:rect r="r" b="b" t="t" l="l"/>
              <a:pathLst>
                <a:path h="1638046" w="5772277">
                  <a:moveTo>
                    <a:pt x="0" y="0"/>
                  </a:moveTo>
                  <a:lnTo>
                    <a:pt x="5772277" y="0"/>
                  </a:lnTo>
                  <a:lnTo>
                    <a:pt x="5772277" y="1638046"/>
                  </a:lnTo>
                  <a:lnTo>
                    <a:pt x="0" y="1638046"/>
                  </a:lnTo>
                  <a:lnTo>
                    <a:pt x="0" y="0"/>
                  </a:lnTo>
                  <a:close/>
                </a:path>
              </a:pathLst>
            </a:custGeom>
            <a:blipFill>
              <a:blip r:embed="rId2">
                <a:alphaModFix amt="0"/>
              </a:blip>
              <a:stretch>
                <a:fillRect l="0" t="-18664" r="0" b="-18660"/>
              </a:stretch>
            </a:blipFill>
            <a:ln w="28080" cap="sq">
              <a:solidFill>
                <a:srgbClr val="1F4E79"/>
              </a:solidFill>
              <a:prstDash val="solid"/>
              <a:miter/>
            </a:ln>
          </p:spPr>
        </p:sp>
      </p:grpSp>
      <p:grpSp>
        <p:nvGrpSpPr>
          <p:cNvPr name="Group 18" id="18"/>
          <p:cNvGrpSpPr/>
          <p:nvPr/>
        </p:nvGrpSpPr>
        <p:grpSpPr>
          <a:xfrm rot="0">
            <a:off x="0" y="0"/>
            <a:ext cx="18288181" cy="143104"/>
            <a:chOff x="0" y="0"/>
            <a:chExt cx="24384241" cy="190805"/>
          </a:xfrm>
        </p:grpSpPr>
        <p:sp>
          <p:nvSpPr>
            <p:cNvPr name="Freeform 19" id="19"/>
            <p:cNvSpPr/>
            <p:nvPr/>
          </p:nvSpPr>
          <p:spPr>
            <a:xfrm flipH="false" flipV="false" rot="0">
              <a:off x="0" y="0"/>
              <a:ext cx="24384254" cy="190754"/>
            </a:xfrm>
            <a:custGeom>
              <a:avLst/>
              <a:gdLst/>
              <a:ahLst/>
              <a:cxnLst/>
              <a:rect r="r" b="b" t="t" l="l"/>
              <a:pathLst>
                <a:path h="190754" w="24384254">
                  <a:moveTo>
                    <a:pt x="0" y="0"/>
                  </a:moveTo>
                  <a:lnTo>
                    <a:pt x="24384254" y="0"/>
                  </a:lnTo>
                  <a:lnTo>
                    <a:pt x="24384254" y="190754"/>
                  </a:lnTo>
                  <a:lnTo>
                    <a:pt x="0" y="190754"/>
                  </a:lnTo>
                  <a:lnTo>
                    <a:pt x="0" y="0"/>
                  </a:lnTo>
                  <a:close/>
                </a:path>
              </a:pathLst>
            </a:custGeom>
            <a:solidFill>
              <a:srgbClr val="1F4E79"/>
            </a:solidFill>
          </p:spPr>
        </p:sp>
      </p:grpSp>
      <p:grpSp>
        <p:nvGrpSpPr>
          <p:cNvPr name="Group 20" id="20"/>
          <p:cNvGrpSpPr/>
          <p:nvPr/>
        </p:nvGrpSpPr>
        <p:grpSpPr>
          <a:xfrm rot="0">
            <a:off x="0" y="9943557"/>
            <a:ext cx="18288181" cy="343443"/>
            <a:chOff x="0" y="0"/>
            <a:chExt cx="24384241" cy="457924"/>
          </a:xfrm>
        </p:grpSpPr>
        <p:sp>
          <p:nvSpPr>
            <p:cNvPr name="Freeform 21" id="21"/>
            <p:cNvSpPr/>
            <p:nvPr/>
          </p:nvSpPr>
          <p:spPr>
            <a:xfrm flipH="false" flipV="false" rot="0">
              <a:off x="0" y="0"/>
              <a:ext cx="24384254" cy="457962"/>
            </a:xfrm>
            <a:custGeom>
              <a:avLst/>
              <a:gdLst/>
              <a:ahLst/>
              <a:cxnLst/>
              <a:rect r="r" b="b" t="t" l="l"/>
              <a:pathLst>
                <a:path h="457962" w="24384254">
                  <a:moveTo>
                    <a:pt x="0" y="0"/>
                  </a:moveTo>
                  <a:lnTo>
                    <a:pt x="24384254" y="0"/>
                  </a:lnTo>
                  <a:lnTo>
                    <a:pt x="24384254" y="457962"/>
                  </a:lnTo>
                  <a:lnTo>
                    <a:pt x="0" y="457962"/>
                  </a:lnTo>
                  <a:lnTo>
                    <a:pt x="0" y="0"/>
                  </a:lnTo>
                  <a:close/>
                </a:path>
              </a:pathLst>
            </a:custGeom>
            <a:solidFill>
              <a:srgbClr val="1F4E79"/>
            </a:solidFill>
          </p:spPr>
        </p:sp>
      </p:grpSp>
      <p:sp>
        <p:nvSpPr>
          <p:cNvPr name="TextBox 22" id="22"/>
          <p:cNvSpPr txBox="true"/>
          <p:nvPr/>
        </p:nvSpPr>
        <p:spPr>
          <a:xfrm rot="0">
            <a:off x="1043211" y="1047750"/>
            <a:ext cx="3586758" cy="666750"/>
          </a:xfrm>
          <a:prstGeom prst="rect">
            <a:avLst/>
          </a:prstGeom>
        </p:spPr>
        <p:txBody>
          <a:bodyPr anchor="t" rtlCol="false" tIns="0" lIns="0" bIns="0" rIns="0">
            <a:spAutoFit/>
          </a:bodyPr>
          <a:lstStyle/>
          <a:p>
            <a:pPr algn="l">
              <a:lnSpc>
                <a:spcPts val="5130"/>
              </a:lnSpc>
            </a:pPr>
            <a:r>
              <a:rPr lang="en-US" b="true" sz="4275" spc="-1">
                <a:solidFill>
                  <a:srgbClr val="1F4E79"/>
                </a:solidFill>
                <a:latin typeface="Arial Bold"/>
                <a:ea typeface="Arial Bold"/>
                <a:cs typeface="Arial Bold"/>
                <a:sym typeface="Arial Bold"/>
              </a:rPr>
              <a:t>Appium là gì?</a:t>
            </a:r>
          </a:p>
        </p:txBody>
      </p:sp>
      <p:sp>
        <p:nvSpPr>
          <p:cNvPr name="TextBox 23" id="23"/>
          <p:cNvSpPr txBox="true"/>
          <p:nvPr/>
        </p:nvSpPr>
        <p:spPr>
          <a:xfrm rot="0">
            <a:off x="981736" y="3686549"/>
            <a:ext cx="7883277" cy="1419225"/>
          </a:xfrm>
          <a:prstGeom prst="rect">
            <a:avLst/>
          </a:prstGeom>
        </p:spPr>
        <p:txBody>
          <a:bodyPr anchor="t" rtlCol="false" tIns="0" lIns="0" bIns="0" rIns="0">
            <a:spAutoFit/>
          </a:bodyPr>
          <a:lstStyle/>
          <a:p>
            <a:pPr algn="l" marL="511683" indent="-255842" lvl="1">
              <a:lnSpc>
                <a:spcPts val="2844"/>
              </a:lnSpc>
              <a:buFont typeface="Arial"/>
              <a:buChar char="•"/>
            </a:pPr>
            <a:r>
              <a:rPr lang="en-US" sz="2370">
                <a:solidFill>
                  <a:srgbClr val="222222"/>
                </a:solidFill>
                <a:latin typeface="Arial"/>
                <a:ea typeface="Arial"/>
                <a:cs typeface="Arial"/>
                <a:sym typeface="Arial"/>
              </a:rPr>
              <a:t>Tự động mở ứng dụng,</a:t>
            </a:r>
            <a:r>
              <a:rPr lang="en-US" sz="2370">
                <a:solidFill>
                  <a:srgbClr val="222222"/>
                </a:solidFill>
                <a:latin typeface="Arial"/>
                <a:ea typeface="Arial"/>
                <a:cs typeface="Arial"/>
                <a:sym typeface="Arial"/>
              </a:rPr>
              <a:t> </a:t>
            </a:r>
            <a:r>
              <a:rPr lang="en-US" sz="2370">
                <a:solidFill>
                  <a:srgbClr val="222222"/>
                </a:solidFill>
                <a:latin typeface="Arial"/>
                <a:ea typeface="Arial"/>
                <a:cs typeface="Arial"/>
                <a:sym typeface="Arial"/>
              </a:rPr>
              <a:t>nhập dữ liệu, nhấn nút.</a:t>
            </a:r>
          </a:p>
          <a:p>
            <a:pPr algn="l" marL="511683" indent="-255842" lvl="1">
              <a:lnSpc>
                <a:spcPts val="2844"/>
              </a:lnSpc>
              <a:buFont typeface="Arial"/>
              <a:buChar char="•"/>
            </a:pPr>
            <a:r>
              <a:rPr lang="en-US" sz="2370">
                <a:solidFill>
                  <a:srgbClr val="222222"/>
                </a:solidFill>
                <a:latin typeface="Arial"/>
                <a:ea typeface="Arial"/>
                <a:cs typeface="Arial"/>
                <a:sym typeface="Arial"/>
              </a:rPr>
              <a:t>Tìm các</a:t>
            </a:r>
            <a:r>
              <a:rPr lang="en-US" sz="2370">
                <a:solidFill>
                  <a:srgbClr val="222222"/>
                </a:solidFill>
                <a:latin typeface="Arial"/>
                <a:ea typeface="Arial"/>
                <a:cs typeface="Arial"/>
                <a:sym typeface="Arial"/>
              </a:rPr>
              <a:t> </a:t>
            </a:r>
            <a:r>
              <a:rPr lang="en-US" sz="2370">
                <a:solidFill>
                  <a:srgbClr val="222222"/>
                </a:solidFill>
                <a:latin typeface="Arial"/>
                <a:ea typeface="Arial"/>
                <a:cs typeface="Arial"/>
                <a:sym typeface="Arial"/>
              </a:rPr>
              <a:t>thành phần giao diện và kiểm t</a:t>
            </a:r>
            <a:r>
              <a:rPr lang="en-US" sz="2370">
                <a:solidFill>
                  <a:srgbClr val="222222"/>
                </a:solidFill>
                <a:latin typeface="Arial"/>
                <a:ea typeface="Arial"/>
                <a:cs typeface="Arial"/>
                <a:sym typeface="Arial"/>
              </a:rPr>
              <a:t>ra kết</a:t>
            </a:r>
            <a:r>
              <a:rPr lang="en-US" sz="2370">
                <a:solidFill>
                  <a:srgbClr val="222222"/>
                </a:solidFill>
                <a:latin typeface="Arial"/>
                <a:ea typeface="Arial"/>
                <a:cs typeface="Arial"/>
                <a:sym typeface="Arial"/>
              </a:rPr>
              <a:t> quả.</a:t>
            </a:r>
          </a:p>
          <a:p>
            <a:pPr algn="l" marL="511683" indent="-255842" lvl="1">
              <a:lnSpc>
                <a:spcPts val="2844"/>
              </a:lnSpc>
              <a:buFont typeface="Arial"/>
              <a:buChar char="•"/>
            </a:pPr>
            <a:r>
              <a:rPr lang="en-US" sz="2370">
                <a:solidFill>
                  <a:srgbClr val="222222"/>
                </a:solidFill>
                <a:latin typeface="Arial"/>
                <a:ea typeface="Arial"/>
                <a:cs typeface="Arial"/>
                <a:sym typeface="Arial"/>
              </a:rPr>
              <a:t>Hỗ trợ Android và iOS thông qua cá</a:t>
            </a:r>
            <a:r>
              <a:rPr lang="en-US" sz="2370">
                <a:solidFill>
                  <a:srgbClr val="222222"/>
                </a:solidFill>
                <a:latin typeface="Arial"/>
                <a:ea typeface="Arial"/>
                <a:cs typeface="Arial"/>
                <a:sym typeface="Arial"/>
              </a:rPr>
              <a:t>c</a:t>
            </a:r>
            <a:r>
              <a:rPr lang="en-US" sz="2370">
                <a:solidFill>
                  <a:srgbClr val="222222"/>
                </a:solidFill>
                <a:latin typeface="Arial"/>
                <a:ea typeface="Arial"/>
                <a:cs typeface="Arial"/>
                <a:sym typeface="Arial"/>
              </a:rPr>
              <a:t> driver tương ứng.</a:t>
            </a:r>
          </a:p>
          <a:p>
            <a:pPr algn="l">
              <a:lnSpc>
                <a:spcPts val="2844"/>
              </a:lnSpc>
            </a:pPr>
          </a:p>
        </p:txBody>
      </p:sp>
      <p:sp>
        <p:nvSpPr>
          <p:cNvPr name="TextBox 24" id="24"/>
          <p:cNvSpPr txBox="true"/>
          <p:nvPr/>
        </p:nvSpPr>
        <p:spPr>
          <a:xfrm rot="0">
            <a:off x="1492456" y="6123432"/>
            <a:ext cx="2549128" cy="552450"/>
          </a:xfrm>
          <a:prstGeom prst="rect">
            <a:avLst/>
          </a:prstGeom>
        </p:spPr>
        <p:txBody>
          <a:bodyPr anchor="t" rtlCol="false" tIns="0" lIns="0" bIns="0" rIns="0">
            <a:spAutoFit/>
          </a:bodyPr>
          <a:lstStyle/>
          <a:p>
            <a:pPr algn="l">
              <a:lnSpc>
                <a:spcPts val="2160"/>
              </a:lnSpc>
            </a:pPr>
            <a:r>
              <a:rPr lang="en-US" b="true" sz="1800" spc="-1">
                <a:solidFill>
                  <a:srgbClr val="222222"/>
                </a:solidFill>
                <a:latin typeface="Arial Bold"/>
                <a:ea typeface="Arial Bold"/>
                <a:cs typeface="Arial Bold"/>
                <a:sym typeface="Arial Bold"/>
              </a:rPr>
              <a:t>Test Script (JavaScript)</a:t>
            </a:r>
          </a:p>
          <a:p>
            <a:pPr algn="l">
              <a:lnSpc>
                <a:spcPts val="2160"/>
              </a:lnSpc>
            </a:pPr>
          </a:p>
        </p:txBody>
      </p:sp>
      <p:sp>
        <p:nvSpPr>
          <p:cNvPr name="TextBox 25" id="25"/>
          <p:cNvSpPr txBox="true"/>
          <p:nvPr/>
        </p:nvSpPr>
        <p:spPr>
          <a:xfrm rot="0">
            <a:off x="1152617" y="6476105"/>
            <a:ext cx="3228806" cy="552450"/>
          </a:xfrm>
          <a:prstGeom prst="rect">
            <a:avLst/>
          </a:prstGeom>
        </p:spPr>
        <p:txBody>
          <a:bodyPr anchor="t" rtlCol="false" tIns="0" lIns="0" bIns="0" rIns="0">
            <a:spAutoFit/>
          </a:bodyPr>
          <a:lstStyle/>
          <a:p>
            <a:pPr algn="l">
              <a:lnSpc>
                <a:spcPts val="2160"/>
              </a:lnSpc>
            </a:pPr>
            <a:r>
              <a:rPr lang="en-US" sz="1800" spc="-1">
                <a:solidFill>
                  <a:srgbClr val="222222"/>
                </a:solidFill>
                <a:latin typeface="Arial"/>
                <a:ea typeface="Arial"/>
                <a:cs typeface="Arial"/>
                <a:sym typeface="Arial"/>
              </a:rPr>
              <a:t>Nhập "iPh</a:t>
            </a:r>
            <a:r>
              <a:rPr lang="en-US" sz="1800" spc="-1">
                <a:solidFill>
                  <a:srgbClr val="222222"/>
                </a:solidFill>
                <a:latin typeface="Arial"/>
                <a:ea typeface="Arial"/>
                <a:cs typeface="Arial"/>
                <a:sym typeface="Arial"/>
              </a:rPr>
              <a:t>one" → Nhấn Search → Kiểm tra kết quả</a:t>
            </a:r>
          </a:p>
        </p:txBody>
      </p:sp>
      <p:sp>
        <p:nvSpPr>
          <p:cNvPr name="TextBox 26" id="26"/>
          <p:cNvSpPr txBox="true"/>
          <p:nvPr/>
        </p:nvSpPr>
        <p:spPr>
          <a:xfrm rot="0">
            <a:off x="5122576" y="6132957"/>
            <a:ext cx="1875532" cy="247650"/>
          </a:xfrm>
          <a:prstGeom prst="rect">
            <a:avLst/>
          </a:prstGeom>
        </p:spPr>
        <p:txBody>
          <a:bodyPr anchor="t" rtlCol="false" tIns="0" lIns="0" bIns="0" rIns="0">
            <a:spAutoFit/>
          </a:bodyPr>
          <a:lstStyle/>
          <a:p>
            <a:pPr algn="l">
              <a:lnSpc>
                <a:spcPts val="1889"/>
              </a:lnSpc>
            </a:pPr>
            <a:r>
              <a:rPr lang="en-US" b="true" sz="1575" spc="-1">
                <a:solidFill>
                  <a:srgbClr val="1F4E79"/>
                </a:solidFill>
                <a:latin typeface="Arial Bold"/>
                <a:ea typeface="Arial Bold"/>
                <a:cs typeface="Arial Bold"/>
                <a:sym typeface="Arial Bold"/>
              </a:rPr>
              <a:t>Gửi</a:t>
            </a:r>
            <a:r>
              <a:rPr lang="en-US" b="true" sz="1575" spc="-1">
                <a:solidFill>
                  <a:srgbClr val="1F4E79"/>
                </a:solidFill>
                <a:latin typeface="Arial Bold"/>
                <a:ea typeface="Arial Bold"/>
                <a:cs typeface="Arial Bold"/>
                <a:sym typeface="Arial Bold"/>
              </a:rPr>
              <a:t> lệnh WebDriver</a:t>
            </a:r>
          </a:p>
        </p:txBody>
      </p:sp>
      <p:sp>
        <p:nvSpPr>
          <p:cNvPr name="TextBox 27" id="27"/>
          <p:cNvSpPr txBox="true"/>
          <p:nvPr/>
        </p:nvSpPr>
        <p:spPr>
          <a:xfrm rot="0">
            <a:off x="8679275" y="6142387"/>
            <a:ext cx="1598414" cy="285750"/>
          </a:xfrm>
          <a:prstGeom prst="rect">
            <a:avLst/>
          </a:prstGeom>
        </p:spPr>
        <p:txBody>
          <a:bodyPr anchor="t" rtlCol="false" tIns="0" lIns="0" bIns="0" rIns="0">
            <a:spAutoFit/>
          </a:bodyPr>
          <a:lstStyle/>
          <a:p>
            <a:pPr algn="l">
              <a:lnSpc>
                <a:spcPts val="2160"/>
              </a:lnSpc>
            </a:pPr>
            <a:r>
              <a:rPr lang="en-US" b="true" sz="1800" spc="-1">
                <a:solidFill>
                  <a:srgbClr val="222222"/>
                </a:solidFill>
                <a:latin typeface="Arial Bold"/>
                <a:ea typeface="Arial Bold"/>
                <a:cs typeface="Arial Bold"/>
                <a:sym typeface="Arial Bold"/>
              </a:rPr>
              <a:t>Appium server</a:t>
            </a:r>
          </a:p>
        </p:txBody>
      </p:sp>
      <p:sp>
        <p:nvSpPr>
          <p:cNvPr name="TextBox 28" id="28"/>
          <p:cNvSpPr txBox="true"/>
          <p:nvPr/>
        </p:nvSpPr>
        <p:spPr>
          <a:xfrm rot="0">
            <a:off x="14318483" y="8098371"/>
            <a:ext cx="1990874" cy="285750"/>
          </a:xfrm>
          <a:prstGeom prst="rect">
            <a:avLst/>
          </a:prstGeom>
        </p:spPr>
        <p:txBody>
          <a:bodyPr anchor="t" rtlCol="false" tIns="0" lIns="0" bIns="0" rIns="0">
            <a:spAutoFit/>
          </a:bodyPr>
          <a:lstStyle/>
          <a:p>
            <a:pPr algn="l">
              <a:lnSpc>
                <a:spcPts val="2160"/>
              </a:lnSpc>
            </a:pPr>
            <a:r>
              <a:rPr lang="en-US" b="true" sz="1800" spc="-1">
                <a:solidFill>
                  <a:srgbClr val="222222"/>
                </a:solidFill>
                <a:latin typeface="Arial Bold"/>
                <a:ea typeface="Arial Bold"/>
                <a:cs typeface="Arial Bold"/>
                <a:sym typeface="Arial Bold"/>
              </a:rPr>
              <a:t>Android Emulator </a:t>
            </a:r>
          </a:p>
        </p:txBody>
      </p:sp>
      <p:sp>
        <p:nvSpPr>
          <p:cNvPr name="TextBox 29" id="29"/>
          <p:cNvSpPr txBox="true"/>
          <p:nvPr/>
        </p:nvSpPr>
        <p:spPr>
          <a:xfrm rot="0">
            <a:off x="13613052" y="8474184"/>
            <a:ext cx="3349228" cy="285750"/>
          </a:xfrm>
          <a:prstGeom prst="rect">
            <a:avLst/>
          </a:prstGeom>
        </p:spPr>
        <p:txBody>
          <a:bodyPr anchor="t" rtlCol="false" tIns="0" lIns="0" bIns="0" rIns="0">
            <a:spAutoFit/>
          </a:bodyPr>
          <a:lstStyle/>
          <a:p>
            <a:pPr algn="l">
              <a:lnSpc>
                <a:spcPts val="2160"/>
              </a:lnSpc>
            </a:pPr>
            <a:r>
              <a:rPr lang="en-US" sz="1800" spc="-1">
                <a:solidFill>
                  <a:srgbClr val="222222"/>
                </a:solidFill>
                <a:latin typeface="Arial"/>
                <a:ea typeface="Arial"/>
                <a:cs typeface="Arial"/>
                <a:sym typeface="Arial"/>
              </a:rPr>
              <a:t>Thực</a:t>
            </a:r>
            <a:r>
              <a:rPr lang="en-US" sz="1800" spc="-1">
                <a:solidFill>
                  <a:srgbClr val="222222"/>
                </a:solidFill>
                <a:latin typeface="Arial"/>
                <a:ea typeface="Arial"/>
                <a:cs typeface="Arial"/>
                <a:sym typeface="Arial"/>
              </a:rPr>
              <a:t> hiện thao tác và trả kết quả</a:t>
            </a:r>
          </a:p>
        </p:txBody>
      </p:sp>
      <p:sp>
        <p:nvSpPr>
          <p:cNvPr name="TextBox 30" id="30"/>
          <p:cNvSpPr txBox="true"/>
          <p:nvPr/>
        </p:nvSpPr>
        <p:spPr>
          <a:xfrm rot="0">
            <a:off x="685800" y="250755"/>
            <a:ext cx="4865942" cy="215808"/>
          </a:xfrm>
          <a:prstGeom prst="rect">
            <a:avLst/>
          </a:prstGeom>
        </p:spPr>
        <p:txBody>
          <a:bodyPr anchor="t" rtlCol="false" tIns="0" lIns="0" bIns="0" rIns="0">
            <a:spAutoFit/>
          </a:bodyPr>
          <a:lstStyle/>
          <a:p>
            <a:pPr algn="l">
              <a:lnSpc>
                <a:spcPts val="1764"/>
              </a:lnSpc>
            </a:pPr>
            <a:r>
              <a:rPr lang="en-US" b="true" sz="1470" spc="-1">
                <a:solidFill>
                  <a:srgbClr val="1F4E79"/>
                </a:solidFill>
                <a:latin typeface="Arial Bold"/>
                <a:ea typeface="Arial Bold"/>
                <a:cs typeface="Arial Bold"/>
                <a:sym typeface="Arial Bold"/>
              </a:rPr>
              <a:t>2026 AI-first · Seminar T03 · Mobile Automation Testing</a:t>
            </a:r>
          </a:p>
        </p:txBody>
      </p:sp>
      <p:sp>
        <p:nvSpPr>
          <p:cNvPr name="TextBox 31" id="31"/>
          <p:cNvSpPr txBox="true"/>
          <p:nvPr/>
        </p:nvSpPr>
        <p:spPr>
          <a:xfrm rot="0">
            <a:off x="1043211" y="2038350"/>
            <a:ext cx="16006163" cy="714375"/>
          </a:xfrm>
          <a:prstGeom prst="rect">
            <a:avLst/>
          </a:prstGeom>
        </p:spPr>
        <p:txBody>
          <a:bodyPr anchor="t" rtlCol="false" tIns="0" lIns="0" bIns="0" rIns="0">
            <a:spAutoFit/>
          </a:bodyPr>
          <a:lstStyle/>
          <a:p>
            <a:pPr algn="l">
              <a:lnSpc>
                <a:spcPts val="2844"/>
              </a:lnSpc>
              <a:spcBef>
                <a:spcPct val="0"/>
              </a:spcBef>
            </a:pPr>
            <a:r>
              <a:rPr lang="en-US" sz="2370">
                <a:solidFill>
                  <a:srgbClr val="000000"/>
                </a:solidFill>
                <a:latin typeface="Arial"/>
                <a:ea typeface="Arial"/>
                <a:cs typeface="Arial"/>
                <a:sym typeface="Arial"/>
              </a:rPr>
              <a:t>Appium là framework mã nguồn mở dùng để tự động hóa kiểm thử giao diện ứng dụng mobile thông qua các test script.</a:t>
            </a:r>
          </a:p>
          <a:p>
            <a:pPr algn="l">
              <a:lnSpc>
                <a:spcPts val="2844"/>
              </a:lnSpc>
              <a:spcBef>
                <a:spcPct val="0"/>
              </a:spcBef>
            </a:pPr>
          </a:p>
        </p:txBody>
      </p:sp>
      <p:sp>
        <p:nvSpPr>
          <p:cNvPr name="TextBox 32" id="32"/>
          <p:cNvSpPr txBox="true"/>
          <p:nvPr/>
        </p:nvSpPr>
        <p:spPr>
          <a:xfrm rot="0">
            <a:off x="981736" y="2733675"/>
            <a:ext cx="3737670" cy="666750"/>
          </a:xfrm>
          <a:prstGeom prst="rect">
            <a:avLst/>
          </a:prstGeom>
        </p:spPr>
        <p:txBody>
          <a:bodyPr anchor="t" rtlCol="false" tIns="0" lIns="0" bIns="0" rIns="0">
            <a:spAutoFit/>
          </a:bodyPr>
          <a:lstStyle/>
          <a:p>
            <a:pPr algn="l">
              <a:lnSpc>
                <a:spcPts val="5130"/>
              </a:lnSpc>
            </a:pPr>
            <a:r>
              <a:rPr lang="en-US" b="true" sz="4275" spc="-1">
                <a:solidFill>
                  <a:srgbClr val="1F4E79"/>
                </a:solidFill>
                <a:latin typeface="Arial Bold"/>
                <a:ea typeface="Arial Bold"/>
                <a:cs typeface="Arial Bold"/>
                <a:sym typeface="Arial Bold"/>
              </a:rPr>
              <a:t>Có thể làm gì?</a:t>
            </a:r>
          </a:p>
        </p:txBody>
      </p:sp>
      <p:sp>
        <p:nvSpPr>
          <p:cNvPr name="TextBox 33" id="33"/>
          <p:cNvSpPr txBox="true"/>
          <p:nvPr/>
        </p:nvSpPr>
        <p:spPr>
          <a:xfrm rot="0">
            <a:off x="981736" y="4962525"/>
            <a:ext cx="5093494" cy="666750"/>
          </a:xfrm>
          <a:prstGeom prst="rect">
            <a:avLst/>
          </a:prstGeom>
        </p:spPr>
        <p:txBody>
          <a:bodyPr anchor="t" rtlCol="false" tIns="0" lIns="0" bIns="0" rIns="0">
            <a:spAutoFit/>
          </a:bodyPr>
          <a:lstStyle/>
          <a:p>
            <a:pPr algn="l">
              <a:lnSpc>
                <a:spcPts val="5130"/>
              </a:lnSpc>
            </a:pPr>
            <a:r>
              <a:rPr lang="en-US" b="true" sz="4275" spc="-1">
                <a:solidFill>
                  <a:srgbClr val="1F4E79"/>
                </a:solidFill>
                <a:latin typeface="Arial Bold"/>
                <a:ea typeface="Arial Bold"/>
                <a:cs typeface="Arial Bold"/>
                <a:sym typeface="Arial Bold"/>
              </a:rPr>
              <a:t>Hoạt động thế nào?</a:t>
            </a:r>
          </a:p>
        </p:txBody>
      </p:sp>
      <p:sp>
        <p:nvSpPr>
          <p:cNvPr name="Freeform 34" id="34"/>
          <p:cNvSpPr/>
          <p:nvPr/>
        </p:nvSpPr>
        <p:spPr>
          <a:xfrm flipH="false" flipV="false" rot="0">
            <a:off x="11602331" y="6428137"/>
            <a:ext cx="1371699" cy="397793"/>
          </a:xfrm>
          <a:custGeom>
            <a:avLst/>
            <a:gdLst/>
            <a:ahLst/>
            <a:cxnLst/>
            <a:rect r="r" b="b" t="t" l="l"/>
            <a:pathLst>
              <a:path h="397793" w="1371699">
                <a:moveTo>
                  <a:pt x="0" y="0"/>
                </a:moveTo>
                <a:lnTo>
                  <a:pt x="1371699" y="0"/>
                </a:lnTo>
                <a:lnTo>
                  <a:pt x="1371699" y="397793"/>
                </a:lnTo>
                <a:lnTo>
                  <a:pt x="0" y="397793"/>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sp>
        <p:nvSpPr>
          <p:cNvPr name="Freeform 35" id="35"/>
          <p:cNvSpPr/>
          <p:nvPr/>
        </p:nvSpPr>
        <p:spPr>
          <a:xfrm flipH="false" flipV="false" rot="0">
            <a:off x="5255057" y="6428137"/>
            <a:ext cx="1371699" cy="397793"/>
          </a:xfrm>
          <a:custGeom>
            <a:avLst/>
            <a:gdLst/>
            <a:ahLst/>
            <a:cxnLst/>
            <a:rect r="r" b="b" t="t" l="l"/>
            <a:pathLst>
              <a:path h="397793" w="1371699">
                <a:moveTo>
                  <a:pt x="0" y="0"/>
                </a:moveTo>
                <a:lnTo>
                  <a:pt x="1371699" y="0"/>
                </a:lnTo>
                <a:lnTo>
                  <a:pt x="1371699" y="397793"/>
                </a:lnTo>
                <a:lnTo>
                  <a:pt x="0" y="397793"/>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grpSp>
        <p:nvGrpSpPr>
          <p:cNvPr name="Group 36" id="36"/>
          <p:cNvGrpSpPr/>
          <p:nvPr/>
        </p:nvGrpSpPr>
        <p:grpSpPr>
          <a:xfrm rot="0">
            <a:off x="13096008" y="5962650"/>
            <a:ext cx="4329722" cy="1229582"/>
            <a:chOff x="0" y="0"/>
            <a:chExt cx="5772963" cy="1639443"/>
          </a:xfrm>
        </p:grpSpPr>
        <p:sp>
          <p:nvSpPr>
            <p:cNvPr name="Freeform 37" id="37"/>
            <p:cNvSpPr/>
            <p:nvPr/>
          </p:nvSpPr>
          <p:spPr>
            <a:xfrm flipH="false" flipV="false" rot="0">
              <a:off x="0" y="0"/>
              <a:ext cx="5772912" cy="1639443"/>
            </a:xfrm>
            <a:custGeom>
              <a:avLst/>
              <a:gdLst/>
              <a:ahLst/>
              <a:cxnLst/>
              <a:rect r="r" b="b" t="t" l="l"/>
              <a:pathLst>
                <a:path h="1639443" w="5772912">
                  <a:moveTo>
                    <a:pt x="0" y="0"/>
                  </a:moveTo>
                  <a:lnTo>
                    <a:pt x="5772912" y="0"/>
                  </a:lnTo>
                  <a:lnTo>
                    <a:pt x="5772912" y="1639443"/>
                  </a:lnTo>
                  <a:lnTo>
                    <a:pt x="0" y="1639443"/>
                  </a:lnTo>
                  <a:lnTo>
                    <a:pt x="0" y="0"/>
                  </a:lnTo>
                  <a:close/>
                </a:path>
              </a:pathLst>
            </a:custGeom>
            <a:solidFill>
              <a:srgbClr val="EEF3FA"/>
            </a:solidFill>
          </p:spPr>
        </p:sp>
      </p:grpSp>
      <p:grpSp>
        <p:nvGrpSpPr>
          <p:cNvPr name="Group 38" id="38"/>
          <p:cNvGrpSpPr/>
          <p:nvPr/>
        </p:nvGrpSpPr>
        <p:grpSpPr>
          <a:xfrm rot="0">
            <a:off x="13096008" y="5963183"/>
            <a:ext cx="4329179" cy="1228496"/>
            <a:chOff x="0" y="0"/>
            <a:chExt cx="5772239" cy="1637995"/>
          </a:xfrm>
        </p:grpSpPr>
        <p:sp>
          <p:nvSpPr>
            <p:cNvPr name="Freeform 39" id="39"/>
            <p:cNvSpPr/>
            <p:nvPr/>
          </p:nvSpPr>
          <p:spPr>
            <a:xfrm flipH="false" flipV="false" rot="0">
              <a:off x="0" y="0"/>
              <a:ext cx="5772277" cy="1638046"/>
            </a:xfrm>
            <a:custGeom>
              <a:avLst/>
              <a:gdLst/>
              <a:ahLst/>
              <a:cxnLst/>
              <a:rect r="r" b="b" t="t" l="l"/>
              <a:pathLst>
                <a:path h="1638046" w="5772277">
                  <a:moveTo>
                    <a:pt x="0" y="0"/>
                  </a:moveTo>
                  <a:lnTo>
                    <a:pt x="5772277" y="0"/>
                  </a:lnTo>
                  <a:lnTo>
                    <a:pt x="5772277" y="1638046"/>
                  </a:lnTo>
                  <a:lnTo>
                    <a:pt x="0" y="1638046"/>
                  </a:lnTo>
                  <a:lnTo>
                    <a:pt x="0" y="0"/>
                  </a:lnTo>
                  <a:close/>
                </a:path>
              </a:pathLst>
            </a:custGeom>
            <a:blipFill>
              <a:blip r:embed="rId2">
                <a:alphaModFix amt="0"/>
              </a:blip>
              <a:stretch>
                <a:fillRect l="0" t="-18664" r="0" b="-18660"/>
              </a:stretch>
            </a:blipFill>
            <a:ln w="28080" cap="sq">
              <a:solidFill>
                <a:srgbClr val="1F4E79"/>
              </a:solidFill>
              <a:prstDash val="solid"/>
              <a:miter/>
            </a:ln>
          </p:spPr>
        </p:sp>
      </p:grpSp>
      <p:sp>
        <p:nvSpPr>
          <p:cNvPr name="TextBox 40" id="40"/>
          <p:cNvSpPr txBox="true"/>
          <p:nvPr/>
        </p:nvSpPr>
        <p:spPr>
          <a:xfrm rot="0">
            <a:off x="14291957" y="6141834"/>
            <a:ext cx="1990874" cy="285750"/>
          </a:xfrm>
          <a:prstGeom prst="rect">
            <a:avLst/>
          </a:prstGeom>
        </p:spPr>
        <p:txBody>
          <a:bodyPr anchor="t" rtlCol="false" tIns="0" lIns="0" bIns="0" rIns="0">
            <a:spAutoFit/>
          </a:bodyPr>
          <a:lstStyle/>
          <a:p>
            <a:pPr algn="l">
              <a:lnSpc>
                <a:spcPts val="2160"/>
              </a:lnSpc>
            </a:pPr>
            <a:r>
              <a:rPr lang="en-US" b="true" sz="1800" spc="-1">
                <a:solidFill>
                  <a:srgbClr val="222222"/>
                </a:solidFill>
                <a:latin typeface="Arial Bold"/>
                <a:ea typeface="Arial Bold"/>
                <a:cs typeface="Arial Bold"/>
                <a:sym typeface="Arial Bold"/>
              </a:rPr>
              <a:t>Android Emulator </a:t>
            </a:r>
          </a:p>
        </p:txBody>
      </p:sp>
      <p:sp>
        <p:nvSpPr>
          <p:cNvPr name="TextBox 41" id="41"/>
          <p:cNvSpPr txBox="true"/>
          <p:nvPr/>
        </p:nvSpPr>
        <p:spPr>
          <a:xfrm rot="0">
            <a:off x="13586526" y="6517648"/>
            <a:ext cx="3349228" cy="285750"/>
          </a:xfrm>
          <a:prstGeom prst="rect">
            <a:avLst/>
          </a:prstGeom>
        </p:spPr>
        <p:txBody>
          <a:bodyPr anchor="t" rtlCol="false" tIns="0" lIns="0" bIns="0" rIns="0">
            <a:spAutoFit/>
          </a:bodyPr>
          <a:lstStyle/>
          <a:p>
            <a:pPr algn="l">
              <a:lnSpc>
                <a:spcPts val="2160"/>
              </a:lnSpc>
            </a:pPr>
            <a:r>
              <a:rPr lang="en-US" sz="1800" spc="-1">
                <a:solidFill>
                  <a:srgbClr val="222222"/>
                </a:solidFill>
                <a:latin typeface="Arial"/>
                <a:ea typeface="Arial"/>
                <a:cs typeface="Arial"/>
                <a:sym typeface="Arial"/>
              </a:rPr>
              <a:t>Thực</a:t>
            </a:r>
            <a:r>
              <a:rPr lang="en-US" sz="1800" spc="-1">
                <a:solidFill>
                  <a:srgbClr val="222222"/>
                </a:solidFill>
                <a:latin typeface="Arial"/>
                <a:ea typeface="Arial"/>
                <a:cs typeface="Arial"/>
                <a:sym typeface="Arial"/>
              </a:rPr>
              <a:t> hiện thao tác và trả kết quả</a:t>
            </a:r>
          </a:p>
        </p:txBody>
      </p:sp>
      <p:sp>
        <p:nvSpPr>
          <p:cNvPr name="TextBox 42" id="42"/>
          <p:cNvSpPr txBox="true"/>
          <p:nvPr/>
        </p:nvSpPr>
        <p:spPr>
          <a:xfrm rot="0">
            <a:off x="7803868" y="6523482"/>
            <a:ext cx="3209479" cy="285750"/>
          </a:xfrm>
          <a:prstGeom prst="rect">
            <a:avLst/>
          </a:prstGeom>
        </p:spPr>
        <p:txBody>
          <a:bodyPr anchor="t" rtlCol="false" tIns="0" lIns="0" bIns="0" rIns="0">
            <a:spAutoFit/>
          </a:bodyPr>
          <a:lstStyle/>
          <a:p>
            <a:pPr algn="l">
              <a:lnSpc>
                <a:spcPts val="2160"/>
              </a:lnSpc>
            </a:pPr>
            <a:r>
              <a:rPr lang="en-US" sz="1800" spc="-1">
                <a:solidFill>
                  <a:srgbClr val="222222"/>
                </a:solidFill>
                <a:latin typeface="Arial"/>
                <a:ea typeface="Arial"/>
                <a:cs typeface="Arial"/>
                <a:sym typeface="Arial"/>
              </a:rPr>
              <a:t>Nhận và chuyển</a:t>
            </a:r>
            <a:r>
              <a:rPr lang="en-US" sz="1800" spc="-1">
                <a:solidFill>
                  <a:srgbClr val="222222"/>
                </a:solidFill>
                <a:latin typeface="Arial"/>
                <a:ea typeface="Arial"/>
                <a:cs typeface="Arial"/>
                <a:sym typeface="Arial"/>
              </a:rPr>
              <a:t> lệnh cho driver</a:t>
            </a:r>
          </a:p>
        </p:txBody>
      </p:sp>
      <p:sp>
        <p:nvSpPr>
          <p:cNvPr name="Freeform 43" id="43"/>
          <p:cNvSpPr/>
          <p:nvPr/>
        </p:nvSpPr>
        <p:spPr>
          <a:xfrm flipH="false" flipV="false" rot="5400000">
            <a:off x="14950452" y="7450847"/>
            <a:ext cx="726935" cy="210811"/>
          </a:xfrm>
          <a:custGeom>
            <a:avLst/>
            <a:gdLst/>
            <a:ahLst/>
            <a:cxnLst/>
            <a:rect r="r" b="b" t="t" l="l"/>
            <a:pathLst>
              <a:path h="210811" w="726935">
                <a:moveTo>
                  <a:pt x="0" y="0"/>
                </a:moveTo>
                <a:lnTo>
                  <a:pt x="726935" y="0"/>
                </a:lnTo>
                <a:lnTo>
                  <a:pt x="726935" y="210811"/>
                </a:lnTo>
                <a:lnTo>
                  <a:pt x="0" y="210811"/>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sp>
        <p:nvSpPr>
          <p:cNvPr name="TextBox 211" id="211"/>
          <p:cNvSpPr txBox="true"/>
          <p:nvPr/>
        </p:nvSpPr>
        <p:spPr>
          <a:xfrm rot="0">
            <a:off x="685800" y="9998488"/>
            <a:ext cx="9144000" cy="211826"/>
          </a:xfrm>
          <a:prstGeom prst="rect">
            <a:avLst/>
          </a:prstGeom>
        </p:spPr>
        <p:txBody>
          <a:bodyPr anchor="t" rtlCol="false" tIns="0" lIns="0" bIns="0" rIns="0" wrap="square">
            <a:noAutofit/>
          </a:bodyPr>
          <a:lstStyle/>
          <a:p>
            <a:pPr algn="l">
              <a:lnSpc>
                <a:spcPts val="1620"/>
              </a:lnSpc>
            </a:pPr>
            <a:r>
              <a:rPr lang="en-US" b="true" sz="1350" spc="-1">
                <a:solidFill>
                  <a:srgbClr val="FFFFFF"/>
                </a:solidFill>
                <a:latin typeface="Arial Bold"/>
                <a:ea typeface="Arial Bold"/>
                <a:cs typeface="Arial Bold"/>
                <a:sym typeface="Arial Bold"/>
              </a:rPr>
              <a:t>5 · Appium là gì</a:t>
            </a:r>
          </a:p>
        </p:txBody>
      </p:sp>
    </p:spTree>
  </p:cSld>
  <p:clrMapOvr>
    <a:masterClrMapping/>
  </p:clrMapOvr>
  <p:transition spd="fast">
    <p:fade/>
  </p:transition>
</p:sld>
</file>

<file path=ppt/slides/slide6.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0" y="0"/>
            <a:ext cx="18288181" cy="10287000"/>
            <a:chOff x="0" y="0"/>
            <a:chExt cx="24384241" cy="13716000"/>
          </a:xfrm>
        </p:grpSpPr>
        <p:sp>
          <p:nvSpPr>
            <p:cNvPr name="Freeform 3" id="3"/>
            <p:cNvSpPr/>
            <p:nvPr/>
          </p:nvSpPr>
          <p:spPr>
            <a:xfrm flipH="false" flipV="false" rot="0">
              <a:off x="0" y="0"/>
              <a:ext cx="24384254" cy="13716000"/>
            </a:xfrm>
            <a:custGeom>
              <a:avLst/>
              <a:gdLst/>
              <a:ahLst/>
              <a:cxnLst/>
              <a:rect r="r" b="b" t="t" l="l"/>
              <a:pathLst>
                <a:path h="13716000" w="24384254">
                  <a:moveTo>
                    <a:pt x="0" y="0"/>
                  </a:moveTo>
                  <a:lnTo>
                    <a:pt x="24384254" y="0"/>
                  </a:lnTo>
                  <a:lnTo>
                    <a:pt x="24384254" y="13716000"/>
                  </a:lnTo>
                  <a:lnTo>
                    <a:pt x="0" y="13716000"/>
                  </a:lnTo>
                  <a:lnTo>
                    <a:pt x="0" y="0"/>
                  </a:lnTo>
                  <a:close/>
                </a:path>
              </a:pathLst>
            </a:custGeom>
            <a:solidFill>
              <a:srgbClr val="FFFFFF"/>
            </a:solidFill>
          </p:spPr>
        </p:sp>
      </p:grpSp>
      <p:grpSp>
        <p:nvGrpSpPr>
          <p:cNvPr name="Group 4" id="4"/>
          <p:cNvGrpSpPr/>
          <p:nvPr/>
        </p:nvGrpSpPr>
        <p:grpSpPr>
          <a:xfrm rot="0">
            <a:off x="0" y="0"/>
            <a:ext cx="18288181" cy="10287000"/>
            <a:chOff x="0" y="0"/>
            <a:chExt cx="24384241" cy="13716000"/>
          </a:xfrm>
        </p:grpSpPr>
        <p:sp>
          <p:nvSpPr>
            <p:cNvPr name="Freeform 5" id="5"/>
            <p:cNvSpPr/>
            <p:nvPr/>
          </p:nvSpPr>
          <p:spPr>
            <a:xfrm flipH="false" flipV="false" rot="0">
              <a:off x="0" y="0"/>
              <a:ext cx="24384254" cy="13716000"/>
            </a:xfrm>
            <a:custGeom>
              <a:avLst/>
              <a:gdLst/>
              <a:ahLst/>
              <a:cxnLst/>
              <a:rect r="r" b="b" t="t" l="l"/>
              <a:pathLst>
                <a:path h="13716000" w="24384254">
                  <a:moveTo>
                    <a:pt x="0" y="0"/>
                  </a:moveTo>
                  <a:lnTo>
                    <a:pt x="24384254" y="0"/>
                  </a:lnTo>
                  <a:lnTo>
                    <a:pt x="24384254" y="13716000"/>
                  </a:lnTo>
                  <a:lnTo>
                    <a:pt x="0" y="13716000"/>
                  </a:lnTo>
                  <a:lnTo>
                    <a:pt x="0" y="0"/>
                  </a:lnTo>
                  <a:close/>
                </a:path>
              </a:pathLst>
            </a:custGeom>
            <a:solidFill>
              <a:srgbClr val="FFFFFF"/>
            </a:solidFill>
          </p:spPr>
        </p:sp>
      </p:grpSp>
      <p:grpSp>
        <p:nvGrpSpPr>
          <p:cNvPr name="Group 6" id="6"/>
          <p:cNvGrpSpPr/>
          <p:nvPr/>
        </p:nvGrpSpPr>
        <p:grpSpPr>
          <a:xfrm rot="0">
            <a:off x="0" y="0"/>
            <a:ext cx="18288181" cy="10287000"/>
            <a:chOff x="0" y="0"/>
            <a:chExt cx="24384241" cy="13716000"/>
          </a:xfrm>
        </p:grpSpPr>
        <p:sp>
          <p:nvSpPr>
            <p:cNvPr name="Freeform 7" id="7"/>
            <p:cNvSpPr/>
            <p:nvPr/>
          </p:nvSpPr>
          <p:spPr>
            <a:xfrm flipH="false" flipV="false" rot="0">
              <a:off x="0" y="0"/>
              <a:ext cx="24384254" cy="13716000"/>
            </a:xfrm>
            <a:custGeom>
              <a:avLst/>
              <a:gdLst/>
              <a:ahLst/>
              <a:cxnLst/>
              <a:rect r="r" b="b" t="t" l="l"/>
              <a:pathLst>
                <a:path h="13716000" w="24384254">
                  <a:moveTo>
                    <a:pt x="0" y="0"/>
                  </a:moveTo>
                  <a:lnTo>
                    <a:pt x="24384254" y="0"/>
                  </a:lnTo>
                  <a:lnTo>
                    <a:pt x="24384254" y="13716000"/>
                  </a:lnTo>
                  <a:lnTo>
                    <a:pt x="0" y="13716000"/>
                  </a:lnTo>
                  <a:lnTo>
                    <a:pt x="0" y="0"/>
                  </a:lnTo>
                  <a:close/>
                </a:path>
              </a:pathLst>
            </a:custGeom>
            <a:solidFill>
              <a:srgbClr val="FFFFFF"/>
            </a:solidFill>
          </p:spPr>
        </p:sp>
      </p:grpSp>
      <p:sp>
        <p:nvSpPr>
          <p:cNvPr name="Freeform 8" id="8"/>
          <p:cNvSpPr/>
          <p:nvPr/>
        </p:nvSpPr>
        <p:spPr>
          <a:xfrm flipH="false" flipV="false" rot="0">
            <a:off x="713880" y="2250176"/>
            <a:ext cx="16881481" cy="3115256"/>
          </a:xfrm>
          <a:custGeom>
            <a:avLst/>
            <a:gdLst/>
            <a:ahLst/>
            <a:cxnLst/>
            <a:rect r="r" b="b" t="t" l="l"/>
            <a:pathLst>
              <a:path h="3115256" w="16881481">
                <a:moveTo>
                  <a:pt x="0" y="0"/>
                </a:moveTo>
                <a:lnTo>
                  <a:pt x="16881481" y="0"/>
                </a:lnTo>
                <a:lnTo>
                  <a:pt x="16881481" y="3115256"/>
                </a:lnTo>
                <a:lnTo>
                  <a:pt x="0" y="3115256"/>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grpSp>
        <p:nvGrpSpPr>
          <p:cNvPr name="Group 9" id="9"/>
          <p:cNvGrpSpPr/>
          <p:nvPr/>
        </p:nvGrpSpPr>
        <p:grpSpPr>
          <a:xfrm rot="0">
            <a:off x="685257" y="2242623"/>
            <a:ext cx="16917124" cy="3129839"/>
            <a:chOff x="0" y="0"/>
            <a:chExt cx="22556165" cy="4173118"/>
          </a:xfrm>
        </p:grpSpPr>
        <p:sp>
          <p:nvSpPr>
            <p:cNvPr name="Freeform 10" id="10"/>
            <p:cNvSpPr/>
            <p:nvPr/>
          </p:nvSpPr>
          <p:spPr>
            <a:xfrm flipH="false" flipV="false" rot="0">
              <a:off x="0" y="0"/>
              <a:ext cx="22556215" cy="4173093"/>
            </a:xfrm>
            <a:custGeom>
              <a:avLst/>
              <a:gdLst/>
              <a:ahLst/>
              <a:cxnLst/>
              <a:rect r="r" b="b" t="t" l="l"/>
              <a:pathLst>
                <a:path h="4173093" w="22556215">
                  <a:moveTo>
                    <a:pt x="0" y="0"/>
                  </a:moveTo>
                  <a:lnTo>
                    <a:pt x="22556215" y="0"/>
                  </a:lnTo>
                  <a:lnTo>
                    <a:pt x="22556215" y="4173093"/>
                  </a:lnTo>
                  <a:lnTo>
                    <a:pt x="0" y="4173093"/>
                  </a:lnTo>
                  <a:lnTo>
                    <a:pt x="0" y="0"/>
                  </a:lnTo>
                  <a:close/>
                </a:path>
              </a:pathLst>
            </a:custGeom>
            <a:solidFill>
              <a:srgbClr val="D1D9E0"/>
            </a:solidFill>
          </p:spPr>
        </p:sp>
      </p:grpSp>
      <p:grpSp>
        <p:nvGrpSpPr>
          <p:cNvPr name="Group 11" id="11"/>
          <p:cNvGrpSpPr/>
          <p:nvPr/>
        </p:nvGrpSpPr>
        <p:grpSpPr>
          <a:xfrm rot="0">
            <a:off x="685257" y="2242623"/>
            <a:ext cx="16917124" cy="3129839"/>
            <a:chOff x="0" y="0"/>
            <a:chExt cx="22556165" cy="4173118"/>
          </a:xfrm>
        </p:grpSpPr>
        <p:sp>
          <p:nvSpPr>
            <p:cNvPr name="Freeform 12" id="12"/>
            <p:cNvSpPr/>
            <p:nvPr/>
          </p:nvSpPr>
          <p:spPr>
            <a:xfrm flipH="false" flipV="false" rot="0">
              <a:off x="0" y="0"/>
              <a:ext cx="22556215" cy="4173093"/>
            </a:xfrm>
            <a:custGeom>
              <a:avLst/>
              <a:gdLst/>
              <a:ahLst/>
              <a:cxnLst/>
              <a:rect r="r" b="b" t="t" l="l"/>
              <a:pathLst>
                <a:path h="4173093" w="22556215">
                  <a:moveTo>
                    <a:pt x="0" y="0"/>
                  </a:moveTo>
                  <a:lnTo>
                    <a:pt x="22556215" y="0"/>
                  </a:lnTo>
                  <a:lnTo>
                    <a:pt x="22556215" y="4173093"/>
                  </a:lnTo>
                  <a:lnTo>
                    <a:pt x="0" y="4173093"/>
                  </a:lnTo>
                  <a:lnTo>
                    <a:pt x="0" y="0"/>
                  </a:lnTo>
                  <a:close/>
                </a:path>
              </a:pathLst>
            </a:custGeom>
            <a:solidFill>
              <a:srgbClr val="D1D9E0"/>
            </a:solidFill>
          </p:spPr>
        </p:sp>
      </p:grpSp>
      <p:grpSp>
        <p:nvGrpSpPr>
          <p:cNvPr name="Group 13" id="13"/>
          <p:cNvGrpSpPr/>
          <p:nvPr/>
        </p:nvGrpSpPr>
        <p:grpSpPr>
          <a:xfrm rot="0">
            <a:off x="685257" y="2242623"/>
            <a:ext cx="16917124" cy="3129839"/>
            <a:chOff x="0" y="0"/>
            <a:chExt cx="22556165" cy="4173118"/>
          </a:xfrm>
        </p:grpSpPr>
        <p:sp>
          <p:nvSpPr>
            <p:cNvPr name="Freeform 14" id="14"/>
            <p:cNvSpPr/>
            <p:nvPr/>
          </p:nvSpPr>
          <p:spPr>
            <a:xfrm flipH="false" flipV="false" rot="0">
              <a:off x="0" y="0"/>
              <a:ext cx="22556215" cy="4173093"/>
            </a:xfrm>
            <a:custGeom>
              <a:avLst/>
              <a:gdLst/>
              <a:ahLst/>
              <a:cxnLst/>
              <a:rect r="r" b="b" t="t" l="l"/>
              <a:pathLst>
                <a:path h="4173093" w="22556215">
                  <a:moveTo>
                    <a:pt x="0" y="0"/>
                  </a:moveTo>
                  <a:lnTo>
                    <a:pt x="22556215" y="0"/>
                  </a:lnTo>
                  <a:lnTo>
                    <a:pt x="22556215" y="4173093"/>
                  </a:lnTo>
                  <a:lnTo>
                    <a:pt x="0" y="4173093"/>
                  </a:lnTo>
                  <a:lnTo>
                    <a:pt x="0" y="0"/>
                  </a:lnTo>
                  <a:close/>
                </a:path>
              </a:pathLst>
            </a:custGeom>
            <a:solidFill>
              <a:srgbClr val="D1D9E0"/>
            </a:solidFill>
          </p:spPr>
        </p:sp>
      </p:grpSp>
      <p:grpSp>
        <p:nvGrpSpPr>
          <p:cNvPr name="Group 15" id="15"/>
          <p:cNvGrpSpPr/>
          <p:nvPr/>
        </p:nvGrpSpPr>
        <p:grpSpPr>
          <a:xfrm rot="0">
            <a:off x="685257" y="2242623"/>
            <a:ext cx="16917124" cy="3129839"/>
            <a:chOff x="0" y="0"/>
            <a:chExt cx="22556165" cy="4173118"/>
          </a:xfrm>
        </p:grpSpPr>
        <p:sp>
          <p:nvSpPr>
            <p:cNvPr name="Freeform 16" id="16"/>
            <p:cNvSpPr/>
            <p:nvPr/>
          </p:nvSpPr>
          <p:spPr>
            <a:xfrm flipH="false" flipV="false" rot="0">
              <a:off x="0" y="0"/>
              <a:ext cx="22556215" cy="4173093"/>
            </a:xfrm>
            <a:custGeom>
              <a:avLst/>
              <a:gdLst/>
              <a:ahLst/>
              <a:cxnLst/>
              <a:rect r="r" b="b" t="t" l="l"/>
              <a:pathLst>
                <a:path h="4173093" w="22556215">
                  <a:moveTo>
                    <a:pt x="0" y="0"/>
                  </a:moveTo>
                  <a:lnTo>
                    <a:pt x="22556215" y="0"/>
                  </a:lnTo>
                  <a:lnTo>
                    <a:pt x="22556215" y="4173093"/>
                  </a:lnTo>
                  <a:lnTo>
                    <a:pt x="0" y="4173093"/>
                  </a:lnTo>
                  <a:lnTo>
                    <a:pt x="0" y="0"/>
                  </a:lnTo>
                  <a:close/>
                </a:path>
              </a:pathLst>
            </a:custGeom>
            <a:solidFill>
              <a:srgbClr val="F6F8FA"/>
            </a:solidFill>
          </p:spPr>
        </p:sp>
      </p:grpSp>
      <p:sp>
        <p:nvSpPr>
          <p:cNvPr name="TextBox 17" id="17"/>
          <p:cNvSpPr txBox="true"/>
          <p:nvPr/>
        </p:nvSpPr>
        <p:spPr>
          <a:xfrm rot="0">
            <a:off x="685800" y="1204046"/>
            <a:ext cx="13234243" cy="666750"/>
          </a:xfrm>
          <a:prstGeom prst="rect">
            <a:avLst/>
          </a:prstGeom>
        </p:spPr>
        <p:txBody>
          <a:bodyPr anchor="t" rtlCol="false" tIns="0" lIns="0" bIns="0" rIns="0">
            <a:spAutoFit/>
          </a:bodyPr>
          <a:lstStyle/>
          <a:p>
            <a:pPr algn="l">
              <a:lnSpc>
                <a:spcPts val="5130"/>
              </a:lnSpc>
            </a:pPr>
            <a:r>
              <a:rPr lang="en-US" b="true" sz="4275" spc="-1">
                <a:solidFill>
                  <a:srgbClr val="1F4E79"/>
                </a:solidFill>
                <a:latin typeface="Arial Bold"/>
                <a:ea typeface="Arial Bold"/>
                <a:cs typeface="Arial Bold"/>
                <a:sym typeface="Arial Bold"/>
              </a:rPr>
              <a:t>Bắt đầu một Appium Test — </a:t>
            </a:r>
            <a:r>
              <a:rPr lang="en-US" b="true" sz="4275" spc="-1">
                <a:solidFill>
                  <a:srgbClr val="1F4E79"/>
                </a:solidFill>
                <a:latin typeface="Arial Bold"/>
                <a:ea typeface="Arial Bold"/>
                <a:cs typeface="Arial Bold"/>
                <a:sym typeface="Arial Bold"/>
              </a:rPr>
              <a:t>Session &amp; Capabilities</a:t>
            </a:r>
          </a:p>
        </p:txBody>
      </p:sp>
      <p:sp>
        <p:nvSpPr>
          <p:cNvPr name="TextBox 18" id="18"/>
          <p:cNvSpPr txBox="true"/>
          <p:nvPr/>
        </p:nvSpPr>
        <p:spPr>
          <a:xfrm rot="0">
            <a:off x="914219" y="2390584"/>
            <a:ext cx="3700081" cy="224638"/>
          </a:xfrm>
          <a:prstGeom prst="rect">
            <a:avLst/>
          </a:prstGeom>
        </p:spPr>
        <p:txBody>
          <a:bodyPr anchor="t" rtlCol="false" tIns="0" lIns="0" bIns="0" rIns="0">
            <a:spAutoFit/>
          </a:bodyPr>
          <a:lstStyle/>
          <a:p>
            <a:pPr algn="l">
              <a:lnSpc>
                <a:spcPts val="1889"/>
              </a:lnSpc>
            </a:pPr>
            <a:r>
              <a:rPr lang="en-US" sz="1575" spc="-1">
                <a:solidFill>
                  <a:srgbClr val="59636E"/>
                </a:solidFill>
                <a:latin typeface="Courier New"/>
                <a:ea typeface="Courier New"/>
                <a:cs typeface="Courier New"/>
                <a:sym typeface="Courier New"/>
              </a:rPr>
              <a:t>// src/appium/config/session.js</a:t>
            </a:r>
          </a:p>
        </p:txBody>
      </p:sp>
      <p:sp>
        <p:nvSpPr>
          <p:cNvPr name="TextBox 19" id="19"/>
          <p:cNvSpPr txBox="true"/>
          <p:nvPr/>
        </p:nvSpPr>
        <p:spPr>
          <a:xfrm rot="0">
            <a:off x="914219" y="2648160"/>
            <a:ext cx="3459775" cy="224638"/>
          </a:xfrm>
          <a:prstGeom prst="rect">
            <a:avLst/>
          </a:prstGeom>
        </p:spPr>
        <p:txBody>
          <a:bodyPr anchor="t" rtlCol="false" tIns="0" lIns="0" bIns="0" rIns="0">
            <a:spAutoFit/>
          </a:bodyPr>
          <a:lstStyle/>
          <a:p>
            <a:pPr algn="l">
              <a:lnSpc>
                <a:spcPts val="1889"/>
              </a:lnSpc>
            </a:pPr>
            <a:r>
              <a:rPr lang="en-US" sz="1575" spc="-1">
                <a:solidFill>
                  <a:srgbClr val="CF222E"/>
                </a:solidFill>
                <a:latin typeface="Courier New"/>
                <a:ea typeface="Courier New"/>
                <a:cs typeface="Courier New"/>
                <a:sym typeface="Courier New"/>
              </a:rPr>
              <a:t>const</a:t>
            </a:r>
            <a:r>
              <a:rPr lang="en-US" sz="1575" spc="-1">
                <a:solidFill>
                  <a:srgbClr val="1F2328"/>
                </a:solidFill>
                <a:latin typeface="Courier New"/>
                <a:ea typeface="Courier New"/>
                <a:cs typeface="Courier New"/>
                <a:sym typeface="Courier New"/>
              </a:rPr>
              <a:t> driver = </a:t>
            </a:r>
            <a:r>
              <a:rPr lang="en-US" sz="1575" spc="-1">
                <a:solidFill>
                  <a:srgbClr val="CF222E"/>
                </a:solidFill>
                <a:latin typeface="Courier New"/>
                <a:ea typeface="Courier New"/>
                <a:cs typeface="Courier New"/>
                <a:sym typeface="Courier New"/>
              </a:rPr>
              <a:t>await</a:t>
            </a:r>
            <a:r>
              <a:rPr lang="en-US" sz="1575" spc="-1">
                <a:solidFill>
                  <a:srgbClr val="1F2328"/>
                </a:solidFill>
                <a:latin typeface="Courier New"/>
                <a:ea typeface="Courier New"/>
                <a:cs typeface="Courier New"/>
                <a:sym typeface="Courier New"/>
              </a:rPr>
              <a:t> </a:t>
            </a:r>
            <a:r>
              <a:rPr lang="en-US" sz="1575" spc="-1">
                <a:solidFill>
                  <a:srgbClr val="6639BA"/>
                </a:solidFill>
                <a:latin typeface="Courier New"/>
                <a:ea typeface="Courier New"/>
                <a:cs typeface="Courier New"/>
                <a:sym typeface="Courier New"/>
              </a:rPr>
              <a:t>remote</a:t>
            </a:r>
            <a:r>
              <a:rPr lang="en-US" sz="1575" spc="-1">
                <a:solidFill>
                  <a:srgbClr val="1F2328"/>
                </a:solidFill>
                <a:latin typeface="Courier New"/>
                <a:ea typeface="Courier New"/>
                <a:cs typeface="Courier New"/>
                <a:sym typeface="Courier New"/>
              </a:rPr>
              <a:t>({</a:t>
            </a:r>
          </a:p>
        </p:txBody>
      </p:sp>
      <p:sp>
        <p:nvSpPr>
          <p:cNvPr name="TextBox 20" id="20"/>
          <p:cNvSpPr txBox="true"/>
          <p:nvPr/>
        </p:nvSpPr>
        <p:spPr>
          <a:xfrm rot="0">
            <a:off x="914219" y="2905201"/>
            <a:ext cx="11917261" cy="224638"/>
          </a:xfrm>
          <a:prstGeom prst="rect">
            <a:avLst/>
          </a:prstGeom>
        </p:spPr>
        <p:txBody>
          <a:bodyPr anchor="t" rtlCol="false" tIns="0" lIns="0" bIns="0" rIns="0">
            <a:spAutoFit/>
          </a:bodyPr>
          <a:lstStyle/>
          <a:p>
            <a:pPr algn="l">
              <a:lnSpc>
                <a:spcPts val="1889"/>
              </a:lnSpc>
            </a:pPr>
            <a:r>
              <a:rPr lang="en-US" sz="1575" spc="-1">
                <a:solidFill>
                  <a:srgbClr val="1F2328"/>
                </a:solidFill>
                <a:latin typeface="Courier New"/>
                <a:ea typeface="Courier New"/>
                <a:cs typeface="Courier New"/>
                <a:sym typeface="Courier New"/>
              </a:rPr>
              <a:t>  </a:t>
            </a:r>
            <a:r>
              <a:rPr lang="en-US" sz="1575" spc="-1">
                <a:solidFill>
                  <a:srgbClr val="0550AE"/>
                </a:solidFill>
                <a:latin typeface="Courier New"/>
                <a:ea typeface="Courier New"/>
                <a:cs typeface="Courier New"/>
                <a:sym typeface="Courier New"/>
              </a:rPr>
              <a:t>hostname</a:t>
            </a:r>
            <a:r>
              <a:rPr lang="en-US" sz="1575" spc="-1">
                <a:solidFill>
                  <a:srgbClr val="1F2328"/>
                </a:solidFill>
                <a:latin typeface="Courier New"/>
                <a:ea typeface="Courier New"/>
                <a:cs typeface="Courier New"/>
                <a:sym typeface="Courier New"/>
              </a:rPr>
              <a:t>: </a:t>
            </a:r>
            <a:r>
              <a:rPr lang="en-US" sz="1575" spc="-1">
                <a:solidFill>
                  <a:srgbClr val="0A3069"/>
                </a:solidFill>
                <a:latin typeface="Courier New"/>
                <a:ea typeface="Courier New"/>
                <a:cs typeface="Courier New"/>
                <a:sym typeface="Courier New"/>
              </a:rPr>
              <a:t>"127.0.0.1"</a:t>
            </a:r>
            <a:r>
              <a:rPr lang="en-US" sz="1575" spc="-1">
                <a:solidFill>
                  <a:srgbClr val="1F2328"/>
                </a:solidFill>
                <a:latin typeface="Courier New"/>
                <a:ea typeface="Courier New"/>
                <a:cs typeface="Courier New"/>
                <a:sym typeface="Courier New"/>
              </a:rPr>
              <a:t>, </a:t>
            </a:r>
            <a:r>
              <a:rPr lang="en-US" sz="1575" spc="-1">
                <a:solidFill>
                  <a:srgbClr val="0550AE"/>
                </a:solidFill>
                <a:latin typeface="Courier New"/>
                <a:ea typeface="Courier New"/>
                <a:cs typeface="Courier New"/>
                <a:sym typeface="Courier New"/>
              </a:rPr>
              <a:t>port</a:t>
            </a:r>
            <a:r>
              <a:rPr lang="en-US" sz="1575" spc="-1">
                <a:solidFill>
                  <a:srgbClr val="1F2328"/>
                </a:solidFill>
                <a:latin typeface="Courier New"/>
                <a:ea typeface="Courier New"/>
                <a:cs typeface="Courier New"/>
                <a:sym typeface="Courier New"/>
              </a:rPr>
              <a:t>: </a:t>
            </a:r>
            <a:r>
              <a:rPr lang="en-US" sz="1575" spc="-1">
                <a:solidFill>
                  <a:srgbClr val="0550AE"/>
                </a:solidFill>
                <a:latin typeface="Courier New"/>
                <a:ea typeface="Courier New"/>
                <a:cs typeface="Courier New"/>
                <a:sym typeface="Courier New"/>
              </a:rPr>
              <a:t>4723</a:t>
            </a:r>
            <a:r>
              <a:rPr lang="en-US" sz="1575" spc="-1">
                <a:solidFill>
                  <a:srgbClr val="1F2328"/>
                </a:solidFill>
                <a:latin typeface="Courier New"/>
                <a:ea typeface="Courier New"/>
                <a:cs typeface="Courier New"/>
                <a:sym typeface="Courier New"/>
              </a:rPr>
              <a:t>, </a:t>
            </a:r>
            <a:r>
              <a:rPr lang="en-US" sz="1575" spc="-1">
                <a:solidFill>
                  <a:srgbClr val="0550AE"/>
                </a:solidFill>
                <a:latin typeface="Courier New"/>
                <a:ea typeface="Courier New"/>
                <a:cs typeface="Courier New"/>
                <a:sym typeface="Courier New"/>
              </a:rPr>
              <a:t>path</a:t>
            </a:r>
            <a:r>
              <a:rPr lang="en-US" sz="1575" spc="-1">
                <a:solidFill>
                  <a:srgbClr val="1F2328"/>
                </a:solidFill>
                <a:latin typeface="Courier New"/>
                <a:ea typeface="Courier New"/>
                <a:cs typeface="Courier New"/>
                <a:sym typeface="Courier New"/>
              </a:rPr>
              <a:t>: </a:t>
            </a:r>
            <a:r>
              <a:rPr lang="en-US" sz="1575" spc="-1">
                <a:solidFill>
                  <a:srgbClr val="0A3069"/>
                </a:solidFill>
                <a:latin typeface="Courier New"/>
                <a:ea typeface="Courier New"/>
                <a:cs typeface="Courier New"/>
                <a:sym typeface="Courier New"/>
              </a:rPr>
              <a:t>"/"</a:t>
            </a:r>
            <a:r>
              <a:rPr lang="en-US" sz="1575" spc="-1">
                <a:solidFill>
                  <a:srgbClr val="1F2328"/>
                </a:solidFill>
                <a:latin typeface="Courier New"/>
                <a:ea typeface="Courier New"/>
                <a:cs typeface="Courier New"/>
                <a:sym typeface="Courier New"/>
              </a:rPr>
              <a:t>,        </a:t>
            </a:r>
            <a:r>
              <a:rPr lang="en-US" sz="1575" spc="-1">
                <a:solidFill>
                  <a:srgbClr val="59636E"/>
                </a:solidFill>
                <a:latin typeface="Courier New"/>
                <a:ea typeface="Courier New"/>
                <a:cs typeface="Courier New"/>
                <a:sym typeface="Courier New"/>
              </a:rPr>
              <a:t>// Appium 2 dùng "/"; Appium 1 dùng "/wd/hub"</a:t>
            </a:r>
          </a:p>
        </p:txBody>
      </p:sp>
      <p:sp>
        <p:nvSpPr>
          <p:cNvPr name="TextBox 21" id="21"/>
          <p:cNvSpPr txBox="true"/>
          <p:nvPr/>
        </p:nvSpPr>
        <p:spPr>
          <a:xfrm rot="0">
            <a:off x="914219" y="3176816"/>
            <a:ext cx="2026082" cy="224638"/>
          </a:xfrm>
          <a:prstGeom prst="rect">
            <a:avLst/>
          </a:prstGeom>
        </p:spPr>
        <p:txBody>
          <a:bodyPr anchor="t" rtlCol="false" tIns="0" lIns="0" bIns="0" rIns="0">
            <a:spAutoFit/>
          </a:bodyPr>
          <a:lstStyle/>
          <a:p>
            <a:pPr algn="l">
              <a:lnSpc>
                <a:spcPts val="1889"/>
              </a:lnSpc>
            </a:pPr>
            <a:r>
              <a:rPr lang="en-US" sz="1575" spc="-1">
                <a:solidFill>
                  <a:srgbClr val="1F2328"/>
                </a:solidFill>
                <a:latin typeface="Courier New"/>
                <a:ea typeface="Courier New"/>
                <a:cs typeface="Courier New"/>
                <a:sym typeface="Courier New"/>
              </a:rPr>
              <a:t>  </a:t>
            </a:r>
            <a:r>
              <a:rPr lang="en-US" sz="1575" spc="-1">
                <a:solidFill>
                  <a:srgbClr val="0550AE"/>
                </a:solidFill>
                <a:latin typeface="Courier New"/>
                <a:ea typeface="Courier New"/>
                <a:cs typeface="Courier New"/>
                <a:sym typeface="Courier New"/>
              </a:rPr>
              <a:t>capabilities</a:t>
            </a:r>
            <a:r>
              <a:rPr lang="en-US" sz="1575" spc="-1">
                <a:solidFill>
                  <a:srgbClr val="1F2328"/>
                </a:solidFill>
                <a:latin typeface="Courier New"/>
                <a:ea typeface="Courier New"/>
                <a:cs typeface="Courier New"/>
                <a:sym typeface="Courier New"/>
              </a:rPr>
              <a:t>: {</a:t>
            </a:r>
          </a:p>
        </p:txBody>
      </p:sp>
      <p:sp>
        <p:nvSpPr>
          <p:cNvPr name="TextBox 22" id="22"/>
          <p:cNvSpPr txBox="true"/>
          <p:nvPr/>
        </p:nvSpPr>
        <p:spPr>
          <a:xfrm rot="0">
            <a:off x="914219" y="3433858"/>
            <a:ext cx="3336122" cy="224638"/>
          </a:xfrm>
          <a:prstGeom prst="rect">
            <a:avLst/>
          </a:prstGeom>
        </p:spPr>
        <p:txBody>
          <a:bodyPr anchor="t" rtlCol="false" tIns="0" lIns="0" bIns="0" rIns="0">
            <a:spAutoFit/>
          </a:bodyPr>
          <a:lstStyle/>
          <a:p>
            <a:pPr algn="l">
              <a:lnSpc>
                <a:spcPts val="1889"/>
              </a:lnSpc>
            </a:pPr>
            <a:r>
              <a:rPr lang="en-US" sz="1575" spc="-1">
                <a:solidFill>
                  <a:srgbClr val="1F2328"/>
                </a:solidFill>
                <a:latin typeface="Courier New"/>
                <a:ea typeface="Courier New"/>
                <a:cs typeface="Courier New"/>
                <a:sym typeface="Courier New"/>
              </a:rPr>
              <a:t>    </a:t>
            </a:r>
            <a:r>
              <a:rPr lang="en-US" sz="1575" spc="-1">
                <a:solidFill>
                  <a:srgbClr val="0550AE"/>
                </a:solidFill>
                <a:latin typeface="Courier New"/>
                <a:ea typeface="Courier New"/>
                <a:cs typeface="Courier New"/>
                <a:sym typeface="Courier New"/>
              </a:rPr>
              <a:t>platformName</a:t>
            </a:r>
            <a:r>
              <a:rPr lang="en-US" sz="1575" spc="-1">
                <a:solidFill>
                  <a:srgbClr val="1F2328"/>
                </a:solidFill>
                <a:latin typeface="Courier New"/>
                <a:ea typeface="Courier New"/>
                <a:cs typeface="Courier New"/>
                <a:sym typeface="Courier New"/>
              </a:rPr>
              <a:t>: </a:t>
            </a:r>
            <a:r>
              <a:rPr lang="en-US" sz="1575" spc="-1">
                <a:solidFill>
                  <a:srgbClr val="0A3069"/>
                </a:solidFill>
                <a:latin typeface="Courier New"/>
                <a:ea typeface="Courier New"/>
                <a:cs typeface="Courier New"/>
                <a:sym typeface="Courier New"/>
              </a:rPr>
              <a:t>"Android"</a:t>
            </a:r>
            <a:r>
              <a:rPr lang="en-US" sz="1575" spc="-1">
                <a:solidFill>
                  <a:srgbClr val="1F2328"/>
                </a:solidFill>
                <a:latin typeface="Courier New"/>
                <a:ea typeface="Courier New"/>
                <a:cs typeface="Courier New"/>
                <a:sym typeface="Courier New"/>
              </a:rPr>
              <a:t>,</a:t>
            </a:r>
          </a:p>
        </p:txBody>
      </p:sp>
      <p:sp>
        <p:nvSpPr>
          <p:cNvPr name="TextBox 23" id="23"/>
          <p:cNvSpPr txBox="true"/>
          <p:nvPr/>
        </p:nvSpPr>
        <p:spPr>
          <a:xfrm rot="0">
            <a:off x="914219" y="3690899"/>
            <a:ext cx="7670602" cy="238125"/>
          </a:xfrm>
          <a:prstGeom prst="rect">
            <a:avLst/>
          </a:prstGeom>
        </p:spPr>
        <p:txBody>
          <a:bodyPr anchor="t" rtlCol="false" tIns="0" lIns="0" bIns="0" rIns="0">
            <a:spAutoFit/>
          </a:bodyPr>
          <a:lstStyle/>
          <a:p>
            <a:pPr algn="l">
              <a:lnSpc>
                <a:spcPts val="1889"/>
              </a:lnSpc>
            </a:pPr>
            <a:r>
              <a:rPr lang="en-US" sz="1575" spc="-1">
                <a:solidFill>
                  <a:srgbClr val="1F2328"/>
                </a:solidFill>
                <a:latin typeface="Courier New"/>
                <a:ea typeface="Courier New"/>
                <a:cs typeface="Courier New"/>
                <a:sym typeface="Courier New"/>
              </a:rPr>
              <a:t>    </a:t>
            </a:r>
            <a:r>
              <a:rPr lang="en-US" sz="1575" spc="-1">
                <a:solidFill>
                  <a:srgbClr val="0A3069"/>
                </a:solidFill>
                <a:latin typeface="Courier New"/>
                <a:ea typeface="Courier New"/>
                <a:cs typeface="Courier New"/>
                <a:sym typeface="Courier New"/>
              </a:rPr>
              <a:t>"appium:automationName"</a:t>
            </a:r>
            <a:r>
              <a:rPr lang="en-US" sz="1575" spc="-1">
                <a:solidFill>
                  <a:srgbClr val="1F2328"/>
                </a:solidFill>
                <a:latin typeface="Courier New"/>
                <a:ea typeface="Courier New"/>
                <a:cs typeface="Courier New"/>
                <a:sym typeface="Courier New"/>
              </a:rPr>
              <a:t>: </a:t>
            </a:r>
            <a:r>
              <a:rPr lang="en-US" sz="1575" spc="-1">
                <a:solidFill>
                  <a:srgbClr val="0A3069"/>
                </a:solidFill>
                <a:latin typeface="Courier New"/>
                <a:ea typeface="Courier New"/>
                <a:cs typeface="Courier New"/>
                <a:sym typeface="Courier New"/>
              </a:rPr>
              <a:t>"UiAutomator2"</a:t>
            </a:r>
            <a:r>
              <a:rPr lang="en-US" sz="1575" spc="-1">
                <a:solidFill>
                  <a:srgbClr val="1F2328"/>
                </a:solidFill>
                <a:latin typeface="Courier New"/>
                <a:ea typeface="Courier New"/>
                <a:cs typeface="Courier New"/>
                <a:sym typeface="Courier New"/>
              </a:rPr>
              <a:t>,           </a:t>
            </a:r>
            <a:r>
              <a:rPr lang="en-US" sz="1575" spc="-1">
                <a:solidFill>
                  <a:srgbClr val="59636E"/>
                </a:solidFill>
                <a:latin typeface="Courier New"/>
                <a:ea typeface="Courier New"/>
                <a:cs typeface="Courier New"/>
                <a:sym typeface="Courier New"/>
              </a:rPr>
              <a:t>// driver</a:t>
            </a:r>
          </a:p>
        </p:txBody>
      </p:sp>
      <p:sp>
        <p:nvSpPr>
          <p:cNvPr name="TextBox 24" id="24"/>
          <p:cNvSpPr txBox="true"/>
          <p:nvPr/>
        </p:nvSpPr>
        <p:spPr>
          <a:xfrm rot="0">
            <a:off x="914219" y="3947941"/>
            <a:ext cx="10255682" cy="224638"/>
          </a:xfrm>
          <a:prstGeom prst="rect">
            <a:avLst/>
          </a:prstGeom>
        </p:spPr>
        <p:txBody>
          <a:bodyPr anchor="t" rtlCol="false" tIns="0" lIns="0" bIns="0" rIns="0">
            <a:spAutoFit/>
          </a:bodyPr>
          <a:lstStyle/>
          <a:p>
            <a:pPr algn="l">
              <a:lnSpc>
                <a:spcPts val="1889"/>
              </a:lnSpc>
            </a:pPr>
            <a:r>
              <a:rPr lang="en-US" sz="1575" spc="-1">
                <a:solidFill>
                  <a:srgbClr val="1F2328"/>
                </a:solidFill>
                <a:latin typeface="Courier New"/>
                <a:ea typeface="Courier New"/>
                <a:cs typeface="Courier New"/>
                <a:sym typeface="Courier New"/>
              </a:rPr>
              <a:t>    </a:t>
            </a:r>
            <a:r>
              <a:rPr lang="en-US" sz="1575" spc="-1">
                <a:solidFill>
                  <a:srgbClr val="0A3069"/>
                </a:solidFill>
                <a:latin typeface="Courier New"/>
                <a:ea typeface="Courier New"/>
                <a:cs typeface="Courier New"/>
                <a:sym typeface="Courier New"/>
              </a:rPr>
              <a:t>"appium:app"</a:t>
            </a:r>
            <a:r>
              <a:rPr lang="en-US" sz="1575" spc="-1">
                <a:solidFill>
                  <a:srgbClr val="1F2328"/>
                </a:solidFill>
                <a:latin typeface="Courier New"/>
                <a:ea typeface="Courier New"/>
                <a:cs typeface="Courier New"/>
                <a:sym typeface="Courier New"/>
              </a:rPr>
              <a:t>: </a:t>
            </a:r>
            <a:r>
              <a:rPr lang="en-US" sz="1575" spc="-1">
                <a:solidFill>
                  <a:srgbClr val="0A3069"/>
                </a:solidFill>
                <a:latin typeface="Courier New"/>
                <a:ea typeface="Courier New"/>
                <a:cs typeface="Courier New"/>
                <a:sym typeface="Courier New"/>
              </a:rPr>
              <a:t>".../app-debug.apk"</a:t>
            </a:r>
            <a:r>
              <a:rPr lang="en-US" sz="1575" spc="-1">
                <a:solidFill>
                  <a:srgbClr val="1F2328"/>
                </a:solidFill>
                <a:latin typeface="Courier New"/>
                <a:ea typeface="Courier New"/>
                <a:cs typeface="Courier New"/>
                <a:sym typeface="Courier New"/>
              </a:rPr>
              <a:t>,                  </a:t>
            </a:r>
            <a:r>
              <a:rPr lang="en-US" sz="1575" spc="-1">
                <a:solidFill>
                  <a:srgbClr val="59636E"/>
                </a:solidFill>
                <a:latin typeface="Courier New"/>
                <a:ea typeface="Courier New"/>
                <a:cs typeface="Courier New"/>
                <a:sym typeface="Courier New"/>
              </a:rPr>
              <a:t>// cài APK này khi tạo session</a:t>
            </a:r>
          </a:p>
        </p:txBody>
      </p:sp>
      <p:sp>
        <p:nvSpPr>
          <p:cNvPr name="TextBox 25" id="25"/>
          <p:cNvSpPr txBox="true"/>
          <p:nvPr/>
        </p:nvSpPr>
        <p:spPr>
          <a:xfrm rot="0">
            <a:off x="914219" y="4205516"/>
            <a:ext cx="4888621" cy="224638"/>
          </a:xfrm>
          <a:prstGeom prst="rect">
            <a:avLst/>
          </a:prstGeom>
        </p:spPr>
        <p:txBody>
          <a:bodyPr anchor="t" rtlCol="false" tIns="0" lIns="0" bIns="0" rIns="0">
            <a:spAutoFit/>
          </a:bodyPr>
          <a:lstStyle/>
          <a:p>
            <a:pPr algn="l">
              <a:lnSpc>
                <a:spcPts val="1889"/>
              </a:lnSpc>
            </a:pPr>
            <a:r>
              <a:rPr lang="en-US" sz="1575" spc="-1">
                <a:solidFill>
                  <a:srgbClr val="1F2328"/>
                </a:solidFill>
                <a:latin typeface="Courier New"/>
                <a:ea typeface="Courier New"/>
                <a:cs typeface="Courier New"/>
                <a:sym typeface="Courier New"/>
              </a:rPr>
              <a:t>    </a:t>
            </a:r>
            <a:r>
              <a:rPr lang="en-US" sz="1575" spc="-1">
                <a:solidFill>
                  <a:srgbClr val="0A3069"/>
                </a:solidFill>
                <a:latin typeface="Courier New"/>
                <a:ea typeface="Courier New"/>
                <a:cs typeface="Courier New"/>
                <a:sym typeface="Courier New"/>
              </a:rPr>
              <a:t>"appium:appPackage"</a:t>
            </a:r>
            <a:r>
              <a:rPr lang="en-US" sz="1575" spc="-1">
                <a:solidFill>
                  <a:srgbClr val="1F2328"/>
                </a:solidFill>
                <a:latin typeface="Courier New"/>
                <a:ea typeface="Courier New"/>
                <a:cs typeface="Courier New"/>
                <a:sym typeface="Courier New"/>
              </a:rPr>
              <a:t>: </a:t>
            </a:r>
            <a:r>
              <a:rPr lang="en-US" sz="1575" spc="-1">
                <a:solidFill>
                  <a:srgbClr val="0A3069"/>
                </a:solidFill>
                <a:latin typeface="Courier New"/>
                <a:ea typeface="Courier New"/>
                <a:cs typeface="Courier New"/>
                <a:sym typeface="Courier New"/>
              </a:rPr>
              <a:t>"com.eshop.sut"</a:t>
            </a:r>
            <a:r>
              <a:rPr lang="en-US" sz="1575" spc="-1">
                <a:solidFill>
                  <a:srgbClr val="1F2328"/>
                </a:solidFill>
                <a:latin typeface="Courier New"/>
                <a:ea typeface="Courier New"/>
                <a:cs typeface="Courier New"/>
                <a:sym typeface="Courier New"/>
              </a:rPr>
              <a:t>,</a:t>
            </a:r>
          </a:p>
        </p:txBody>
      </p:sp>
      <p:sp>
        <p:nvSpPr>
          <p:cNvPr name="TextBox 26" id="26"/>
          <p:cNvSpPr txBox="true"/>
          <p:nvPr/>
        </p:nvSpPr>
        <p:spPr>
          <a:xfrm rot="0">
            <a:off x="914219" y="4476598"/>
            <a:ext cx="12647343" cy="224638"/>
          </a:xfrm>
          <a:prstGeom prst="rect">
            <a:avLst/>
          </a:prstGeom>
        </p:spPr>
        <p:txBody>
          <a:bodyPr anchor="t" rtlCol="false" tIns="0" lIns="0" bIns="0" rIns="0">
            <a:spAutoFit/>
          </a:bodyPr>
          <a:lstStyle/>
          <a:p>
            <a:pPr algn="l">
              <a:lnSpc>
                <a:spcPts val="1889"/>
              </a:lnSpc>
            </a:pPr>
            <a:r>
              <a:rPr lang="en-US" sz="1575" spc="-1">
                <a:solidFill>
                  <a:srgbClr val="1F2328"/>
                </a:solidFill>
                <a:latin typeface="Courier New"/>
                <a:ea typeface="Courier New"/>
                <a:cs typeface="Courier New"/>
                <a:sym typeface="Courier New"/>
              </a:rPr>
              <a:t>    </a:t>
            </a:r>
            <a:r>
              <a:rPr lang="en-US" sz="1575" spc="-1">
                <a:solidFill>
                  <a:srgbClr val="0A3069"/>
                </a:solidFill>
                <a:latin typeface="Courier New"/>
                <a:ea typeface="Courier New"/>
                <a:cs typeface="Courier New"/>
                <a:sym typeface="Courier New"/>
              </a:rPr>
              <a:t>"appium:noReset"</a:t>
            </a:r>
            <a:r>
              <a:rPr lang="en-US" sz="1575" spc="-1">
                <a:solidFill>
                  <a:srgbClr val="1F2328"/>
                </a:solidFill>
                <a:latin typeface="Courier New"/>
                <a:ea typeface="Courier New"/>
                <a:cs typeface="Courier New"/>
                <a:sym typeface="Courier New"/>
              </a:rPr>
              <a:t>: </a:t>
            </a:r>
            <a:r>
              <a:rPr lang="en-US" sz="1575" spc="-1">
                <a:solidFill>
                  <a:srgbClr val="0550AE"/>
                </a:solidFill>
                <a:latin typeface="Courier New"/>
                <a:ea typeface="Courier New"/>
                <a:cs typeface="Courier New"/>
                <a:sym typeface="Courier New"/>
              </a:rPr>
              <a:t>false</a:t>
            </a:r>
            <a:r>
              <a:rPr lang="en-US" sz="1575" spc="-1">
                <a:solidFill>
                  <a:srgbClr val="1F2328"/>
                </a:solidFill>
                <a:latin typeface="Courier New"/>
                <a:ea typeface="Courier New"/>
                <a:cs typeface="Courier New"/>
                <a:sym typeface="Courier New"/>
              </a:rPr>
              <a:t>,                            </a:t>
            </a:r>
            <a:r>
              <a:rPr lang="en-US" sz="1575" spc="-1">
                <a:solidFill>
                  <a:srgbClr val="59636E"/>
                </a:solidFill>
                <a:latin typeface="Courier New"/>
                <a:ea typeface="Courier New"/>
                <a:cs typeface="Courier New"/>
                <a:sym typeface="Courier New"/>
              </a:rPr>
              <a:t>// xoá dữ liệu app → mỗi test bắt đầu sạch (~25 s)</a:t>
            </a:r>
          </a:p>
        </p:txBody>
      </p:sp>
      <p:sp>
        <p:nvSpPr>
          <p:cNvPr name="TextBox 27" id="27"/>
          <p:cNvSpPr txBox="true"/>
          <p:nvPr/>
        </p:nvSpPr>
        <p:spPr>
          <a:xfrm rot="0">
            <a:off x="914219" y="4734182"/>
            <a:ext cx="476279" cy="224638"/>
          </a:xfrm>
          <a:prstGeom prst="rect">
            <a:avLst/>
          </a:prstGeom>
        </p:spPr>
        <p:txBody>
          <a:bodyPr anchor="t" rtlCol="false" tIns="0" lIns="0" bIns="0" rIns="0">
            <a:spAutoFit/>
          </a:bodyPr>
          <a:lstStyle/>
          <a:p>
            <a:pPr algn="l">
              <a:lnSpc>
                <a:spcPts val="1889"/>
              </a:lnSpc>
            </a:pPr>
            <a:r>
              <a:rPr lang="en-US" sz="1575" spc="-1">
                <a:solidFill>
                  <a:srgbClr val="1F2328"/>
                </a:solidFill>
                <a:latin typeface="Courier New"/>
                <a:ea typeface="Courier New"/>
                <a:cs typeface="Courier New"/>
                <a:sym typeface="Courier New"/>
              </a:rPr>
              <a:t>  },</a:t>
            </a:r>
          </a:p>
        </p:txBody>
      </p:sp>
      <p:sp>
        <p:nvSpPr>
          <p:cNvPr name="TextBox 28" id="28"/>
          <p:cNvSpPr txBox="true"/>
          <p:nvPr/>
        </p:nvSpPr>
        <p:spPr>
          <a:xfrm rot="0">
            <a:off x="914219" y="4991224"/>
            <a:ext cx="357483" cy="224638"/>
          </a:xfrm>
          <a:prstGeom prst="rect">
            <a:avLst/>
          </a:prstGeom>
        </p:spPr>
        <p:txBody>
          <a:bodyPr anchor="t" rtlCol="false" tIns="0" lIns="0" bIns="0" rIns="0">
            <a:spAutoFit/>
          </a:bodyPr>
          <a:lstStyle/>
          <a:p>
            <a:pPr algn="l">
              <a:lnSpc>
                <a:spcPts val="1889"/>
              </a:lnSpc>
            </a:pPr>
            <a:r>
              <a:rPr lang="en-US" sz="1575" spc="-1">
                <a:solidFill>
                  <a:srgbClr val="1F2328"/>
                </a:solidFill>
                <a:latin typeface="Courier New"/>
                <a:ea typeface="Courier New"/>
                <a:cs typeface="Courier New"/>
                <a:sym typeface="Courier New"/>
              </a:rPr>
              <a:t>});</a:t>
            </a:r>
          </a:p>
        </p:txBody>
      </p:sp>
      <p:grpSp>
        <p:nvGrpSpPr>
          <p:cNvPr name="Group 29" id="29"/>
          <p:cNvGrpSpPr/>
          <p:nvPr/>
        </p:nvGrpSpPr>
        <p:grpSpPr>
          <a:xfrm rot="0">
            <a:off x="0" y="0"/>
            <a:ext cx="18288181" cy="143104"/>
            <a:chOff x="0" y="0"/>
            <a:chExt cx="24384241" cy="190805"/>
          </a:xfrm>
        </p:grpSpPr>
        <p:sp>
          <p:nvSpPr>
            <p:cNvPr name="Freeform 30" id="30"/>
            <p:cNvSpPr/>
            <p:nvPr/>
          </p:nvSpPr>
          <p:spPr>
            <a:xfrm flipH="false" flipV="false" rot="0">
              <a:off x="0" y="0"/>
              <a:ext cx="24384254" cy="190754"/>
            </a:xfrm>
            <a:custGeom>
              <a:avLst/>
              <a:gdLst/>
              <a:ahLst/>
              <a:cxnLst/>
              <a:rect r="r" b="b" t="t" l="l"/>
              <a:pathLst>
                <a:path h="190754" w="24384254">
                  <a:moveTo>
                    <a:pt x="0" y="0"/>
                  </a:moveTo>
                  <a:lnTo>
                    <a:pt x="24384254" y="0"/>
                  </a:lnTo>
                  <a:lnTo>
                    <a:pt x="24384254" y="190754"/>
                  </a:lnTo>
                  <a:lnTo>
                    <a:pt x="0" y="190754"/>
                  </a:lnTo>
                  <a:lnTo>
                    <a:pt x="0" y="0"/>
                  </a:lnTo>
                  <a:close/>
                </a:path>
              </a:pathLst>
            </a:custGeom>
            <a:solidFill>
              <a:srgbClr val="1F4E79"/>
            </a:solidFill>
          </p:spPr>
        </p:sp>
      </p:grpSp>
      <p:grpSp>
        <p:nvGrpSpPr>
          <p:cNvPr name="Group 31" id="31"/>
          <p:cNvGrpSpPr/>
          <p:nvPr/>
        </p:nvGrpSpPr>
        <p:grpSpPr>
          <a:xfrm rot="0">
            <a:off x="0" y="9943557"/>
            <a:ext cx="18288181" cy="343443"/>
            <a:chOff x="0" y="0"/>
            <a:chExt cx="24384241" cy="457924"/>
          </a:xfrm>
        </p:grpSpPr>
        <p:sp>
          <p:nvSpPr>
            <p:cNvPr name="Freeform 32" id="32"/>
            <p:cNvSpPr/>
            <p:nvPr/>
          </p:nvSpPr>
          <p:spPr>
            <a:xfrm flipH="false" flipV="false" rot="0">
              <a:off x="0" y="0"/>
              <a:ext cx="24384254" cy="457962"/>
            </a:xfrm>
            <a:custGeom>
              <a:avLst/>
              <a:gdLst/>
              <a:ahLst/>
              <a:cxnLst/>
              <a:rect r="r" b="b" t="t" l="l"/>
              <a:pathLst>
                <a:path h="457962" w="24384254">
                  <a:moveTo>
                    <a:pt x="0" y="0"/>
                  </a:moveTo>
                  <a:lnTo>
                    <a:pt x="24384254" y="0"/>
                  </a:lnTo>
                  <a:lnTo>
                    <a:pt x="24384254" y="457962"/>
                  </a:lnTo>
                  <a:lnTo>
                    <a:pt x="0" y="457962"/>
                  </a:lnTo>
                  <a:lnTo>
                    <a:pt x="0" y="0"/>
                  </a:lnTo>
                  <a:close/>
                </a:path>
              </a:pathLst>
            </a:custGeom>
            <a:solidFill>
              <a:srgbClr val="1F4E79"/>
            </a:solidFill>
          </p:spPr>
        </p:sp>
      </p:grpSp>
      <p:sp>
        <p:nvSpPr>
          <p:cNvPr name="TextBox 33" id="33"/>
          <p:cNvSpPr txBox="true"/>
          <p:nvPr/>
        </p:nvSpPr>
        <p:spPr>
          <a:xfrm rot="0">
            <a:off x="685800" y="250755"/>
            <a:ext cx="4865942" cy="215808"/>
          </a:xfrm>
          <a:prstGeom prst="rect">
            <a:avLst/>
          </a:prstGeom>
        </p:spPr>
        <p:txBody>
          <a:bodyPr anchor="t" rtlCol="false" tIns="0" lIns="0" bIns="0" rIns="0">
            <a:spAutoFit/>
          </a:bodyPr>
          <a:lstStyle/>
          <a:p>
            <a:pPr algn="l">
              <a:lnSpc>
                <a:spcPts val="1764"/>
              </a:lnSpc>
            </a:pPr>
            <a:r>
              <a:rPr lang="en-US" b="true" sz="1470" spc="-1">
                <a:solidFill>
                  <a:srgbClr val="1F4E79"/>
                </a:solidFill>
                <a:latin typeface="Arial Bold"/>
                <a:ea typeface="Arial Bold"/>
                <a:cs typeface="Arial Bold"/>
                <a:sym typeface="Arial Bold"/>
              </a:rPr>
              <a:t>2026 AI-first · Seminar T03 · Mobile Automation Testing</a:t>
            </a:r>
          </a:p>
        </p:txBody>
      </p:sp>
      <p:sp>
        <p:nvSpPr>
          <p:cNvPr name="TextBox 34" id="34"/>
          <p:cNvSpPr txBox="true"/>
          <p:nvPr/>
        </p:nvSpPr>
        <p:spPr>
          <a:xfrm rot="0">
            <a:off x="713880" y="5729173"/>
            <a:ext cx="13994606" cy="714375"/>
          </a:xfrm>
          <a:prstGeom prst="rect">
            <a:avLst/>
          </a:prstGeom>
        </p:spPr>
        <p:txBody>
          <a:bodyPr anchor="t" rtlCol="false" tIns="0" lIns="0" bIns="0" rIns="0">
            <a:spAutoFit/>
          </a:bodyPr>
          <a:lstStyle/>
          <a:p>
            <a:pPr algn="l" marL="511683" indent="-255842" lvl="1">
              <a:lnSpc>
                <a:spcPts val="2844"/>
              </a:lnSpc>
              <a:buFont typeface="Arial"/>
              <a:buChar char="•"/>
            </a:pPr>
            <a:r>
              <a:rPr lang="en-US" b="true" sz="2370">
                <a:solidFill>
                  <a:srgbClr val="222222"/>
                </a:solidFill>
                <a:latin typeface="Arial Bold"/>
                <a:ea typeface="Arial Bold"/>
                <a:cs typeface="Arial Bold"/>
                <a:sym typeface="Arial Bold"/>
              </a:rPr>
              <a:t>Session: </a:t>
            </a:r>
            <a:r>
              <a:rPr lang="en-US" sz="2370">
                <a:solidFill>
                  <a:srgbClr val="222222"/>
                </a:solidFill>
                <a:latin typeface="Arial"/>
                <a:ea typeface="Arial"/>
                <a:cs typeface="Arial"/>
                <a:sym typeface="Arial"/>
              </a:rPr>
              <a:t>Phiên làm việc giữa test script và Appium Server để điều khiển ứng dụng trên thiết bị.</a:t>
            </a:r>
          </a:p>
          <a:p>
            <a:pPr algn="l" marL="511683" indent="-255842" lvl="1">
              <a:lnSpc>
                <a:spcPts val="2844"/>
              </a:lnSpc>
              <a:buFont typeface="Arial"/>
              <a:buChar char="•"/>
            </a:pPr>
            <a:r>
              <a:rPr lang="en-US" b="true" sz="2370" spc="-1">
                <a:solidFill>
                  <a:srgbClr val="222222"/>
                </a:solidFill>
                <a:latin typeface="Arial Bold"/>
                <a:ea typeface="Arial Bold"/>
                <a:cs typeface="Arial Bold"/>
                <a:sym typeface="Arial Bold"/>
              </a:rPr>
              <a:t>Capabilities: </a:t>
            </a:r>
            <a:r>
              <a:rPr lang="en-US" sz="2370" spc="-1">
                <a:solidFill>
                  <a:srgbClr val="222222"/>
                </a:solidFill>
                <a:latin typeface="Arial"/>
                <a:ea typeface="Arial"/>
                <a:cs typeface="Arial"/>
                <a:sym typeface="Arial"/>
              </a:rPr>
              <a:t>Các thông tin cấu hình cho Appium biết cần sử dụng nền tảng, driver và ứng dụng nào.</a:t>
            </a:r>
          </a:p>
        </p:txBody>
      </p:sp>
      <p:grpSp>
        <p:nvGrpSpPr>
          <p:cNvPr name="Group 35" id="35"/>
          <p:cNvGrpSpPr/>
          <p:nvPr/>
        </p:nvGrpSpPr>
        <p:grpSpPr>
          <a:xfrm rot="0">
            <a:off x="914219" y="7263251"/>
            <a:ext cx="4329722" cy="1229582"/>
            <a:chOff x="0" y="0"/>
            <a:chExt cx="5772963" cy="1639443"/>
          </a:xfrm>
        </p:grpSpPr>
        <p:sp>
          <p:nvSpPr>
            <p:cNvPr name="Freeform 36" id="36"/>
            <p:cNvSpPr/>
            <p:nvPr/>
          </p:nvSpPr>
          <p:spPr>
            <a:xfrm flipH="false" flipV="false" rot="0">
              <a:off x="0" y="0"/>
              <a:ext cx="5772912" cy="1639443"/>
            </a:xfrm>
            <a:custGeom>
              <a:avLst/>
              <a:gdLst/>
              <a:ahLst/>
              <a:cxnLst/>
              <a:rect r="r" b="b" t="t" l="l"/>
              <a:pathLst>
                <a:path h="1639443" w="5772912">
                  <a:moveTo>
                    <a:pt x="0" y="0"/>
                  </a:moveTo>
                  <a:lnTo>
                    <a:pt x="5772912" y="0"/>
                  </a:lnTo>
                  <a:lnTo>
                    <a:pt x="5772912" y="1639443"/>
                  </a:lnTo>
                  <a:lnTo>
                    <a:pt x="0" y="1639443"/>
                  </a:lnTo>
                  <a:lnTo>
                    <a:pt x="0" y="0"/>
                  </a:lnTo>
                  <a:close/>
                </a:path>
              </a:pathLst>
            </a:custGeom>
            <a:solidFill>
              <a:srgbClr val="EEF3FA"/>
            </a:solidFill>
          </p:spPr>
        </p:sp>
      </p:grpSp>
      <p:grpSp>
        <p:nvGrpSpPr>
          <p:cNvPr name="Group 37" id="37"/>
          <p:cNvGrpSpPr/>
          <p:nvPr/>
        </p:nvGrpSpPr>
        <p:grpSpPr>
          <a:xfrm rot="0">
            <a:off x="914762" y="7263784"/>
            <a:ext cx="4329179" cy="1228496"/>
            <a:chOff x="0" y="0"/>
            <a:chExt cx="5772239" cy="1637995"/>
          </a:xfrm>
        </p:grpSpPr>
        <p:sp>
          <p:nvSpPr>
            <p:cNvPr name="Freeform 38" id="38"/>
            <p:cNvSpPr/>
            <p:nvPr/>
          </p:nvSpPr>
          <p:spPr>
            <a:xfrm flipH="false" flipV="false" rot="0">
              <a:off x="0" y="0"/>
              <a:ext cx="5772277" cy="1638046"/>
            </a:xfrm>
            <a:custGeom>
              <a:avLst/>
              <a:gdLst/>
              <a:ahLst/>
              <a:cxnLst/>
              <a:rect r="r" b="b" t="t" l="l"/>
              <a:pathLst>
                <a:path h="1638046" w="5772277">
                  <a:moveTo>
                    <a:pt x="0" y="0"/>
                  </a:moveTo>
                  <a:lnTo>
                    <a:pt x="5772277" y="0"/>
                  </a:lnTo>
                  <a:lnTo>
                    <a:pt x="5772277" y="1638046"/>
                  </a:lnTo>
                  <a:lnTo>
                    <a:pt x="0" y="1638046"/>
                  </a:lnTo>
                  <a:lnTo>
                    <a:pt x="0" y="0"/>
                  </a:lnTo>
                  <a:close/>
                </a:path>
              </a:pathLst>
            </a:custGeom>
            <a:blipFill>
              <a:blip r:embed="rId4">
                <a:alphaModFix amt="0"/>
              </a:blip>
              <a:stretch>
                <a:fillRect l="0" t="-18664" r="0" b="-18660"/>
              </a:stretch>
            </a:blipFill>
            <a:ln w="28080" cap="sq">
              <a:solidFill>
                <a:srgbClr val="1F4E79"/>
              </a:solidFill>
              <a:prstDash val="solid"/>
              <a:miter/>
            </a:ln>
          </p:spPr>
        </p:sp>
      </p:grpSp>
      <p:grpSp>
        <p:nvGrpSpPr>
          <p:cNvPr name="Group 39" id="39"/>
          <p:cNvGrpSpPr/>
          <p:nvPr/>
        </p:nvGrpSpPr>
        <p:grpSpPr>
          <a:xfrm rot="0">
            <a:off x="7729566" y="7263251"/>
            <a:ext cx="4329722" cy="1229582"/>
            <a:chOff x="0" y="0"/>
            <a:chExt cx="5772963" cy="1639443"/>
          </a:xfrm>
        </p:grpSpPr>
        <p:sp>
          <p:nvSpPr>
            <p:cNvPr name="Freeform 40" id="40"/>
            <p:cNvSpPr/>
            <p:nvPr/>
          </p:nvSpPr>
          <p:spPr>
            <a:xfrm flipH="false" flipV="false" rot="0">
              <a:off x="0" y="0"/>
              <a:ext cx="5772912" cy="1639443"/>
            </a:xfrm>
            <a:custGeom>
              <a:avLst/>
              <a:gdLst/>
              <a:ahLst/>
              <a:cxnLst/>
              <a:rect r="r" b="b" t="t" l="l"/>
              <a:pathLst>
                <a:path h="1639443" w="5772912">
                  <a:moveTo>
                    <a:pt x="0" y="0"/>
                  </a:moveTo>
                  <a:lnTo>
                    <a:pt x="5772912" y="0"/>
                  </a:lnTo>
                  <a:lnTo>
                    <a:pt x="5772912" y="1639443"/>
                  </a:lnTo>
                  <a:lnTo>
                    <a:pt x="0" y="1639443"/>
                  </a:lnTo>
                  <a:lnTo>
                    <a:pt x="0" y="0"/>
                  </a:lnTo>
                  <a:close/>
                </a:path>
              </a:pathLst>
            </a:custGeom>
            <a:solidFill>
              <a:srgbClr val="EEF3FA"/>
            </a:solidFill>
          </p:spPr>
        </p:sp>
      </p:grpSp>
      <p:grpSp>
        <p:nvGrpSpPr>
          <p:cNvPr name="Group 41" id="41"/>
          <p:cNvGrpSpPr/>
          <p:nvPr/>
        </p:nvGrpSpPr>
        <p:grpSpPr>
          <a:xfrm rot="0">
            <a:off x="7730099" y="7263784"/>
            <a:ext cx="4329179" cy="1228496"/>
            <a:chOff x="0" y="0"/>
            <a:chExt cx="5772239" cy="1637995"/>
          </a:xfrm>
        </p:grpSpPr>
        <p:sp>
          <p:nvSpPr>
            <p:cNvPr name="Freeform 42" id="42"/>
            <p:cNvSpPr/>
            <p:nvPr/>
          </p:nvSpPr>
          <p:spPr>
            <a:xfrm flipH="false" flipV="false" rot="0">
              <a:off x="0" y="0"/>
              <a:ext cx="5772277" cy="1638046"/>
            </a:xfrm>
            <a:custGeom>
              <a:avLst/>
              <a:gdLst/>
              <a:ahLst/>
              <a:cxnLst/>
              <a:rect r="r" b="b" t="t" l="l"/>
              <a:pathLst>
                <a:path h="1638046" w="5772277">
                  <a:moveTo>
                    <a:pt x="0" y="0"/>
                  </a:moveTo>
                  <a:lnTo>
                    <a:pt x="5772277" y="0"/>
                  </a:lnTo>
                  <a:lnTo>
                    <a:pt x="5772277" y="1638046"/>
                  </a:lnTo>
                  <a:lnTo>
                    <a:pt x="0" y="1638046"/>
                  </a:lnTo>
                  <a:lnTo>
                    <a:pt x="0" y="0"/>
                  </a:lnTo>
                  <a:close/>
                </a:path>
              </a:pathLst>
            </a:custGeom>
            <a:blipFill>
              <a:blip r:embed="rId4">
                <a:alphaModFix amt="0"/>
              </a:blip>
              <a:stretch>
                <a:fillRect l="0" t="-18664" r="0" b="-18660"/>
              </a:stretch>
            </a:blipFill>
            <a:ln w="28080" cap="sq">
              <a:solidFill>
                <a:srgbClr val="1F4E79"/>
              </a:solidFill>
              <a:prstDash val="solid"/>
              <a:miter/>
            </a:ln>
          </p:spPr>
        </p:sp>
      </p:grpSp>
      <p:sp>
        <p:nvSpPr>
          <p:cNvPr name="TextBox 43" id="43"/>
          <p:cNvSpPr txBox="true"/>
          <p:nvPr/>
        </p:nvSpPr>
        <p:spPr>
          <a:xfrm rot="0">
            <a:off x="2114379" y="7423480"/>
            <a:ext cx="1651843" cy="285750"/>
          </a:xfrm>
          <a:prstGeom prst="rect">
            <a:avLst/>
          </a:prstGeom>
        </p:spPr>
        <p:txBody>
          <a:bodyPr anchor="t" rtlCol="false" tIns="0" lIns="0" bIns="0" rIns="0">
            <a:spAutoFit/>
          </a:bodyPr>
          <a:lstStyle/>
          <a:p>
            <a:pPr algn="l">
              <a:lnSpc>
                <a:spcPts val="2160"/>
              </a:lnSpc>
            </a:pPr>
            <a:r>
              <a:rPr lang="en-US" sz="1800" b="true">
                <a:solidFill>
                  <a:srgbClr val="222222"/>
                </a:solidFill>
                <a:latin typeface="Arial Bold"/>
                <a:ea typeface="Arial Bold"/>
                <a:cs typeface="Arial Bold"/>
                <a:sym typeface="Arial Bold"/>
              </a:rPr>
              <a:t>Cr</a:t>
            </a:r>
            <a:r>
              <a:rPr lang="en-US" sz="1800" b="true">
                <a:solidFill>
                  <a:srgbClr val="222222"/>
                </a:solidFill>
                <a:latin typeface="Arial Bold"/>
                <a:ea typeface="Arial Bold"/>
                <a:cs typeface="Arial Bold"/>
                <a:sym typeface="Arial Bold"/>
              </a:rPr>
              <a:t>eate Session</a:t>
            </a:r>
          </a:p>
        </p:txBody>
      </p:sp>
      <p:sp>
        <p:nvSpPr>
          <p:cNvPr name="TextBox 44" id="44"/>
          <p:cNvSpPr txBox="true"/>
          <p:nvPr/>
        </p:nvSpPr>
        <p:spPr>
          <a:xfrm rot="0">
            <a:off x="1520714" y="7823530"/>
            <a:ext cx="3228806" cy="285750"/>
          </a:xfrm>
          <a:prstGeom prst="rect">
            <a:avLst/>
          </a:prstGeom>
        </p:spPr>
        <p:txBody>
          <a:bodyPr anchor="t" rtlCol="false" tIns="0" lIns="0" bIns="0" rIns="0">
            <a:spAutoFit/>
          </a:bodyPr>
          <a:lstStyle/>
          <a:p>
            <a:pPr algn="l">
              <a:lnSpc>
                <a:spcPts val="2160"/>
              </a:lnSpc>
            </a:pPr>
            <a:r>
              <a:rPr lang="en-US" sz="1800">
                <a:solidFill>
                  <a:srgbClr val="222222"/>
                </a:solidFill>
                <a:latin typeface="Arial"/>
                <a:ea typeface="Arial"/>
                <a:cs typeface="Arial"/>
                <a:sym typeface="Arial"/>
              </a:rPr>
              <a:t>Kết nối</a:t>
            </a:r>
            <a:r>
              <a:rPr lang="en-US" sz="1800">
                <a:solidFill>
                  <a:srgbClr val="222222"/>
                </a:solidFill>
                <a:latin typeface="Arial"/>
                <a:ea typeface="Arial"/>
                <a:cs typeface="Arial"/>
                <a:sym typeface="Arial"/>
              </a:rPr>
              <a:t> và chuẩn bị ứng dụng</a:t>
            </a:r>
          </a:p>
        </p:txBody>
      </p:sp>
      <p:sp>
        <p:nvSpPr>
          <p:cNvPr name="TextBox 45" id="45"/>
          <p:cNvSpPr txBox="true"/>
          <p:nvPr/>
        </p:nvSpPr>
        <p:spPr>
          <a:xfrm rot="0">
            <a:off x="9190321" y="7442435"/>
            <a:ext cx="1408212" cy="285750"/>
          </a:xfrm>
          <a:prstGeom prst="rect">
            <a:avLst/>
          </a:prstGeom>
        </p:spPr>
        <p:txBody>
          <a:bodyPr anchor="t" rtlCol="false" tIns="0" lIns="0" bIns="0" rIns="0">
            <a:spAutoFit/>
          </a:bodyPr>
          <a:lstStyle/>
          <a:p>
            <a:pPr algn="l">
              <a:lnSpc>
                <a:spcPts val="2160"/>
              </a:lnSpc>
            </a:pPr>
            <a:r>
              <a:rPr lang="en-US" b="true" sz="1800" spc="-1">
                <a:solidFill>
                  <a:srgbClr val="222222"/>
                </a:solidFill>
                <a:latin typeface="Arial Bold"/>
                <a:ea typeface="Arial Bold"/>
                <a:cs typeface="Arial Bold"/>
                <a:sym typeface="Arial Bold"/>
              </a:rPr>
              <a:t>Exec</a:t>
            </a:r>
            <a:r>
              <a:rPr lang="en-US" b="true" sz="1800" spc="-1">
                <a:solidFill>
                  <a:srgbClr val="222222"/>
                </a:solidFill>
                <a:latin typeface="Arial Bold"/>
                <a:ea typeface="Arial Bold"/>
                <a:cs typeface="Arial Bold"/>
                <a:sym typeface="Arial Bold"/>
              </a:rPr>
              <a:t>ute Test</a:t>
            </a:r>
          </a:p>
        </p:txBody>
      </p:sp>
      <p:sp>
        <p:nvSpPr>
          <p:cNvPr name="Freeform 46" id="46"/>
          <p:cNvSpPr/>
          <p:nvPr/>
        </p:nvSpPr>
        <p:spPr>
          <a:xfrm flipH="false" flipV="false" rot="0">
            <a:off x="12181266" y="7728185"/>
            <a:ext cx="1371699" cy="397793"/>
          </a:xfrm>
          <a:custGeom>
            <a:avLst/>
            <a:gdLst/>
            <a:ahLst/>
            <a:cxnLst/>
            <a:rect r="r" b="b" t="t" l="l"/>
            <a:pathLst>
              <a:path h="397793" w="1371699">
                <a:moveTo>
                  <a:pt x="0" y="0"/>
                </a:moveTo>
                <a:lnTo>
                  <a:pt x="1371699" y="0"/>
                </a:lnTo>
                <a:lnTo>
                  <a:pt x="1371699" y="397793"/>
                </a:lnTo>
                <a:lnTo>
                  <a:pt x="0" y="397793"/>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Freeform 47" id="47"/>
          <p:cNvSpPr/>
          <p:nvPr/>
        </p:nvSpPr>
        <p:spPr>
          <a:xfrm flipH="false" flipV="false" rot="0">
            <a:off x="5833992" y="7728185"/>
            <a:ext cx="1371699" cy="397793"/>
          </a:xfrm>
          <a:custGeom>
            <a:avLst/>
            <a:gdLst/>
            <a:ahLst/>
            <a:cxnLst/>
            <a:rect r="r" b="b" t="t" l="l"/>
            <a:pathLst>
              <a:path h="397793" w="1371699">
                <a:moveTo>
                  <a:pt x="0" y="0"/>
                </a:moveTo>
                <a:lnTo>
                  <a:pt x="1371699" y="0"/>
                </a:lnTo>
                <a:lnTo>
                  <a:pt x="1371699" y="397793"/>
                </a:lnTo>
                <a:lnTo>
                  <a:pt x="0" y="397793"/>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grpSp>
        <p:nvGrpSpPr>
          <p:cNvPr name="Group 48" id="48"/>
          <p:cNvGrpSpPr/>
          <p:nvPr/>
        </p:nvGrpSpPr>
        <p:grpSpPr>
          <a:xfrm rot="0">
            <a:off x="13674943" y="7262698"/>
            <a:ext cx="4329722" cy="1229582"/>
            <a:chOff x="0" y="0"/>
            <a:chExt cx="5772963" cy="1639443"/>
          </a:xfrm>
        </p:grpSpPr>
        <p:sp>
          <p:nvSpPr>
            <p:cNvPr name="Freeform 49" id="49"/>
            <p:cNvSpPr/>
            <p:nvPr/>
          </p:nvSpPr>
          <p:spPr>
            <a:xfrm flipH="false" flipV="false" rot="0">
              <a:off x="0" y="0"/>
              <a:ext cx="5772912" cy="1639443"/>
            </a:xfrm>
            <a:custGeom>
              <a:avLst/>
              <a:gdLst/>
              <a:ahLst/>
              <a:cxnLst/>
              <a:rect r="r" b="b" t="t" l="l"/>
              <a:pathLst>
                <a:path h="1639443" w="5772912">
                  <a:moveTo>
                    <a:pt x="0" y="0"/>
                  </a:moveTo>
                  <a:lnTo>
                    <a:pt x="5772912" y="0"/>
                  </a:lnTo>
                  <a:lnTo>
                    <a:pt x="5772912" y="1639443"/>
                  </a:lnTo>
                  <a:lnTo>
                    <a:pt x="0" y="1639443"/>
                  </a:lnTo>
                  <a:lnTo>
                    <a:pt x="0" y="0"/>
                  </a:lnTo>
                  <a:close/>
                </a:path>
              </a:pathLst>
            </a:custGeom>
            <a:solidFill>
              <a:srgbClr val="EEF3FA"/>
            </a:solidFill>
          </p:spPr>
        </p:sp>
      </p:grpSp>
      <p:grpSp>
        <p:nvGrpSpPr>
          <p:cNvPr name="Group 50" id="50"/>
          <p:cNvGrpSpPr/>
          <p:nvPr/>
        </p:nvGrpSpPr>
        <p:grpSpPr>
          <a:xfrm rot="0">
            <a:off x="13674943" y="7263232"/>
            <a:ext cx="4329179" cy="1228496"/>
            <a:chOff x="0" y="0"/>
            <a:chExt cx="5772239" cy="1637995"/>
          </a:xfrm>
        </p:grpSpPr>
        <p:sp>
          <p:nvSpPr>
            <p:cNvPr name="Freeform 51" id="51"/>
            <p:cNvSpPr/>
            <p:nvPr/>
          </p:nvSpPr>
          <p:spPr>
            <a:xfrm flipH="false" flipV="false" rot="0">
              <a:off x="0" y="0"/>
              <a:ext cx="5772277" cy="1638046"/>
            </a:xfrm>
            <a:custGeom>
              <a:avLst/>
              <a:gdLst/>
              <a:ahLst/>
              <a:cxnLst/>
              <a:rect r="r" b="b" t="t" l="l"/>
              <a:pathLst>
                <a:path h="1638046" w="5772277">
                  <a:moveTo>
                    <a:pt x="0" y="0"/>
                  </a:moveTo>
                  <a:lnTo>
                    <a:pt x="5772277" y="0"/>
                  </a:lnTo>
                  <a:lnTo>
                    <a:pt x="5772277" y="1638046"/>
                  </a:lnTo>
                  <a:lnTo>
                    <a:pt x="0" y="1638046"/>
                  </a:lnTo>
                  <a:lnTo>
                    <a:pt x="0" y="0"/>
                  </a:lnTo>
                  <a:close/>
                </a:path>
              </a:pathLst>
            </a:custGeom>
            <a:blipFill>
              <a:blip r:embed="rId4">
                <a:alphaModFix amt="0"/>
              </a:blip>
              <a:stretch>
                <a:fillRect l="0" t="-18664" r="0" b="-18660"/>
              </a:stretch>
            </a:blipFill>
            <a:ln w="28080" cap="sq">
              <a:solidFill>
                <a:srgbClr val="1F4E79"/>
              </a:solidFill>
              <a:prstDash val="solid"/>
              <a:miter/>
            </a:ln>
          </p:spPr>
        </p:sp>
      </p:grpSp>
      <p:sp>
        <p:nvSpPr>
          <p:cNvPr name="TextBox 52" id="52"/>
          <p:cNvSpPr txBox="true"/>
          <p:nvPr/>
        </p:nvSpPr>
        <p:spPr>
          <a:xfrm rot="0">
            <a:off x="15154823" y="7423480"/>
            <a:ext cx="1369963" cy="285750"/>
          </a:xfrm>
          <a:prstGeom prst="rect">
            <a:avLst/>
          </a:prstGeom>
        </p:spPr>
        <p:txBody>
          <a:bodyPr anchor="t" rtlCol="false" tIns="0" lIns="0" bIns="0" rIns="0">
            <a:spAutoFit/>
          </a:bodyPr>
          <a:lstStyle/>
          <a:p>
            <a:pPr algn="l">
              <a:lnSpc>
                <a:spcPts val="2160"/>
              </a:lnSpc>
            </a:pPr>
            <a:r>
              <a:rPr lang="en-US" b="true" sz="1800" spc="-1">
                <a:solidFill>
                  <a:srgbClr val="222222"/>
                </a:solidFill>
                <a:latin typeface="Arial Bold"/>
                <a:ea typeface="Arial Bold"/>
                <a:cs typeface="Arial Bold"/>
                <a:sym typeface="Arial Bold"/>
              </a:rPr>
              <a:t>E</a:t>
            </a:r>
            <a:r>
              <a:rPr lang="en-US" b="true" sz="1800" spc="-1">
                <a:solidFill>
                  <a:srgbClr val="222222"/>
                </a:solidFill>
                <a:latin typeface="Arial Bold"/>
                <a:ea typeface="Arial Bold"/>
                <a:cs typeface="Arial Bold"/>
                <a:sym typeface="Arial Bold"/>
              </a:rPr>
              <a:t>nd Session</a:t>
            </a:r>
          </a:p>
        </p:txBody>
      </p:sp>
      <p:sp>
        <p:nvSpPr>
          <p:cNvPr name="TextBox 53" id="53"/>
          <p:cNvSpPr txBox="true"/>
          <p:nvPr/>
        </p:nvSpPr>
        <p:spPr>
          <a:xfrm rot="0">
            <a:off x="14729621" y="7774681"/>
            <a:ext cx="2220367" cy="285750"/>
          </a:xfrm>
          <a:prstGeom prst="rect">
            <a:avLst/>
          </a:prstGeom>
        </p:spPr>
        <p:txBody>
          <a:bodyPr anchor="t" rtlCol="false" tIns="0" lIns="0" bIns="0" rIns="0">
            <a:spAutoFit/>
          </a:bodyPr>
          <a:lstStyle/>
          <a:p>
            <a:pPr algn="l">
              <a:lnSpc>
                <a:spcPts val="2160"/>
              </a:lnSpc>
            </a:pPr>
            <a:r>
              <a:rPr lang="en-US" sz="1800" spc="-1">
                <a:solidFill>
                  <a:srgbClr val="222222"/>
                </a:solidFill>
                <a:latin typeface="Arial"/>
                <a:ea typeface="Arial"/>
                <a:cs typeface="Arial"/>
                <a:sym typeface="Arial"/>
              </a:rPr>
              <a:t>Giải</a:t>
            </a:r>
            <a:r>
              <a:rPr lang="en-US" sz="1800" spc="-1">
                <a:solidFill>
                  <a:srgbClr val="222222"/>
                </a:solidFill>
                <a:latin typeface="Arial"/>
                <a:ea typeface="Arial"/>
                <a:cs typeface="Arial"/>
                <a:sym typeface="Arial"/>
              </a:rPr>
              <a:t> phóng tài nguyên</a:t>
            </a:r>
          </a:p>
        </p:txBody>
      </p:sp>
      <p:sp>
        <p:nvSpPr>
          <p:cNvPr name="TextBox 54" id="54"/>
          <p:cNvSpPr txBox="true"/>
          <p:nvPr/>
        </p:nvSpPr>
        <p:spPr>
          <a:xfrm rot="0">
            <a:off x="7928595" y="7728185"/>
            <a:ext cx="3932188" cy="285750"/>
          </a:xfrm>
          <a:prstGeom prst="rect">
            <a:avLst/>
          </a:prstGeom>
        </p:spPr>
        <p:txBody>
          <a:bodyPr anchor="t" rtlCol="false" tIns="0" lIns="0" bIns="0" rIns="0">
            <a:spAutoFit/>
          </a:bodyPr>
          <a:lstStyle/>
          <a:p>
            <a:pPr algn="l">
              <a:lnSpc>
                <a:spcPts val="2160"/>
              </a:lnSpc>
            </a:pPr>
            <a:r>
              <a:rPr lang="en-US" sz="1800" spc="-1">
                <a:solidFill>
                  <a:srgbClr val="222222"/>
                </a:solidFill>
                <a:latin typeface="Arial"/>
                <a:ea typeface="Arial"/>
                <a:cs typeface="Arial"/>
                <a:sym typeface="Arial"/>
              </a:rPr>
              <a:t>Tìm phần tử, thao</a:t>
            </a:r>
            <a:r>
              <a:rPr lang="en-US" sz="1800" spc="-1">
                <a:solidFill>
                  <a:srgbClr val="222222"/>
                </a:solidFill>
                <a:latin typeface="Arial"/>
                <a:ea typeface="Arial"/>
                <a:cs typeface="Arial"/>
                <a:sym typeface="Arial"/>
              </a:rPr>
              <a:t> tác, kiểm tra kết quả</a:t>
            </a:r>
          </a:p>
        </p:txBody>
      </p:sp>
      <p:sp>
        <p:nvSpPr>
          <p:cNvPr name="TextBox 211" id="211"/>
          <p:cNvSpPr txBox="true"/>
          <p:nvPr/>
        </p:nvSpPr>
        <p:spPr>
          <a:xfrm rot="0">
            <a:off x="685800" y="9998488"/>
            <a:ext cx="9144000" cy="211826"/>
          </a:xfrm>
          <a:prstGeom prst="rect">
            <a:avLst/>
          </a:prstGeom>
        </p:spPr>
        <p:txBody>
          <a:bodyPr anchor="t" rtlCol="false" tIns="0" lIns="0" bIns="0" rIns="0" wrap="square">
            <a:noAutofit/>
          </a:bodyPr>
          <a:lstStyle/>
          <a:p>
            <a:pPr algn="l">
              <a:lnSpc>
                <a:spcPts val="1620"/>
              </a:lnSpc>
            </a:pPr>
            <a:r>
              <a:rPr lang="en-US" b="true" sz="1350" spc="-1">
                <a:solidFill>
                  <a:srgbClr val="FFFFFF"/>
                </a:solidFill>
                <a:latin typeface="Arial Bold"/>
                <a:ea typeface="Arial Bold"/>
                <a:cs typeface="Arial Bold"/>
                <a:sym typeface="Arial Bold"/>
              </a:rPr>
              <a:t>6 · Session &amp; Capabilities</a:t>
            </a:r>
          </a:p>
        </p:txBody>
      </p:sp>
    </p:spTree>
  </p:cSld>
  <p:clrMapOvr>
    <a:masterClrMapping/>
  </p:clrMapOvr>
  <p:transition spd="fast">
    <p:fade/>
  </p:transition>
</p:sld>
</file>

<file path=ppt/slides/slide7.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0" y="0"/>
            <a:ext cx="18288181" cy="10287000"/>
            <a:chOff x="0" y="0"/>
            <a:chExt cx="24384241" cy="13716000"/>
          </a:xfrm>
        </p:grpSpPr>
        <p:sp>
          <p:nvSpPr>
            <p:cNvPr name="Freeform 3" id="3"/>
            <p:cNvSpPr/>
            <p:nvPr/>
          </p:nvSpPr>
          <p:spPr>
            <a:xfrm flipH="false" flipV="false" rot="0">
              <a:off x="0" y="0"/>
              <a:ext cx="24384254" cy="13716000"/>
            </a:xfrm>
            <a:custGeom>
              <a:avLst/>
              <a:gdLst/>
              <a:ahLst/>
              <a:cxnLst/>
              <a:rect r="r" b="b" t="t" l="l"/>
              <a:pathLst>
                <a:path h="13716000" w="24384254">
                  <a:moveTo>
                    <a:pt x="0" y="0"/>
                  </a:moveTo>
                  <a:lnTo>
                    <a:pt x="24384254" y="0"/>
                  </a:lnTo>
                  <a:lnTo>
                    <a:pt x="24384254" y="13716000"/>
                  </a:lnTo>
                  <a:lnTo>
                    <a:pt x="0" y="13716000"/>
                  </a:lnTo>
                  <a:lnTo>
                    <a:pt x="0" y="0"/>
                  </a:lnTo>
                  <a:close/>
                </a:path>
              </a:pathLst>
            </a:custGeom>
            <a:solidFill>
              <a:srgbClr val="FFFFFF"/>
            </a:solidFill>
          </p:spPr>
        </p:sp>
      </p:grpSp>
      <p:grpSp>
        <p:nvGrpSpPr>
          <p:cNvPr name="Group 4" id="4"/>
          <p:cNvGrpSpPr/>
          <p:nvPr/>
        </p:nvGrpSpPr>
        <p:grpSpPr>
          <a:xfrm rot="0">
            <a:off x="0" y="0"/>
            <a:ext cx="18288181" cy="10287000"/>
            <a:chOff x="0" y="0"/>
            <a:chExt cx="24384241" cy="13716000"/>
          </a:xfrm>
        </p:grpSpPr>
        <p:sp>
          <p:nvSpPr>
            <p:cNvPr name="Freeform 5" id="5"/>
            <p:cNvSpPr/>
            <p:nvPr/>
          </p:nvSpPr>
          <p:spPr>
            <a:xfrm flipH="false" flipV="false" rot="0">
              <a:off x="0" y="0"/>
              <a:ext cx="24384254" cy="13716000"/>
            </a:xfrm>
            <a:custGeom>
              <a:avLst/>
              <a:gdLst/>
              <a:ahLst/>
              <a:cxnLst/>
              <a:rect r="r" b="b" t="t" l="l"/>
              <a:pathLst>
                <a:path h="13716000" w="24384254">
                  <a:moveTo>
                    <a:pt x="0" y="0"/>
                  </a:moveTo>
                  <a:lnTo>
                    <a:pt x="24384254" y="0"/>
                  </a:lnTo>
                  <a:lnTo>
                    <a:pt x="24384254" y="13716000"/>
                  </a:lnTo>
                  <a:lnTo>
                    <a:pt x="0" y="13716000"/>
                  </a:lnTo>
                  <a:lnTo>
                    <a:pt x="0" y="0"/>
                  </a:lnTo>
                  <a:close/>
                </a:path>
              </a:pathLst>
            </a:custGeom>
            <a:solidFill>
              <a:srgbClr val="FFFFFF"/>
            </a:solidFill>
          </p:spPr>
        </p:sp>
      </p:grpSp>
      <p:grpSp>
        <p:nvGrpSpPr>
          <p:cNvPr name="Group 6" id="6"/>
          <p:cNvGrpSpPr/>
          <p:nvPr/>
        </p:nvGrpSpPr>
        <p:grpSpPr>
          <a:xfrm rot="0">
            <a:off x="0" y="0"/>
            <a:ext cx="18288181" cy="10287000"/>
            <a:chOff x="0" y="0"/>
            <a:chExt cx="24384241" cy="13716000"/>
          </a:xfrm>
        </p:grpSpPr>
        <p:sp>
          <p:nvSpPr>
            <p:cNvPr name="Freeform 7" id="7"/>
            <p:cNvSpPr/>
            <p:nvPr/>
          </p:nvSpPr>
          <p:spPr>
            <a:xfrm flipH="false" flipV="false" rot="0">
              <a:off x="0" y="0"/>
              <a:ext cx="24384254" cy="13716000"/>
            </a:xfrm>
            <a:custGeom>
              <a:avLst/>
              <a:gdLst/>
              <a:ahLst/>
              <a:cxnLst/>
              <a:rect r="r" b="b" t="t" l="l"/>
              <a:pathLst>
                <a:path h="13716000" w="24384254">
                  <a:moveTo>
                    <a:pt x="0" y="0"/>
                  </a:moveTo>
                  <a:lnTo>
                    <a:pt x="24384254" y="0"/>
                  </a:lnTo>
                  <a:lnTo>
                    <a:pt x="24384254" y="13716000"/>
                  </a:lnTo>
                  <a:lnTo>
                    <a:pt x="0" y="13716000"/>
                  </a:lnTo>
                  <a:lnTo>
                    <a:pt x="0" y="0"/>
                  </a:lnTo>
                  <a:close/>
                </a:path>
              </a:pathLst>
            </a:custGeom>
            <a:solidFill>
              <a:srgbClr val="FFFFFF"/>
            </a:solidFill>
          </p:spPr>
        </p:sp>
      </p:grpSp>
      <p:grpSp>
        <p:nvGrpSpPr>
          <p:cNvPr name="Group 8" id="8"/>
          <p:cNvGrpSpPr/>
          <p:nvPr/>
        </p:nvGrpSpPr>
        <p:grpSpPr>
          <a:xfrm rot="0">
            <a:off x="671217" y="2731622"/>
            <a:ext cx="15745320" cy="529199"/>
            <a:chOff x="0" y="0"/>
            <a:chExt cx="20993760" cy="705599"/>
          </a:xfrm>
        </p:grpSpPr>
        <p:sp>
          <p:nvSpPr>
            <p:cNvPr name="Freeform 9" id="9"/>
            <p:cNvSpPr/>
            <p:nvPr/>
          </p:nvSpPr>
          <p:spPr>
            <a:xfrm flipH="false" flipV="false" rot="0">
              <a:off x="0" y="0"/>
              <a:ext cx="20993810" cy="705612"/>
            </a:xfrm>
            <a:custGeom>
              <a:avLst/>
              <a:gdLst/>
              <a:ahLst/>
              <a:cxnLst/>
              <a:rect r="r" b="b" t="t" l="l"/>
              <a:pathLst>
                <a:path h="705612" w="20993810">
                  <a:moveTo>
                    <a:pt x="0" y="0"/>
                  </a:moveTo>
                  <a:lnTo>
                    <a:pt x="20993810" y="0"/>
                  </a:lnTo>
                  <a:lnTo>
                    <a:pt x="20993810" y="705612"/>
                  </a:lnTo>
                  <a:lnTo>
                    <a:pt x="0" y="705612"/>
                  </a:lnTo>
                  <a:lnTo>
                    <a:pt x="0" y="0"/>
                  </a:lnTo>
                  <a:close/>
                </a:path>
              </a:pathLst>
            </a:custGeom>
            <a:solidFill>
              <a:srgbClr val="D1D9E0"/>
            </a:solidFill>
          </p:spPr>
        </p:sp>
      </p:grpSp>
      <p:grpSp>
        <p:nvGrpSpPr>
          <p:cNvPr name="Group 10" id="10"/>
          <p:cNvGrpSpPr/>
          <p:nvPr/>
        </p:nvGrpSpPr>
        <p:grpSpPr>
          <a:xfrm rot="0">
            <a:off x="671217" y="2731622"/>
            <a:ext cx="15759903" cy="529199"/>
            <a:chOff x="0" y="0"/>
            <a:chExt cx="21013204" cy="705599"/>
          </a:xfrm>
        </p:grpSpPr>
        <p:sp>
          <p:nvSpPr>
            <p:cNvPr name="Freeform 11" id="11"/>
            <p:cNvSpPr/>
            <p:nvPr/>
          </p:nvSpPr>
          <p:spPr>
            <a:xfrm flipH="false" flipV="false" rot="0">
              <a:off x="0" y="0"/>
              <a:ext cx="21013254" cy="705612"/>
            </a:xfrm>
            <a:custGeom>
              <a:avLst/>
              <a:gdLst/>
              <a:ahLst/>
              <a:cxnLst/>
              <a:rect r="r" b="b" t="t" l="l"/>
              <a:pathLst>
                <a:path h="705612" w="21013254">
                  <a:moveTo>
                    <a:pt x="0" y="0"/>
                  </a:moveTo>
                  <a:lnTo>
                    <a:pt x="21013254" y="0"/>
                  </a:lnTo>
                  <a:lnTo>
                    <a:pt x="21013254" y="705612"/>
                  </a:lnTo>
                  <a:lnTo>
                    <a:pt x="0" y="705612"/>
                  </a:lnTo>
                  <a:lnTo>
                    <a:pt x="0" y="0"/>
                  </a:lnTo>
                  <a:close/>
                </a:path>
              </a:pathLst>
            </a:custGeom>
            <a:solidFill>
              <a:srgbClr val="D1D9E0"/>
            </a:solidFill>
          </p:spPr>
        </p:sp>
      </p:grpSp>
      <p:grpSp>
        <p:nvGrpSpPr>
          <p:cNvPr name="Group 12" id="12"/>
          <p:cNvGrpSpPr/>
          <p:nvPr/>
        </p:nvGrpSpPr>
        <p:grpSpPr>
          <a:xfrm rot="0">
            <a:off x="671217" y="2731622"/>
            <a:ext cx="15745320" cy="529199"/>
            <a:chOff x="0" y="0"/>
            <a:chExt cx="20993760" cy="705599"/>
          </a:xfrm>
        </p:grpSpPr>
        <p:sp>
          <p:nvSpPr>
            <p:cNvPr name="Freeform 13" id="13"/>
            <p:cNvSpPr/>
            <p:nvPr/>
          </p:nvSpPr>
          <p:spPr>
            <a:xfrm flipH="false" flipV="false" rot="0">
              <a:off x="0" y="0"/>
              <a:ext cx="20993810" cy="705612"/>
            </a:xfrm>
            <a:custGeom>
              <a:avLst/>
              <a:gdLst/>
              <a:ahLst/>
              <a:cxnLst/>
              <a:rect r="r" b="b" t="t" l="l"/>
              <a:pathLst>
                <a:path h="705612" w="20993810">
                  <a:moveTo>
                    <a:pt x="0" y="0"/>
                  </a:moveTo>
                  <a:lnTo>
                    <a:pt x="20993810" y="0"/>
                  </a:lnTo>
                  <a:lnTo>
                    <a:pt x="20993810" y="705612"/>
                  </a:lnTo>
                  <a:lnTo>
                    <a:pt x="0" y="705612"/>
                  </a:lnTo>
                  <a:lnTo>
                    <a:pt x="0" y="0"/>
                  </a:lnTo>
                  <a:close/>
                </a:path>
              </a:pathLst>
            </a:custGeom>
            <a:solidFill>
              <a:srgbClr val="F6F8FA"/>
            </a:solidFill>
          </p:spPr>
        </p:sp>
      </p:grpSp>
      <p:grpSp>
        <p:nvGrpSpPr>
          <p:cNvPr name="Group 14" id="14"/>
          <p:cNvGrpSpPr/>
          <p:nvPr/>
        </p:nvGrpSpPr>
        <p:grpSpPr>
          <a:xfrm rot="0">
            <a:off x="700383" y="3760637"/>
            <a:ext cx="1229039" cy="500577"/>
            <a:chOff x="0" y="0"/>
            <a:chExt cx="1638719" cy="667436"/>
          </a:xfrm>
        </p:grpSpPr>
        <p:sp>
          <p:nvSpPr>
            <p:cNvPr name="Freeform 15" id="15"/>
            <p:cNvSpPr/>
            <p:nvPr/>
          </p:nvSpPr>
          <p:spPr>
            <a:xfrm flipH="false" flipV="false" rot="0">
              <a:off x="0" y="0"/>
              <a:ext cx="1638681" cy="667385"/>
            </a:xfrm>
            <a:custGeom>
              <a:avLst/>
              <a:gdLst/>
              <a:ahLst/>
              <a:cxnLst/>
              <a:rect r="r" b="b" t="t" l="l"/>
              <a:pathLst>
                <a:path h="667385" w="1638681">
                  <a:moveTo>
                    <a:pt x="0" y="0"/>
                  </a:moveTo>
                  <a:lnTo>
                    <a:pt x="1638681" y="0"/>
                  </a:lnTo>
                  <a:lnTo>
                    <a:pt x="1638681" y="667385"/>
                  </a:lnTo>
                  <a:lnTo>
                    <a:pt x="0" y="667385"/>
                  </a:lnTo>
                  <a:lnTo>
                    <a:pt x="0" y="0"/>
                  </a:lnTo>
                  <a:close/>
                </a:path>
              </a:pathLst>
            </a:custGeom>
            <a:solidFill>
              <a:srgbClr val="FFFFFF"/>
            </a:solidFill>
          </p:spPr>
        </p:sp>
      </p:grpSp>
      <p:grpSp>
        <p:nvGrpSpPr>
          <p:cNvPr name="Group 16" id="16"/>
          <p:cNvGrpSpPr/>
          <p:nvPr/>
        </p:nvGrpSpPr>
        <p:grpSpPr>
          <a:xfrm rot="0">
            <a:off x="1928879" y="3760637"/>
            <a:ext cx="3658495" cy="500577"/>
            <a:chOff x="0" y="0"/>
            <a:chExt cx="4877994" cy="667436"/>
          </a:xfrm>
        </p:grpSpPr>
        <p:sp>
          <p:nvSpPr>
            <p:cNvPr name="Freeform 17" id="17"/>
            <p:cNvSpPr/>
            <p:nvPr/>
          </p:nvSpPr>
          <p:spPr>
            <a:xfrm flipH="false" flipV="false" rot="0">
              <a:off x="0" y="0"/>
              <a:ext cx="4877943" cy="667385"/>
            </a:xfrm>
            <a:custGeom>
              <a:avLst/>
              <a:gdLst/>
              <a:ahLst/>
              <a:cxnLst/>
              <a:rect r="r" b="b" t="t" l="l"/>
              <a:pathLst>
                <a:path h="667385" w="4877943">
                  <a:moveTo>
                    <a:pt x="0" y="0"/>
                  </a:moveTo>
                  <a:lnTo>
                    <a:pt x="4877943" y="0"/>
                  </a:lnTo>
                  <a:lnTo>
                    <a:pt x="4877943" y="667385"/>
                  </a:lnTo>
                  <a:lnTo>
                    <a:pt x="0" y="667385"/>
                  </a:lnTo>
                  <a:lnTo>
                    <a:pt x="0" y="0"/>
                  </a:lnTo>
                  <a:close/>
                </a:path>
              </a:pathLst>
            </a:custGeom>
            <a:solidFill>
              <a:srgbClr val="FFFFFF"/>
            </a:solidFill>
          </p:spPr>
        </p:sp>
      </p:grpSp>
      <p:grpSp>
        <p:nvGrpSpPr>
          <p:cNvPr name="Group 18" id="18"/>
          <p:cNvGrpSpPr/>
          <p:nvPr/>
        </p:nvGrpSpPr>
        <p:grpSpPr>
          <a:xfrm rot="0">
            <a:off x="5586841" y="3760637"/>
            <a:ext cx="7515720" cy="500577"/>
            <a:chOff x="0" y="0"/>
            <a:chExt cx="10020960" cy="667436"/>
          </a:xfrm>
        </p:grpSpPr>
        <p:sp>
          <p:nvSpPr>
            <p:cNvPr name="Freeform 19" id="19"/>
            <p:cNvSpPr/>
            <p:nvPr/>
          </p:nvSpPr>
          <p:spPr>
            <a:xfrm flipH="false" flipV="false" rot="0">
              <a:off x="0" y="0"/>
              <a:ext cx="10020935" cy="667385"/>
            </a:xfrm>
            <a:custGeom>
              <a:avLst/>
              <a:gdLst/>
              <a:ahLst/>
              <a:cxnLst/>
              <a:rect r="r" b="b" t="t" l="l"/>
              <a:pathLst>
                <a:path h="667385" w="10020935">
                  <a:moveTo>
                    <a:pt x="0" y="0"/>
                  </a:moveTo>
                  <a:lnTo>
                    <a:pt x="10020935" y="0"/>
                  </a:lnTo>
                  <a:lnTo>
                    <a:pt x="10020935" y="667385"/>
                  </a:lnTo>
                  <a:lnTo>
                    <a:pt x="0" y="667385"/>
                  </a:lnTo>
                  <a:lnTo>
                    <a:pt x="0" y="0"/>
                  </a:lnTo>
                  <a:close/>
                </a:path>
              </a:pathLst>
            </a:custGeom>
            <a:solidFill>
              <a:srgbClr val="FFFFFF"/>
            </a:solidFill>
          </p:spPr>
        </p:sp>
      </p:grpSp>
      <p:grpSp>
        <p:nvGrpSpPr>
          <p:cNvPr name="Group 20" id="20"/>
          <p:cNvGrpSpPr/>
          <p:nvPr/>
        </p:nvGrpSpPr>
        <p:grpSpPr>
          <a:xfrm rot="0">
            <a:off x="13102018" y="3760637"/>
            <a:ext cx="3329645" cy="500577"/>
            <a:chOff x="0" y="0"/>
            <a:chExt cx="4439526" cy="667436"/>
          </a:xfrm>
        </p:grpSpPr>
        <p:sp>
          <p:nvSpPr>
            <p:cNvPr name="Freeform 21" id="21"/>
            <p:cNvSpPr/>
            <p:nvPr/>
          </p:nvSpPr>
          <p:spPr>
            <a:xfrm flipH="false" flipV="false" rot="0">
              <a:off x="0" y="0"/>
              <a:ext cx="4439539" cy="667385"/>
            </a:xfrm>
            <a:custGeom>
              <a:avLst/>
              <a:gdLst/>
              <a:ahLst/>
              <a:cxnLst/>
              <a:rect r="r" b="b" t="t" l="l"/>
              <a:pathLst>
                <a:path h="667385" w="4439539">
                  <a:moveTo>
                    <a:pt x="0" y="0"/>
                  </a:moveTo>
                  <a:lnTo>
                    <a:pt x="4439539" y="0"/>
                  </a:lnTo>
                  <a:lnTo>
                    <a:pt x="4439539" y="667385"/>
                  </a:lnTo>
                  <a:lnTo>
                    <a:pt x="0" y="667385"/>
                  </a:lnTo>
                  <a:lnTo>
                    <a:pt x="0" y="0"/>
                  </a:lnTo>
                  <a:close/>
                </a:path>
              </a:pathLst>
            </a:custGeom>
            <a:solidFill>
              <a:srgbClr val="FFFFFF"/>
            </a:solidFill>
          </p:spPr>
        </p:sp>
      </p:grpSp>
      <p:grpSp>
        <p:nvGrpSpPr>
          <p:cNvPr name="Group 22" id="22"/>
          <p:cNvGrpSpPr/>
          <p:nvPr/>
        </p:nvGrpSpPr>
        <p:grpSpPr>
          <a:xfrm rot="0">
            <a:off x="700383" y="3760637"/>
            <a:ext cx="1229039" cy="500577"/>
            <a:chOff x="0" y="0"/>
            <a:chExt cx="1638719" cy="667436"/>
          </a:xfrm>
        </p:grpSpPr>
        <p:sp>
          <p:nvSpPr>
            <p:cNvPr name="Freeform 23" id="23"/>
            <p:cNvSpPr/>
            <p:nvPr/>
          </p:nvSpPr>
          <p:spPr>
            <a:xfrm flipH="false" flipV="false" rot="0">
              <a:off x="0" y="0"/>
              <a:ext cx="1638681" cy="667385"/>
            </a:xfrm>
            <a:custGeom>
              <a:avLst/>
              <a:gdLst/>
              <a:ahLst/>
              <a:cxnLst/>
              <a:rect r="r" b="b" t="t" l="l"/>
              <a:pathLst>
                <a:path h="667385" w="1638681">
                  <a:moveTo>
                    <a:pt x="0" y="0"/>
                  </a:moveTo>
                  <a:lnTo>
                    <a:pt x="1638681" y="0"/>
                  </a:lnTo>
                  <a:lnTo>
                    <a:pt x="1638681" y="667385"/>
                  </a:lnTo>
                  <a:lnTo>
                    <a:pt x="0" y="667385"/>
                  </a:lnTo>
                  <a:lnTo>
                    <a:pt x="0" y="0"/>
                  </a:lnTo>
                  <a:close/>
                </a:path>
              </a:pathLst>
            </a:custGeom>
            <a:solidFill>
              <a:srgbClr val="1F4E79"/>
            </a:solidFill>
          </p:spPr>
        </p:sp>
      </p:grpSp>
      <p:grpSp>
        <p:nvGrpSpPr>
          <p:cNvPr name="Group 24" id="24"/>
          <p:cNvGrpSpPr/>
          <p:nvPr/>
        </p:nvGrpSpPr>
        <p:grpSpPr>
          <a:xfrm rot="0">
            <a:off x="1928879" y="3760637"/>
            <a:ext cx="3658495" cy="500577"/>
            <a:chOff x="0" y="0"/>
            <a:chExt cx="4877994" cy="667436"/>
          </a:xfrm>
        </p:grpSpPr>
        <p:sp>
          <p:nvSpPr>
            <p:cNvPr name="Freeform 25" id="25"/>
            <p:cNvSpPr/>
            <p:nvPr/>
          </p:nvSpPr>
          <p:spPr>
            <a:xfrm flipH="false" flipV="false" rot="0">
              <a:off x="0" y="0"/>
              <a:ext cx="4877943" cy="667385"/>
            </a:xfrm>
            <a:custGeom>
              <a:avLst/>
              <a:gdLst/>
              <a:ahLst/>
              <a:cxnLst/>
              <a:rect r="r" b="b" t="t" l="l"/>
              <a:pathLst>
                <a:path h="667385" w="4877943">
                  <a:moveTo>
                    <a:pt x="0" y="0"/>
                  </a:moveTo>
                  <a:lnTo>
                    <a:pt x="4877943" y="0"/>
                  </a:lnTo>
                  <a:lnTo>
                    <a:pt x="4877943" y="667385"/>
                  </a:lnTo>
                  <a:lnTo>
                    <a:pt x="0" y="667385"/>
                  </a:lnTo>
                  <a:lnTo>
                    <a:pt x="0" y="0"/>
                  </a:lnTo>
                  <a:close/>
                </a:path>
              </a:pathLst>
            </a:custGeom>
            <a:solidFill>
              <a:srgbClr val="1F4E79"/>
            </a:solidFill>
          </p:spPr>
        </p:sp>
      </p:grpSp>
      <p:grpSp>
        <p:nvGrpSpPr>
          <p:cNvPr name="Group 26" id="26"/>
          <p:cNvGrpSpPr/>
          <p:nvPr/>
        </p:nvGrpSpPr>
        <p:grpSpPr>
          <a:xfrm rot="0">
            <a:off x="5586841" y="3760637"/>
            <a:ext cx="7515720" cy="500577"/>
            <a:chOff x="0" y="0"/>
            <a:chExt cx="10020960" cy="667436"/>
          </a:xfrm>
        </p:grpSpPr>
        <p:sp>
          <p:nvSpPr>
            <p:cNvPr name="Freeform 27" id="27"/>
            <p:cNvSpPr/>
            <p:nvPr/>
          </p:nvSpPr>
          <p:spPr>
            <a:xfrm flipH="false" flipV="false" rot="0">
              <a:off x="0" y="0"/>
              <a:ext cx="10020935" cy="667385"/>
            </a:xfrm>
            <a:custGeom>
              <a:avLst/>
              <a:gdLst/>
              <a:ahLst/>
              <a:cxnLst/>
              <a:rect r="r" b="b" t="t" l="l"/>
              <a:pathLst>
                <a:path h="667385" w="10020935">
                  <a:moveTo>
                    <a:pt x="0" y="0"/>
                  </a:moveTo>
                  <a:lnTo>
                    <a:pt x="10020935" y="0"/>
                  </a:lnTo>
                  <a:lnTo>
                    <a:pt x="10020935" y="667385"/>
                  </a:lnTo>
                  <a:lnTo>
                    <a:pt x="0" y="667385"/>
                  </a:lnTo>
                  <a:lnTo>
                    <a:pt x="0" y="0"/>
                  </a:lnTo>
                  <a:close/>
                </a:path>
              </a:pathLst>
            </a:custGeom>
            <a:solidFill>
              <a:srgbClr val="1F4E79"/>
            </a:solidFill>
          </p:spPr>
        </p:sp>
      </p:grpSp>
      <p:grpSp>
        <p:nvGrpSpPr>
          <p:cNvPr name="Group 28" id="28"/>
          <p:cNvGrpSpPr/>
          <p:nvPr/>
        </p:nvGrpSpPr>
        <p:grpSpPr>
          <a:xfrm rot="0">
            <a:off x="13102018" y="3760637"/>
            <a:ext cx="3329645" cy="500577"/>
            <a:chOff x="0" y="0"/>
            <a:chExt cx="4439526" cy="667436"/>
          </a:xfrm>
        </p:grpSpPr>
        <p:sp>
          <p:nvSpPr>
            <p:cNvPr name="Freeform 29" id="29"/>
            <p:cNvSpPr/>
            <p:nvPr/>
          </p:nvSpPr>
          <p:spPr>
            <a:xfrm flipH="false" flipV="false" rot="0">
              <a:off x="0" y="0"/>
              <a:ext cx="4439539" cy="667385"/>
            </a:xfrm>
            <a:custGeom>
              <a:avLst/>
              <a:gdLst/>
              <a:ahLst/>
              <a:cxnLst/>
              <a:rect r="r" b="b" t="t" l="l"/>
              <a:pathLst>
                <a:path h="667385" w="4439539">
                  <a:moveTo>
                    <a:pt x="0" y="0"/>
                  </a:moveTo>
                  <a:lnTo>
                    <a:pt x="4439539" y="0"/>
                  </a:lnTo>
                  <a:lnTo>
                    <a:pt x="4439539" y="667385"/>
                  </a:lnTo>
                  <a:lnTo>
                    <a:pt x="0" y="667385"/>
                  </a:lnTo>
                  <a:lnTo>
                    <a:pt x="0" y="0"/>
                  </a:lnTo>
                  <a:close/>
                </a:path>
              </a:pathLst>
            </a:custGeom>
            <a:solidFill>
              <a:srgbClr val="1F4E79"/>
            </a:solidFill>
          </p:spPr>
        </p:sp>
      </p:grpSp>
      <p:grpSp>
        <p:nvGrpSpPr>
          <p:cNvPr name="Group 30" id="30"/>
          <p:cNvGrpSpPr/>
          <p:nvPr/>
        </p:nvGrpSpPr>
        <p:grpSpPr>
          <a:xfrm rot="0">
            <a:off x="700383" y="4260680"/>
            <a:ext cx="1229039" cy="500577"/>
            <a:chOff x="0" y="0"/>
            <a:chExt cx="1638719" cy="667436"/>
          </a:xfrm>
        </p:grpSpPr>
        <p:sp>
          <p:nvSpPr>
            <p:cNvPr name="Freeform 31" id="31"/>
            <p:cNvSpPr/>
            <p:nvPr/>
          </p:nvSpPr>
          <p:spPr>
            <a:xfrm flipH="false" flipV="false" rot="0">
              <a:off x="0" y="0"/>
              <a:ext cx="1638681" cy="667385"/>
            </a:xfrm>
            <a:custGeom>
              <a:avLst/>
              <a:gdLst/>
              <a:ahLst/>
              <a:cxnLst/>
              <a:rect r="r" b="b" t="t" l="l"/>
              <a:pathLst>
                <a:path h="667385" w="1638681">
                  <a:moveTo>
                    <a:pt x="0" y="0"/>
                  </a:moveTo>
                  <a:lnTo>
                    <a:pt x="1638681" y="0"/>
                  </a:lnTo>
                  <a:lnTo>
                    <a:pt x="1638681" y="667385"/>
                  </a:lnTo>
                  <a:lnTo>
                    <a:pt x="0" y="667385"/>
                  </a:lnTo>
                  <a:lnTo>
                    <a:pt x="0" y="0"/>
                  </a:lnTo>
                  <a:close/>
                </a:path>
              </a:pathLst>
            </a:custGeom>
            <a:solidFill>
              <a:srgbClr val="FFFFFF"/>
            </a:solidFill>
          </p:spPr>
        </p:sp>
      </p:grpSp>
      <p:grpSp>
        <p:nvGrpSpPr>
          <p:cNvPr name="Group 32" id="32"/>
          <p:cNvGrpSpPr/>
          <p:nvPr/>
        </p:nvGrpSpPr>
        <p:grpSpPr>
          <a:xfrm rot="0">
            <a:off x="1928879" y="4260680"/>
            <a:ext cx="3658495" cy="500577"/>
            <a:chOff x="0" y="0"/>
            <a:chExt cx="4877994" cy="667436"/>
          </a:xfrm>
        </p:grpSpPr>
        <p:sp>
          <p:nvSpPr>
            <p:cNvPr name="Freeform 33" id="33"/>
            <p:cNvSpPr/>
            <p:nvPr/>
          </p:nvSpPr>
          <p:spPr>
            <a:xfrm flipH="false" flipV="false" rot="0">
              <a:off x="0" y="0"/>
              <a:ext cx="4877943" cy="667385"/>
            </a:xfrm>
            <a:custGeom>
              <a:avLst/>
              <a:gdLst/>
              <a:ahLst/>
              <a:cxnLst/>
              <a:rect r="r" b="b" t="t" l="l"/>
              <a:pathLst>
                <a:path h="667385" w="4877943">
                  <a:moveTo>
                    <a:pt x="0" y="0"/>
                  </a:moveTo>
                  <a:lnTo>
                    <a:pt x="4877943" y="0"/>
                  </a:lnTo>
                  <a:lnTo>
                    <a:pt x="4877943" y="667385"/>
                  </a:lnTo>
                  <a:lnTo>
                    <a:pt x="0" y="667385"/>
                  </a:lnTo>
                  <a:lnTo>
                    <a:pt x="0" y="0"/>
                  </a:lnTo>
                  <a:close/>
                </a:path>
              </a:pathLst>
            </a:custGeom>
            <a:solidFill>
              <a:srgbClr val="FFFFFF"/>
            </a:solidFill>
          </p:spPr>
        </p:sp>
      </p:grpSp>
      <p:grpSp>
        <p:nvGrpSpPr>
          <p:cNvPr name="Group 34" id="34"/>
          <p:cNvGrpSpPr/>
          <p:nvPr/>
        </p:nvGrpSpPr>
        <p:grpSpPr>
          <a:xfrm rot="0">
            <a:off x="5586841" y="4260680"/>
            <a:ext cx="7515720" cy="500577"/>
            <a:chOff x="0" y="0"/>
            <a:chExt cx="10020960" cy="667436"/>
          </a:xfrm>
        </p:grpSpPr>
        <p:sp>
          <p:nvSpPr>
            <p:cNvPr name="Freeform 35" id="35"/>
            <p:cNvSpPr/>
            <p:nvPr/>
          </p:nvSpPr>
          <p:spPr>
            <a:xfrm flipH="false" flipV="false" rot="0">
              <a:off x="0" y="0"/>
              <a:ext cx="10020935" cy="667385"/>
            </a:xfrm>
            <a:custGeom>
              <a:avLst/>
              <a:gdLst/>
              <a:ahLst/>
              <a:cxnLst/>
              <a:rect r="r" b="b" t="t" l="l"/>
              <a:pathLst>
                <a:path h="667385" w="10020935">
                  <a:moveTo>
                    <a:pt x="0" y="0"/>
                  </a:moveTo>
                  <a:lnTo>
                    <a:pt x="10020935" y="0"/>
                  </a:lnTo>
                  <a:lnTo>
                    <a:pt x="10020935" y="667385"/>
                  </a:lnTo>
                  <a:lnTo>
                    <a:pt x="0" y="667385"/>
                  </a:lnTo>
                  <a:lnTo>
                    <a:pt x="0" y="0"/>
                  </a:lnTo>
                  <a:close/>
                </a:path>
              </a:pathLst>
            </a:custGeom>
            <a:solidFill>
              <a:srgbClr val="FFFFFF"/>
            </a:solidFill>
          </p:spPr>
        </p:sp>
      </p:grpSp>
      <p:grpSp>
        <p:nvGrpSpPr>
          <p:cNvPr name="Group 36" id="36"/>
          <p:cNvGrpSpPr/>
          <p:nvPr/>
        </p:nvGrpSpPr>
        <p:grpSpPr>
          <a:xfrm rot="0">
            <a:off x="13102018" y="4260680"/>
            <a:ext cx="3329645" cy="500577"/>
            <a:chOff x="0" y="0"/>
            <a:chExt cx="4439526" cy="667436"/>
          </a:xfrm>
        </p:grpSpPr>
        <p:sp>
          <p:nvSpPr>
            <p:cNvPr name="Freeform 37" id="37"/>
            <p:cNvSpPr/>
            <p:nvPr/>
          </p:nvSpPr>
          <p:spPr>
            <a:xfrm flipH="false" flipV="false" rot="0">
              <a:off x="0" y="0"/>
              <a:ext cx="4439539" cy="667385"/>
            </a:xfrm>
            <a:custGeom>
              <a:avLst/>
              <a:gdLst/>
              <a:ahLst/>
              <a:cxnLst/>
              <a:rect r="r" b="b" t="t" l="l"/>
              <a:pathLst>
                <a:path h="667385" w="4439539">
                  <a:moveTo>
                    <a:pt x="0" y="0"/>
                  </a:moveTo>
                  <a:lnTo>
                    <a:pt x="4439539" y="0"/>
                  </a:lnTo>
                  <a:lnTo>
                    <a:pt x="4439539" y="667385"/>
                  </a:lnTo>
                  <a:lnTo>
                    <a:pt x="0" y="667385"/>
                  </a:lnTo>
                  <a:lnTo>
                    <a:pt x="0" y="0"/>
                  </a:lnTo>
                  <a:close/>
                </a:path>
              </a:pathLst>
            </a:custGeom>
            <a:solidFill>
              <a:srgbClr val="FFFFFF"/>
            </a:solidFill>
          </p:spPr>
        </p:sp>
      </p:grpSp>
      <p:grpSp>
        <p:nvGrpSpPr>
          <p:cNvPr name="Group 38" id="38"/>
          <p:cNvGrpSpPr/>
          <p:nvPr/>
        </p:nvGrpSpPr>
        <p:grpSpPr>
          <a:xfrm rot="0">
            <a:off x="700383" y="4760724"/>
            <a:ext cx="1229039" cy="515160"/>
            <a:chOff x="0" y="0"/>
            <a:chExt cx="1638719" cy="686880"/>
          </a:xfrm>
        </p:grpSpPr>
        <p:sp>
          <p:nvSpPr>
            <p:cNvPr name="Freeform 39" id="39"/>
            <p:cNvSpPr/>
            <p:nvPr/>
          </p:nvSpPr>
          <p:spPr>
            <a:xfrm flipH="false" flipV="false" rot="0">
              <a:off x="0" y="0"/>
              <a:ext cx="1638681" cy="686943"/>
            </a:xfrm>
            <a:custGeom>
              <a:avLst/>
              <a:gdLst/>
              <a:ahLst/>
              <a:cxnLst/>
              <a:rect r="r" b="b" t="t" l="l"/>
              <a:pathLst>
                <a:path h="686943" w="1638681">
                  <a:moveTo>
                    <a:pt x="0" y="0"/>
                  </a:moveTo>
                  <a:lnTo>
                    <a:pt x="1638681" y="0"/>
                  </a:lnTo>
                  <a:lnTo>
                    <a:pt x="1638681" y="686943"/>
                  </a:lnTo>
                  <a:lnTo>
                    <a:pt x="0" y="686943"/>
                  </a:lnTo>
                  <a:lnTo>
                    <a:pt x="0" y="0"/>
                  </a:lnTo>
                  <a:close/>
                </a:path>
              </a:pathLst>
            </a:custGeom>
            <a:solidFill>
              <a:srgbClr val="F6F8FA"/>
            </a:solidFill>
          </p:spPr>
        </p:sp>
      </p:grpSp>
      <p:grpSp>
        <p:nvGrpSpPr>
          <p:cNvPr name="Group 40" id="40"/>
          <p:cNvGrpSpPr/>
          <p:nvPr/>
        </p:nvGrpSpPr>
        <p:grpSpPr>
          <a:xfrm rot="0">
            <a:off x="1928879" y="4760724"/>
            <a:ext cx="3658495" cy="515160"/>
            <a:chOff x="0" y="0"/>
            <a:chExt cx="4877994" cy="686880"/>
          </a:xfrm>
        </p:grpSpPr>
        <p:sp>
          <p:nvSpPr>
            <p:cNvPr name="Freeform 41" id="41"/>
            <p:cNvSpPr/>
            <p:nvPr/>
          </p:nvSpPr>
          <p:spPr>
            <a:xfrm flipH="false" flipV="false" rot="0">
              <a:off x="0" y="0"/>
              <a:ext cx="4877943" cy="686943"/>
            </a:xfrm>
            <a:custGeom>
              <a:avLst/>
              <a:gdLst/>
              <a:ahLst/>
              <a:cxnLst/>
              <a:rect r="r" b="b" t="t" l="l"/>
              <a:pathLst>
                <a:path h="686943" w="4877943">
                  <a:moveTo>
                    <a:pt x="0" y="0"/>
                  </a:moveTo>
                  <a:lnTo>
                    <a:pt x="4877943" y="0"/>
                  </a:lnTo>
                  <a:lnTo>
                    <a:pt x="4877943" y="686943"/>
                  </a:lnTo>
                  <a:lnTo>
                    <a:pt x="0" y="686943"/>
                  </a:lnTo>
                  <a:lnTo>
                    <a:pt x="0" y="0"/>
                  </a:lnTo>
                  <a:close/>
                </a:path>
              </a:pathLst>
            </a:custGeom>
            <a:solidFill>
              <a:srgbClr val="F6F8FA"/>
            </a:solidFill>
          </p:spPr>
        </p:sp>
      </p:grpSp>
      <p:grpSp>
        <p:nvGrpSpPr>
          <p:cNvPr name="Group 42" id="42"/>
          <p:cNvGrpSpPr/>
          <p:nvPr/>
        </p:nvGrpSpPr>
        <p:grpSpPr>
          <a:xfrm rot="0">
            <a:off x="5586841" y="4760724"/>
            <a:ext cx="7515720" cy="515160"/>
            <a:chOff x="0" y="0"/>
            <a:chExt cx="10020960" cy="686880"/>
          </a:xfrm>
        </p:grpSpPr>
        <p:sp>
          <p:nvSpPr>
            <p:cNvPr name="Freeform 43" id="43"/>
            <p:cNvSpPr/>
            <p:nvPr/>
          </p:nvSpPr>
          <p:spPr>
            <a:xfrm flipH="false" flipV="false" rot="0">
              <a:off x="0" y="0"/>
              <a:ext cx="10020935" cy="686943"/>
            </a:xfrm>
            <a:custGeom>
              <a:avLst/>
              <a:gdLst/>
              <a:ahLst/>
              <a:cxnLst/>
              <a:rect r="r" b="b" t="t" l="l"/>
              <a:pathLst>
                <a:path h="686943" w="10020935">
                  <a:moveTo>
                    <a:pt x="0" y="0"/>
                  </a:moveTo>
                  <a:lnTo>
                    <a:pt x="10020935" y="0"/>
                  </a:lnTo>
                  <a:lnTo>
                    <a:pt x="10020935" y="686943"/>
                  </a:lnTo>
                  <a:lnTo>
                    <a:pt x="0" y="686943"/>
                  </a:lnTo>
                  <a:lnTo>
                    <a:pt x="0" y="0"/>
                  </a:lnTo>
                  <a:close/>
                </a:path>
              </a:pathLst>
            </a:custGeom>
            <a:solidFill>
              <a:srgbClr val="F6F8FA"/>
            </a:solidFill>
          </p:spPr>
        </p:sp>
      </p:grpSp>
      <p:grpSp>
        <p:nvGrpSpPr>
          <p:cNvPr name="Group 44" id="44"/>
          <p:cNvGrpSpPr/>
          <p:nvPr/>
        </p:nvGrpSpPr>
        <p:grpSpPr>
          <a:xfrm rot="0">
            <a:off x="13102018" y="4760724"/>
            <a:ext cx="3329645" cy="515160"/>
            <a:chOff x="0" y="0"/>
            <a:chExt cx="4439526" cy="686880"/>
          </a:xfrm>
        </p:grpSpPr>
        <p:sp>
          <p:nvSpPr>
            <p:cNvPr name="Freeform 45" id="45"/>
            <p:cNvSpPr/>
            <p:nvPr/>
          </p:nvSpPr>
          <p:spPr>
            <a:xfrm flipH="false" flipV="false" rot="0">
              <a:off x="0" y="0"/>
              <a:ext cx="4439539" cy="686943"/>
            </a:xfrm>
            <a:custGeom>
              <a:avLst/>
              <a:gdLst/>
              <a:ahLst/>
              <a:cxnLst/>
              <a:rect r="r" b="b" t="t" l="l"/>
              <a:pathLst>
                <a:path h="686943" w="4439539">
                  <a:moveTo>
                    <a:pt x="0" y="0"/>
                  </a:moveTo>
                  <a:lnTo>
                    <a:pt x="4439539" y="0"/>
                  </a:lnTo>
                  <a:lnTo>
                    <a:pt x="4439539" y="686943"/>
                  </a:lnTo>
                  <a:lnTo>
                    <a:pt x="0" y="686943"/>
                  </a:lnTo>
                  <a:lnTo>
                    <a:pt x="0" y="0"/>
                  </a:lnTo>
                  <a:close/>
                </a:path>
              </a:pathLst>
            </a:custGeom>
            <a:solidFill>
              <a:srgbClr val="F6F8FA"/>
            </a:solidFill>
          </p:spPr>
        </p:sp>
      </p:grpSp>
      <p:grpSp>
        <p:nvGrpSpPr>
          <p:cNvPr name="Group 46" id="46"/>
          <p:cNvGrpSpPr/>
          <p:nvPr/>
        </p:nvGrpSpPr>
        <p:grpSpPr>
          <a:xfrm rot="0">
            <a:off x="700383" y="4760724"/>
            <a:ext cx="1229039" cy="515160"/>
            <a:chOff x="0" y="0"/>
            <a:chExt cx="1638719" cy="686880"/>
          </a:xfrm>
        </p:grpSpPr>
        <p:sp>
          <p:nvSpPr>
            <p:cNvPr name="Freeform 47" id="47"/>
            <p:cNvSpPr/>
            <p:nvPr/>
          </p:nvSpPr>
          <p:spPr>
            <a:xfrm flipH="false" flipV="false" rot="0">
              <a:off x="0" y="0"/>
              <a:ext cx="1638681" cy="686943"/>
            </a:xfrm>
            <a:custGeom>
              <a:avLst/>
              <a:gdLst/>
              <a:ahLst/>
              <a:cxnLst/>
              <a:rect r="r" b="b" t="t" l="l"/>
              <a:pathLst>
                <a:path h="686943" w="1638681">
                  <a:moveTo>
                    <a:pt x="0" y="0"/>
                  </a:moveTo>
                  <a:lnTo>
                    <a:pt x="1638681" y="0"/>
                  </a:lnTo>
                  <a:lnTo>
                    <a:pt x="1638681" y="686943"/>
                  </a:lnTo>
                  <a:lnTo>
                    <a:pt x="0" y="686943"/>
                  </a:lnTo>
                  <a:lnTo>
                    <a:pt x="0" y="0"/>
                  </a:lnTo>
                  <a:close/>
                </a:path>
              </a:pathLst>
            </a:custGeom>
            <a:solidFill>
              <a:srgbClr val="EEF3FA"/>
            </a:solidFill>
          </p:spPr>
        </p:sp>
      </p:grpSp>
      <p:grpSp>
        <p:nvGrpSpPr>
          <p:cNvPr name="Group 48" id="48"/>
          <p:cNvGrpSpPr/>
          <p:nvPr/>
        </p:nvGrpSpPr>
        <p:grpSpPr>
          <a:xfrm rot="0">
            <a:off x="1928879" y="4760724"/>
            <a:ext cx="3658495" cy="515160"/>
            <a:chOff x="0" y="0"/>
            <a:chExt cx="4877994" cy="686880"/>
          </a:xfrm>
        </p:grpSpPr>
        <p:sp>
          <p:nvSpPr>
            <p:cNvPr name="Freeform 49" id="49"/>
            <p:cNvSpPr/>
            <p:nvPr/>
          </p:nvSpPr>
          <p:spPr>
            <a:xfrm flipH="false" flipV="false" rot="0">
              <a:off x="0" y="0"/>
              <a:ext cx="4877943" cy="686943"/>
            </a:xfrm>
            <a:custGeom>
              <a:avLst/>
              <a:gdLst/>
              <a:ahLst/>
              <a:cxnLst/>
              <a:rect r="r" b="b" t="t" l="l"/>
              <a:pathLst>
                <a:path h="686943" w="4877943">
                  <a:moveTo>
                    <a:pt x="0" y="0"/>
                  </a:moveTo>
                  <a:lnTo>
                    <a:pt x="4877943" y="0"/>
                  </a:lnTo>
                  <a:lnTo>
                    <a:pt x="4877943" y="686943"/>
                  </a:lnTo>
                  <a:lnTo>
                    <a:pt x="0" y="686943"/>
                  </a:lnTo>
                  <a:lnTo>
                    <a:pt x="0" y="0"/>
                  </a:lnTo>
                  <a:close/>
                </a:path>
              </a:pathLst>
            </a:custGeom>
            <a:solidFill>
              <a:srgbClr val="EEF3FA"/>
            </a:solidFill>
          </p:spPr>
        </p:sp>
      </p:grpSp>
      <p:grpSp>
        <p:nvGrpSpPr>
          <p:cNvPr name="Group 50" id="50"/>
          <p:cNvGrpSpPr/>
          <p:nvPr/>
        </p:nvGrpSpPr>
        <p:grpSpPr>
          <a:xfrm rot="0">
            <a:off x="5586841" y="4760724"/>
            <a:ext cx="7515720" cy="515160"/>
            <a:chOff x="0" y="0"/>
            <a:chExt cx="10020960" cy="686880"/>
          </a:xfrm>
        </p:grpSpPr>
        <p:sp>
          <p:nvSpPr>
            <p:cNvPr name="Freeform 51" id="51"/>
            <p:cNvSpPr/>
            <p:nvPr/>
          </p:nvSpPr>
          <p:spPr>
            <a:xfrm flipH="false" flipV="false" rot="0">
              <a:off x="0" y="0"/>
              <a:ext cx="10020935" cy="686943"/>
            </a:xfrm>
            <a:custGeom>
              <a:avLst/>
              <a:gdLst/>
              <a:ahLst/>
              <a:cxnLst/>
              <a:rect r="r" b="b" t="t" l="l"/>
              <a:pathLst>
                <a:path h="686943" w="10020935">
                  <a:moveTo>
                    <a:pt x="0" y="0"/>
                  </a:moveTo>
                  <a:lnTo>
                    <a:pt x="10020935" y="0"/>
                  </a:lnTo>
                  <a:lnTo>
                    <a:pt x="10020935" y="686943"/>
                  </a:lnTo>
                  <a:lnTo>
                    <a:pt x="0" y="686943"/>
                  </a:lnTo>
                  <a:lnTo>
                    <a:pt x="0" y="0"/>
                  </a:lnTo>
                  <a:close/>
                </a:path>
              </a:pathLst>
            </a:custGeom>
            <a:solidFill>
              <a:srgbClr val="EEF3FA"/>
            </a:solidFill>
          </p:spPr>
        </p:sp>
      </p:grpSp>
      <p:grpSp>
        <p:nvGrpSpPr>
          <p:cNvPr name="Group 52" id="52"/>
          <p:cNvGrpSpPr/>
          <p:nvPr/>
        </p:nvGrpSpPr>
        <p:grpSpPr>
          <a:xfrm rot="0">
            <a:off x="13102018" y="4760724"/>
            <a:ext cx="3329645" cy="515160"/>
            <a:chOff x="0" y="0"/>
            <a:chExt cx="4439526" cy="686880"/>
          </a:xfrm>
        </p:grpSpPr>
        <p:sp>
          <p:nvSpPr>
            <p:cNvPr name="Freeform 53" id="53"/>
            <p:cNvSpPr/>
            <p:nvPr/>
          </p:nvSpPr>
          <p:spPr>
            <a:xfrm flipH="false" flipV="false" rot="0">
              <a:off x="0" y="0"/>
              <a:ext cx="4439539" cy="686943"/>
            </a:xfrm>
            <a:custGeom>
              <a:avLst/>
              <a:gdLst/>
              <a:ahLst/>
              <a:cxnLst/>
              <a:rect r="r" b="b" t="t" l="l"/>
              <a:pathLst>
                <a:path h="686943" w="4439539">
                  <a:moveTo>
                    <a:pt x="0" y="0"/>
                  </a:moveTo>
                  <a:lnTo>
                    <a:pt x="4439539" y="0"/>
                  </a:lnTo>
                  <a:lnTo>
                    <a:pt x="4439539" y="686943"/>
                  </a:lnTo>
                  <a:lnTo>
                    <a:pt x="0" y="686943"/>
                  </a:lnTo>
                  <a:lnTo>
                    <a:pt x="0" y="0"/>
                  </a:lnTo>
                  <a:close/>
                </a:path>
              </a:pathLst>
            </a:custGeom>
            <a:solidFill>
              <a:srgbClr val="EEF3FA"/>
            </a:solidFill>
          </p:spPr>
        </p:sp>
      </p:grpSp>
      <p:grpSp>
        <p:nvGrpSpPr>
          <p:cNvPr name="Group 54" id="54"/>
          <p:cNvGrpSpPr/>
          <p:nvPr/>
        </p:nvGrpSpPr>
        <p:grpSpPr>
          <a:xfrm rot="0">
            <a:off x="700383" y="5275340"/>
            <a:ext cx="1229039" cy="514617"/>
            <a:chOff x="0" y="0"/>
            <a:chExt cx="1638719" cy="686156"/>
          </a:xfrm>
        </p:grpSpPr>
        <p:sp>
          <p:nvSpPr>
            <p:cNvPr name="Freeform 55" id="55"/>
            <p:cNvSpPr/>
            <p:nvPr/>
          </p:nvSpPr>
          <p:spPr>
            <a:xfrm flipH="false" flipV="false" rot="0">
              <a:off x="0" y="0"/>
              <a:ext cx="1638681" cy="686181"/>
            </a:xfrm>
            <a:custGeom>
              <a:avLst/>
              <a:gdLst/>
              <a:ahLst/>
              <a:cxnLst/>
              <a:rect r="r" b="b" t="t" l="l"/>
              <a:pathLst>
                <a:path h="686181" w="1638681">
                  <a:moveTo>
                    <a:pt x="0" y="0"/>
                  </a:moveTo>
                  <a:lnTo>
                    <a:pt x="1638681" y="0"/>
                  </a:lnTo>
                  <a:lnTo>
                    <a:pt x="1638681" y="686181"/>
                  </a:lnTo>
                  <a:lnTo>
                    <a:pt x="0" y="686181"/>
                  </a:lnTo>
                  <a:lnTo>
                    <a:pt x="0" y="0"/>
                  </a:lnTo>
                  <a:close/>
                </a:path>
              </a:pathLst>
            </a:custGeom>
            <a:solidFill>
              <a:srgbClr val="FFFFFF"/>
            </a:solidFill>
          </p:spPr>
        </p:sp>
      </p:grpSp>
      <p:grpSp>
        <p:nvGrpSpPr>
          <p:cNvPr name="Group 56" id="56"/>
          <p:cNvGrpSpPr/>
          <p:nvPr/>
        </p:nvGrpSpPr>
        <p:grpSpPr>
          <a:xfrm rot="0">
            <a:off x="1928879" y="5275340"/>
            <a:ext cx="3658495" cy="514617"/>
            <a:chOff x="0" y="0"/>
            <a:chExt cx="4877994" cy="686156"/>
          </a:xfrm>
        </p:grpSpPr>
        <p:sp>
          <p:nvSpPr>
            <p:cNvPr name="Freeform 57" id="57"/>
            <p:cNvSpPr/>
            <p:nvPr/>
          </p:nvSpPr>
          <p:spPr>
            <a:xfrm flipH="false" flipV="false" rot="0">
              <a:off x="0" y="0"/>
              <a:ext cx="4877943" cy="686181"/>
            </a:xfrm>
            <a:custGeom>
              <a:avLst/>
              <a:gdLst/>
              <a:ahLst/>
              <a:cxnLst/>
              <a:rect r="r" b="b" t="t" l="l"/>
              <a:pathLst>
                <a:path h="686181" w="4877943">
                  <a:moveTo>
                    <a:pt x="0" y="0"/>
                  </a:moveTo>
                  <a:lnTo>
                    <a:pt x="4877943" y="0"/>
                  </a:lnTo>
                  <a:lnTo>
                    <a:pt x="4877943" y="686181"/>
                  </a:lnTo>
                  <a:lnTo>
                    <a:pt x="0" y="686181"/>
                  </a:lnTo>
                  <a:lnTo>
                    <a:pt x="0" y="0"/>
                  </a:lnTo>
                  <a:close/>
                </a:path>
              </a:pathLst>
            </a:custGeom>
            <a:solidFill>
              <a:srgbClr val="FFFFFF"/>
            </a:solidFill>
          </p:spPr>
        </p:sp>
      </p:grpSp>
      <p:grpSp>
        <p:nvGrpSpPr>
          <p:cNvPr name="Group 58" id="58"/>
          <p:cNvGrpSpPr/>
          <p:nvPr/>
        </p:nvGrpSpPr>
        <p:grpSpPr>
          <a:xfrm rot="0">
            <a:off x="5586841" y="5275340"/>
            <a:ext cx="7515720" cy="514617"/>
            <a:chOff x="0" y="0"/>
            <a:chExt cx="10020960" cy="686156"/>
          </a:xfrm>
        </p:grpSpPr>
        <p:sp>
          <p:nvSpPr>
            <p:cNvPr name="Freeform 59" id="59"/>
            <p:cNvSpPr/>
            <p:nvPr/>
          </p:nvSpPr>
          <p:spPr>
            <a:xfrm flipH="false" flipV="false" rot="0">
              <a:off x="0" y="0"/>
              <a:ext cx="10020935" cy="686181"/>
            </a:xfrm>
            <a:custGeom>
              <a:avLst/>
              <a:gdLst/>
              <a:ahLst/>
              <a:cxnLst/>
              <a:rect r="r" b="b" t="t" l="l"/>
              <a:pathLst>
                <a:path h="686181" w="10020935">
                  <a:moveTo>
                    <a:pt x="0" y="0"/>
                  </a:moveTo>
                  <a:lnTo>
                    <a:pt x="10020935" y="0"/>
                  </a:lnTo>
                  <a:lnTo>
                    <a:pt x="10020935" y="686181"/>
                  </a:lnTo>
                  <a:lnTo>
                    <a:pt x="0" y="686181"/>
                  </a:lnTo>
                  <a:lnTo>
                    <a:pt x="0" y="0"/>
                  </a:lnTo>
                  <a:close/>
                </a:path>
              </a:pathLst>
            </a:custGeom>
            <a:solidFill>
              <a:srgbClr val="FFFFFF"/>
            </a:solidFill>
          </p:spPr>
        </p:sp>
      </p:grpSp>
      <p:grpSp>
        <p:nvGrpSpPr>
          <p:cNvPr name="Group 60" id="60"/>
          <p:cNvGrpSpPr/>
          <p:nvPr/>
        </p:nvGrpSpPr>
        <p:grpSpPr>
          <a:xfrm rot="0">
            <a:off x="13102018" y="5275340"/>
            <a:ext cx="3329645" cy="514617"/>
            <a:chOff x="0" y="0"/>
            <a:chExt cx="4439526" cy="686156"/>
          </a:xfrm>
        </p:grpSpPr>
        <p:sp>
          <p:nvSpPr>
            <p:cNvPr name="Freeform 61" id="61"/>
            <p:cNvSpPr/>
            <p:nvPr/>
          </p:nvSpPr>
          <p:spPr>
            <a:xfrm flipH="false" flipV="false" rot="0">
              <a:off x="0" y="0"/>
              <a:ext cx="4439539" cy="686181"/>
            </a:xfrm>
            <a:custGeom>
              <a:avLst/>
              <a:gdLst/>
              <a:ahLst/>
              <a:cxnLst/>
              <a:rect r="r" b="b" t="t" l="l"/>
              <a:pathLst>
                <a:path h="686181" w="4439539">
                  <a:moveTo>
                    <a:pt x="0" y="0"/>
                  </a:moveTo>
                  <a:lnTo>
                    <a:pt x="4439539" y="0"/>
                  </a:lnTo>
                  <a:lnTo>
                    <a:pt x="4439539" y="686181"/>
                  </a:lnTo>
                  <a:lnTo>
                    <a:pt x="0" y="686181"/>
                  </a:lnTo>
                  <a:lnTo>
                    <a:pt x="0" y="0"/>
                  </a:lnTo>
                  <a:close/>
                </a:path>
              </a:pathLst>
            </a:custGeom>
            <a:solidFill>
              <a:srgbClr val="FFFFFF"/>
            </a:solidFill>
          </p:spPr>
        </p:sp>
      </p:grpSp>
      <p:grpSp>
        <p:nvGrpSpPr>
          <p:cNvPr name="Group 62" id="62"/>
          <p:cNvGrpSpPr/>
          <p:nvPr/>
        </p:nvGrpSpPr>
        <p:grpSpPr>
          <a:xfrm rot="0">
            <a:off x="700383" y="5789424"/>
            <a:ext cx="1229039" cy="515160"/>
            <a:chOff x="0" y="0"/>
            <a:chExt cx="1638719" cy="686880"/>
          </a:xfrm>
        </p:grpSpPr>
        <p:sp>
          <p:nvSpPr>
            <p:cNvPr name="Freeform 63" id="63"/>
            <p:cNvSpPr/>
            <p:nvPr/>
          </p:nvSpPr>
          <p:spPr>
            <a:xfrm flipH="false" flipV="false" rot="0">
              <a:off x="0" y="0"/>
              <a:ext cx="1638681" cy="686943"/>
            </a:xfrm>
            <a:custGeom>
              <a:avLst/>
              <a:gdLst/>
              <a:ahLst/>
              <a:cxnLst/>
              <a:rect r="r" b="b" t="t" l="l"/>
              <a:pathLst>
                <a:path h="686943" w="1638681">
                  <a:moveTo>
                    <a:pt x="0" y="0"/>
                  </a:moveTo>
                  <a:lnTo>
                    <a:pt x="1638681" y="0"/>
                  </a:lnTo>
                  <a:lnTo>
                    <a:pt x="1638681" y="686943"/>
                  </a:lnTo>
                  <a:lnTo>
                    <a:pt x="0" y="686943"/>
                  </a:lnTo>
                  <a:lnTo>
                    <a:pt x="0" y="0"/>
                  </a:lnTo>
                  <a:close/>
                </a:path>
              </a:pathLst>
            </a:custGeom>
            <a:solidFill>
              <a:srgbClr val="F6F8FA"/>
            </a:solidFill>
          </p:spPr>
        </p:sp>
      </p:grpSp>
      <p:grpSp>
        <p:nvGrpSpPr>
          <p:cNvPr name="Group 64" id="64"/>
          <p:cNvGrpSpPr/>
          <p:nvPr/>
        </p:nvGrpSpPr>
        <p:grpSpPr>
          <a:xfrm rot="0">
            <a:off x="1928879" y="5789424"/>
            <a:ext cx="3658495" cy="515160"/>
            <a:chOff x="0" y="0"/>
            <a:chExt cx="4877994" cy="686880"/>
          </a:xfrm>
        </p:grpSpPr>
        <p:sp>
          <p:nvSpPr>
            <p:cNvPr name="Freeform 65" id="65"/>
            <p:cNvSpPr/>
            <p:nvPr/>
          </p:nvSpPr>
          <p:spPr>
            <a:xfrm flipH="false" flipV="false" rot="0">
              <a:off x="0" y="0"/>
              <a:ext cx="4877943" cy="686943"/>
            </a:xfrm>
            <a:custGeom>
              <a:avLst/>
              <a:gdLst/>
              <a:ahLst/>
              <a:cxnLst/>
              <a:rect r="r" b="b" t="t" l="l"/>
              <a:pathLst>
                <a:path h="686943" w="4877943">
                  <a:moveTo>
                    <a:pt x="0" y="0"/>
                  </a:moveTo>
                  <a:lnTo>
                    <a:pt x="4877943" y="0"/>
                  </a:lnTo>
                  <a:lnTo>
                    <a:pt x="4877943" y="686943"/>
                  </a:lnTo>
                  <a:lnTo>
                    <a:pt x="0" y="686943"/>
                  </a:lnTo>
                  <a:lnTo>
                    <a:pt x="0" y="0"/>
                  </a:lnTo>
                  <a:close/>
                </a:path>
              </a:pathLst>
            </a:custGeom>
            <a:solidFill>
              <a:srgbClr val="F6F8FA"/>
            </a:solidFill>
          </p:spPr>
        </p:sp>
      </p:grpSp>
      <p:grpSp>
        <p:nvGrpSpPr>
          <p:cNvPr name="Group 66" id="66"/>
          <p:cNvGrpSpPr/>
          <p:nvPr/>
        </p:nvGrpSpPr>
        <p:grpSpPr>
          <a:xfrm rot="0">
            <a:off x="5586841" y="5789424"/>
            <a:ext cx="7515720" cy="515160"/>
            <a:chOff x="0" y="0"/>
            <a:chExt cx="10020960" cy="686880"/>
          </a:xfrm>
        </p:grpSpPr>
        <p:sp>
          <p:nvSpPr>
            <p:cNvPr name="Freeform 67" id="67"/>
            <p:cNvSpPr/>
            <p:nvPr/>
          </p:nvSpPr>
          <p:spPr>
            <a:xfrm flipH="false" flipV="false" rot="0">
              <a:off x="0" y="0"/>
              <a:ext cx="10020935" cy="686943"/>
            </a:xfrm>
            <a:custGeom>
              <a:avLst/>
              <a:gdLst/>
              <a:ahLst/>
              <a:cxnLst/>
              <a:rect r="r" b="b" t="t" l="l"/>
              <a:pathLst>
                <a:path h="686943" w="10020935">
                  <a:moveTo>
                    <a:pt x="0" y="0"/>
                  </a:moveTo>
                  <a:lnTo>
                    <a:pt x="10020935" y="0"/>
                  </a:lnTo>
                  <a:lnTo>
                    <a:pt x="10020935" y="686943"/>
                  </a:lnTo>
                  <a:lnTo>
                    <a:pt x="0" y="686943"/>
                  </a:lnTo>
                  <a:lnTo>
                    <a:pt x="0" y="0"/>
                  </a:lnTo>
                  <a:close/>
                </a:path>
              </a:pathLst>
            </a:custGeom>
            <a:solidFill>
              <a:srgbClr val="F6F8FA"/>
            </a:solidFill>
          </p:spPr>
        </p:sp>
      </p:grpSp>
      <p:grpSp>
        <p:nvGrpSpPr>
          <p:cNvPr name="Group 68" id="68"/>
          <p:cNvGrpSpPr/>
          <p:nvPr/>
        </p:nvGrpSpPr>
        <p:grpSpPr>
          <a:xfrm rot="0">
            <a:off x="13102018" y="5789424"/>
            <a:ext cx="3329645" cy="515160"/>
            <a:chOff x="0" y="0"/>
            <a:chExt cx="4439526" cy="686880"/>
          </a:xfrm>
        </p:grpSpPr>
        <p:sp>
          <p:nvSpPr>
            <p:cNvPr name="Freeform 69" id="69"/>
            <p:cNvSpPr/>
            <p:nvPr/>
          </p:nvSpPr>
          <p:spPr>
            <a:xfrm flipH="false" flipV="false" rot="0">
              <a:off x="0" y="0"/>
              <a:ext cx="4439539" cy="686943"/>
            </a:xfrm>
            <a:custGeom>
              <a:avLst/>
              <a:gdLst/>
              <a:ahLst/>
              <a:cxnLst/>
              <a:rect r="r" b="b" t="t" l="l"/>
              <a:pathLst>
                <a:path h="686943" w="4439539">
                  <a:moveTo>
                    <a:pt x="0" y="0"/>
                  </a:moveTo>
                  <a:lnTo>
                    <a:pt x="4439539" y="0"/>
                  </a:lnTo>
                  <a:lnTo>
                    <a:pt x="4439539" y="686943"/>
                  </a:lnTo>
                  <a:lnTo>
                    <a:pt x="0" y="686943"/>
                  </a:lnTo>
                  <a:lnTo>
                    <a:pt x="0" y="0"/>
                  </a:lnTo>
                  <a:close/>
                </a:path>
              </a:pathLst>
            </a:custGeom>
            <a:solidFill>
              <a:srgbClr val="F6F8FA"/>
            </a:solidFill>
          </p:spPr>
        </p:sp>
      </p:grpSp>
      <p:grpSp>
        <p:nvGrpSpPr>
          <p:cNvPr name="Group 70" id="70"/>
          <p:cNvGrpSpPr/>
          <p:nvPr/>
        </p:nvGrpSpPr>
        <p:grpSpPr>
          <a:xfrm rot="0">
            <a:off x="700383" y="5789424"/>
            <a:ext cx="1229039" cy="515160"/>
            <a:chOff x="0" y="0"/>
            <a:chExt cx="1638719" cy="686880"/>
          </a:xfrm>
        </p:grpSpPr>
        <p:sp>
          <p:nvSpPr>
            <p:cNvPr name="Freeform 71" id="71"/>
            <p:cNvSpPr/>
            <p:nvPr/>
          </p:nvSpPr>
          <p:spPr>
            <a:xfrm flipH="false" flipV="false" rot="0">
              <a:off x="0" y="0"/>
              <a:ext cx="1638681" cy="686943"/>
            </a:xfrm>
            <a:custGeom>
              <a:avLst/>
              <a:gdLst/>
              <a:ahLst/>
              <a:cxnLst/>
              <a:rect r="r" b="b" t="t" l="l"/>
              <a:pathLst>
                <a:path h="686943" w="1638681">
                  <a:moveTo>
                    <a:pt x="0" y="0"/>
                  </a:moveTo>
                  <a:lnTo>
                    <a:pt x="1638681" y="0"/>
                  </a:lnTo>
                  <a:lnTo>
                    <a:pt x="1638681" y="686943"/>
                  </a:lnTo>
                  <a:lnTo>
                    <a:pt x="0" y="686943"/>
                  </a:lnTo>
                  <a:lnTo>
                    <a:pt x="0" y="0"/>
                  </a:lnTo>
                  <a:close/>
                </a:path>
              </a:pathLst>
            </a:custGeom>
            <a:solidFill>
              <a:srgbClr val="EEF3FA"/>
            </a:solidFill>
          </p:spPr>
        </p:sp>
      </p:grpSp>
      <p:grpSp>
        <p:nvGrpSpPr>
          <p:cNvPr name="Group 72" id="72"/>
          <p:cNvGrpSpPr/>
          <p:nvPr/>
        </p:nvGrpSpPr>
        <p:grpSpPr>
          <a:xfrm rot="0">
            <a:off x="1928879" y="5789424"/>
            <a:ext cx="3658495" cy="515160"/>
            <a:chOff x="0" y="0"/>
            <a:chExt cx="4877994" cy="686880"/>
          </a:xfrm>
        </p:grpSpPr>
        <p:sp>
          <p:nvSpPr>
            <p:cNvPr name="Freeform 73" id="73"/>
            <p:cNvSpPr/>
            <p:nvPr/>
          </p:nvSpPr>
          <p:spPr>
            <a:xfrm flipH="false" flipV="false" rot="0">
              <a:off x="0" y="0"/>
              <a:ext cx="4877943" cy="686943"/>
            </a:xfrm>
            <a:custGeom>
              <a:avLst/>
              <a:gdLst/>
              <a:ahLst/>
              <a:cxnLst/>
              <a:rect r="r" b="b" t="t" l="l"/>
              <a:pathLst>
                <a:path h="686943" w="4877943">
                  <a:moveTo>
                    <a:pt x="0" y="0"/>
                  </a:moveTo>
                  <a:lnTo>
                    <a:pt x="4877943" y="0"/>
                  </a:lnTo>
                  <a:lnTo>
                    <a:pt x="4877943" y="686943"/>
                  </a:lnTo>
                  <a:lnTo>
                    <a:pt x="0" y="686943"/>
                  </a:lnTo>
                  <a:lnTo>
                    <a:pt x="0" y="0"/>
                  </a:lnTo>
                  <a:close/>
                </a:path>
              </a:pathLst>
            </a:custGeom>
            <a:solidFill>
              <a:srgbClr val="EEF3FA"/>
            </a:solidFill>
          </p:spPr>
        </p:sp>
      </p:grpSp>
      <p:grpSp>
        <p:nvGrpSpPr>
          <p:cNvPr name="Group 74" id="74"/>
          <p:cNvGrpSpPr/>
          <p:nvPr/>
        </p:nvGrpSpPr>
        <p:grpSpPr>
          <a:xfrm rot="0">
            <a:off x="5586841" y="5789424"/>
            <a:ext cx="7515720" cy="515160"/>
            <a:chOff x="0" y="0"/>
            <a:chExt cx="10020960" cy="686880"/>
          </a:xfrm>
        </p:grpSpPr>
        <p:sp>
          <p:nvSpPr>
            <p:cNvPr name="Freeform 75" id="75"/>
            <p:cNvSpPr/>
            <p:nvPr/>
          </p:nvSpPr>
          <p:spPr>
            <a:xfrm flipH="false" flipV="false" rot="0">
              <a:off x="0" y="0"/>
              <a:ext cx="10020935" cy="686943"/>
            </a:xfrm>
            <a:custGeom>
              <a:avLst/>
              <a:gdLst/>
              <a:ahLst/>
              <a:cxnLst/>
              <a:rect r="r" b="b" t="t" l="l"/>
              <a:pathLst>
                <a:path h="686943" w="10020935">
                  <a:moveTo>
                    <a:pt x="0" y="0"/>
                  </a:moveTo>
                  <a:lnTo>
                    <a:pt x="10020935" y="0"/>
                  </a:lnTo>
                  <a:lnTo>
                    <a:pt x="10020935" y="686943"/>
                  </a:lnTo>
                  <a:lnTo>
                    <a:pt x="0" y="686943"/>
                  </a:lnTo>
                  <a:lnTo>
                    <a:pt x="0" y="0"/>
                  </a:lnTo>
                  <a:close/>
                </a:path>
              </a:pathLst>
            </a:custGeom>
            <a:solidFill>
              <a:srgbClr val="EEF3FA"/>
            </a:solidFill>
          </p:spPr>
        </p:sp>
      </p:grpSp>
      <p:grpSp>
        <p:nvGrpSpPr>
          <p:cNvPr name="Group 76" id="76"/>
          <p:cNvGrpSpPr/>
          <p:nvPr/>
        </p:nvGrpSpPr>
        <p:grpSpPr>
          <a:xfrm rot="0">
            <a:off x="13102018" y="5789424"/>
            <a:ext cx="3329645" cy="515160"/>
            <a:chOff x="0" y="0"/>
            <a:chExt cx="4439526" cy="686880"/>
          </a:xfrm>
        </p:grpSpPr>
        <p:sp>
          <p:nvSpPr>
            <p:cNvPr name="Freeform 77" id="77"/>
            <p:cNvSpPr/>
            <p:nvPr/>
          </p:nvSpPr>
          <p:spPr>
            <a:xfrm flipH="false" flipV="false" rot="0">
              <a:off x="0" y="0"/>
              <a:ext cx="4439539" cy="686943"/>
            </a:xfrm>
            <a:custGeom>
              <a:avLst/>
              <a:gdLst/>
              <a:ahLst/>
              <a:cxnLst/>
              <a:rect r="r" b="b" t="t" l="l"/>
              <a:pathLst>
                <a:path h="686943" w="4439539">
                  <a:moveTo>
                    <a:pt x="0" y="0"/>
                  </a:moveTo>
                  <a:lnTo>
                    <a:pt x="4439539" y="0"/>
                  </a:lnTo>
                  <a:lnTo>
                    <a:pt x="4439539" y="686943"/>
                  </a:lnTo>
                  <a:lnTo>
                    <a:pt x="0" y="686943"/>
                  </a:lnTo>
                  <a:lnTo>
                    <a:pt x="0" y="0"/>
                  </a:lnTo>
                  <a:close/>
                </a:path>
              </a:pathLst>
            </a:custGeom>
            <a:solidFill>
              <a:srgbClr val="EEF3FA"/>
            </a:solidFill>
          </p:spPr>
        </p:sp>
      </p:grpSp>
      <p:grpSp>
        <p:nvGrpSpPr>
          <p:cNvPr name="Group 78" id="78"/>
          <p:cNvGrpSpPr/>
          <p:nvPr/>
        </p:nvGrpSpPr>
        <p:grpSpPr>
          <a:xfrm rot="0">
            <a:off x="685800" y="3746597"/>
            <a:ext cx="15116" cy="514617"/>
            <a:chOff x="0" y="0"/>
            <a:chExt cx="20155" cy="686156"/>
          </a:xfrm>
        </p:grpSpPr>
        <p:sp>
          <p:nvSpPr>
            <p:cNvPr name="Freeform 79" id="79"/>
            <p:cNvSpPr/>
            <p:nvPr/>
          </p:nvSpPr>
          <p:spPr>
            <a:xfrm flipH="false" flipV="false" rot="0">
              <a:off x="0" y="0"/>
              <a:ext cx="20193" cy="686181"/>
            </a:xfrm>
            <a:custGeom>
              <a:avLst/>
              <a:gdLst/>
              <a:ahLst/>
              <a:cxnLst/>
              <a:rect r="r" b="b" t="t" l="l"/>
              <a:pathLst>
                <a:path h="686181" w="20193">
                  <a:moveTo>
                    <a:pt x="0" y="0"/>
                  </a:moveTo>
                  <a:lnTo>
                    <a:pt x="20193" y="0"/>
                  </a:lnTo>
                  <a:lnTo>
                    <a:pt x="20193" y="686181"/>
                  </a:lnTo>
                  <a:lnTo>
                    <a:pt x="0" y="686181"/>
                  </a:lnTo>
                  <a:lnTo>
                    <a:pt x="0" y="0"/>
                  </a:lnTo>
                  <a:close/>
                </a:path>
              </a:pathLst>
            </a:custGeom>
            <a:solidFill>
              <a:srgbClr val="D1D9E0"/>
            </a:solidFill>
          </p:spPr>
        </p:sp>
      </p:grpSp>
      <p:grpSp>
        <p:nvGrpSpPr>
          <p:cNvPr name="Group 80" id="80"/>
          <p:cNvGrpSpPr/>
          <p:nvPr/>
        </p:nvGrpSpPr>
        <p:grpSpPr>
          <a:xfrm rot="0">
            <a:off x="685800" y="3746597"/>
            <a:ext cx="1243622" cy="14583"/>
            <a:chOff x="0" y="0"/>
            <a:chExt cx="1658163" cy="19444"/>
          </a:xfrm>
        </p:grpSpPr>
        <p:sp>
          <p:nvSpPr>
            <p:cNvPr name="Freeform 81" id="81"/>
            <p:cNvSpPr/>
            <p:nvPr/>
          </p:nvSpPr>
          <p:spPr>
            <a:xfrm flipH="false" flipV="false" rot="0">
              <a:off x="0" y="0"/>
              <a:ext cx="1658112" cy="19431"/>
            </a:xfrm>
            <a:custGeom>
              <a:avLst/>
              <a:gdLst/>
              <a:ahLst/>
              <a:cxnLst/>
              <a:rect r="r" b="b" t="t" l="l"/>
              <a:pathLst>
                <a:path h="19431" w="1658112">
                  <a:moveTo>
                    <a:pt x="0" y="0"/>
                  </a:moveTo>
                  <a:lnTo>
                    <a:pt x="1658112" y="0"/>
                  </a:lnTo>
                  <a:lnTo>
                    <a:pt x="1658112" y="19431"/>
                  </a:lnTo>
                  <a:lnTo>
                    <a:pt x="0" y="19431"/>
                  </a:lnTo>
                  <a:lnTo>
                    <a:pt x="0" y="0"/>
                  </a:lnTo>
                  <a:close/>
                </a:path>
              </a:pathLst>
            </a:custGeom>
            <a:solidFill>
              <a:srgbClr val="D1D9E0"/>
            </a:solidFill>
          </p:spPr>
        </p:sp>
      </p:grpSp>
      <p:grpSp>
        <p:nvGrpSpPr>
          <p:cNvPr name="Group 82" id="82"/>
          <p:cNvGrpSpPr/>
          <p:nvPr/>
        </p:nvGrpSpPr>
        <p:grpSpPr>
          <a:xfrm rot="0">
            <a:off x="1914839" y="3746597"/>
            <a:ext cx="14583" cy="514617"/>
            <a:chOff x="0" y="0"/>
            <a:chExt cx="19444" cy="686156"/>
          </a:xfrm>
        </p:grpSpPr>
        <p:sp>
          <p:nvSpPr>
            <p:cNvPr name="Freeform 83" id="83"/>
            <p:cNvSpPr/>
            <p:nvPr/>
          </p:nvSpPr>
          <p:spPr>
            <a:xfrm flipH="false" flipV="false" rot="0">
              <a:off x="0" y="0"/>
              <a:ext cx="19431" cy="686181"/>
            </a:xfrm>
            <a:custGeom>
              <a:avLst/>
              <a:gdLst/>
              <a:ahLst/>
              <a:cxnLst/>
              <a:rect r="r" b="b" t="t" l="l"/>
              <a:pathLst>
                <a:path h="686181" w="19431">
                  <a:moveTo>
                    <a:pt x="0" y="0"/>
                  </a:moveTo>
                  <a:lnTo>
                    <a:pt x="19431" y="0"/>
                  </a:lnTo>
                  <a:lnTo>
                    <a:pt x="19431" y="686181"/>
                  </a:lnTo>
                  <a:lnTo>
                    <a:pt x="0" y="686181"/>
                  </a:lnTo>
                  <a:lnTo>
                    <a:pt x="0" y="0"/>
                  </a:lnTo>
                  <a:close/>
                </a:path>
              </a:pathLst>
            </a:custGeom>
            <a:solidFill>
              <a:srgbClr val="D1D9E0"/>
            </a:solidFill>
          </p:spPr>
        </p:sp>
      </p:grpSp>
      <p:grpSp>
        <p:nvGrpSpPr>
          <p:cNvPr name="Group 84" id="84"/>
          <p:cNvGrpSpPr/>
          <p:nvPr/>
        </p:nvGrpSpPr>
        <p:grpSpPr>
          <a:xfrm rot="0">
            <a:off x="1928879" y="3746597"/>
            <a:ext cx="3672545" cy="14583"/>
            <a:chOff x="0" y="0"/>
            <a:chExt cx="4896726" cy="19444"/>
          </a:xfrm>
        </p:grpSpPr>
        <p:sp>
          <p:nvSpPr>
            <p:cNvPr name="Freeform 85" id="85"/>
            <p:cNvSpPr/>
            <p:nvPr/>
          </p:nvSpPr>
          <p:spPr>
            <a:xfrm flipH="false" flipV="false" rot="0">
              <a:off x="0" y="0"/>
              <a:ext cx="4896739" cy="19431"/>
            </a:xfrm>
            <a:custGeom>
              <a:avLst/>
              <a:gdLst/>
              <a:ahLst/>
              <a:cxnLst/>
              <a:rect r="r" b="b" t="t" l="l"/>
              <a:pathLst>
                <a:path h="19431" w="4896739">
                  <a:moveTo>
                    <a:pt x="0" y="0"/>
                  </a:moveTo>
                  <a:lnTo>
                    <a:pt x="4896739" y="0"/>
                  </a:lnTo>
                  <a:lnTo>
                    <a:pt x="4896739" y="19431"/>
                  </a:lnTo>
                  <a:lnTo>
                    <a:pt x="0" y="19431"/>
                  </a:lnTo>
                  <a:lnTo>
                    <a:pt x="0" y="0"/>
                  </a:lnTo>
                  <a:close/>
                </a:path>
              </a:pathLst>
            </a:custGeom>
            <a:solidFill>
              <a:srgbClr val="D1D9E0"/>
            </a:solidFill>
          </p:spPr>
        </p:sp>
      </p:grpSp>
      <p:grpSp>
        <p:nvGrpSpPr>
          <p:cNvPr name="Group 86" id="86"/>
          <p:cNvGrpSpPr/>
          <p:nvPr/>
        </p:nvGrpSpPr>
        <p:grpSpPr>
          <a:xfrm rot="0">
            <a:off x="5586841" y="3746597"/>
            <a:ext cx="14583" cy="514617"/>
            <a:chOff x="0" y="0"/>
            <a:chExt cx="19444" cy="686156"/>
          </a:xfrm>
        </p:grpSpPr>
        <p:sp>
          <p:nvSpPr>
            <p:cNvPr name="Freeform 87" id="87"/>
            <p:cNvSpPr/>
            <p:nvPr/>
          </p:nvSpPr>
          <p:spPr>
            <a:xfrm flipH="false" flipV="false" rot="0">
              <a:off x="0" y="0"/>
              <a:ext cx="19431" cy="686181"/>
            </a:xfrm>
            <a:custGeom>
              <a:avLst/>
              <a:gdLst/>
              <a:ahLst/>
              <a:cxnLst/>
              <a:rect r="r" b="b" t="t" l="l"/>
              <a:pathLst>
                <a:path h="686181" w="19431">
                  <a:moveTo>
                    <a:pt x="0" y="0"/>
                  </a:moveTo>
                  <a:lnTo>
                    <a:pt x="19431" y="0"/>
                  </a:lnTo>
                  <a:lnTo>
                    <a:pt x="19431" y="686181"/>
                  </a:lnTo>
                  <a:lnTo>
                    <a:pt x="0" y="686181"/>
                  </a:lnTo>
                  <a:lnTo>
                    <a:pt x="0" y="0"/>
                  </a:lnTo>
                  <a:close/>
                </a:path>
              </a:pathLst>
            </a:custGeom>
            <a:solidFill>
              <a:srgbClr val="D1D9E0"/>
            </a:solidFill>
          </p:spPr>
        </p:sp>
      </p:grpSp>
      <p:grpSp>
        <p:nvGrpSpPr>
          <p:cNvPr name="Group 88" id="88"/>
          <p:cNvGrpSpPr/>
          <p:nvPr/>
        </p:nvGrpSpPr>
        <p:grpSpPr>
          <a:xfrm rot="0">
            <a:off x="5600881" y="3746597"/>
            <a:ext cx="7515720" cy="14583"/>
            <a:chOff x="0" y="0"/>
            <a:chExt cx="10020960" cy="19444"/>
          </a:xfrm>
        </p:grpSpPr>
        <p:sp>
          <p:nvSpPr>
            <p:cNvPr name="Freeform 89" id="89"/>
            <p:cNvSpPr/>
            <p:nvPr/>
          </p:nvSpPr>
          <p:spPr>
            <a:xfrm flipH="false" flipV="false" rot="0">
              <a:off x="0" y="0"/>
              <a:ext cx="10020935" cy="19431"/>
            </a:xfrm>
            <a:custGeom>
              <a:avLst/>
              <a:gdLst/>
              <a:ahLst/>
              <a:cxnLst/>
              <a:rect r="r" b="b" t="t" l="l"/>
              <a:pathLst>
                <a:path h="19431" w="10020935">
                  <a:moveTo>
                    <a:pt x="0" y="0"/>
                  </a:moveTo>
                  <a:lnTo>
                    <a:pt x="10020935" y="0"/>
                  </a:lnTo>
                  <a:lnTo>
                    <a:pt x="10020935" y="19431"/>
                  </a:lnTo>
                  <a:lnTo>
                    <a:pt x="0" y="19431"/>
                  </a:lnTo>
                  <a:lnTo>
                    <a:pt x="0" y="0"/>
                  </a:lnTo>
                  <a:close/>
                </a:path>
              </a:pathLst>
            </a:custGeom>
            <a:solidFill>
              <a:srgbClr val="D1D9E0"/>
            </a:solidFill>
          </p:spPr>
        </p:sp>
      </p:grpSp>
      <p:grpSp>
        <p:nvGrpSpPr>
          <p:cNvPr name="Group 90" id="90"/>
          <p:cNvGrpSpPr/>
          <p:nvPr/>
        </p:nvGrpSpPr>
        <p:grpSpPr>
          <a:xfrm rot="0">
            <a:off x="13102018" y="3746597"/>
            <a:ext cx="14583" cy="514617"/>
            <a:chOff x="0" y="0"/>
            <a:chExt cx="19444" cy="686156"/>
          </a:xfrm>
        </p:grpSpPr>
        <p:sp>
          <p:nvSpPr>
            <p:cNvPr name="Freeform 91" id="91"/>
            <p:cNvSpPr/>
            <p:nvPr/>
          </p:nvSpPr>
          <p:spPr>
            <a:xfrm flipH="false" flipV="false" rot="0">
              <a:off x="0" y="0"/>
              <a:ext cx="19431" cy="686181"/>
            </a:xfrm>
            <a:custGeom>
              <a:avLst/>
              <a:gdLst/>
              <a:ahLst/>
              <a:cxnLst/>
              <a:rect r="r" b="b" t="t" l="l"/>
              <a:pathLst>
                <a:path h="686181" w="19431">
                  <a:moveTo>
                    <a:pt x="0" y="0"/>
                  </a:moveTo>
                  <a:lnTo>
                    <a:pt x="19431" y="0"/>
                  </a:lnTo>
                  <a:lnTo>
                    <a:pt x="19431" y="686181"/>
                  </a:lnTo>
                  <a:lnTo>
                    <a:pt x="0" y="686181"/>
                  </a:lnTo>
                  <a:lnTo>
                    <a:pt x="0" y="0"/>
                  </a:lnTo>
                  <a:close/>
                </a:path>
              </a:pathLst>
            </a:custGeom>
            <a:solidFill>
              <a:srgbClr val="D1D9E0"/>
            </a:solidFill>
          </p:spPr>
        </p:sp>
      </p:grpSp>
      <p:grpSp>
        <p:nvGrpSpPr>
          <p:cNvPr name="Group 92" id="92"/>
          <p:cNvGrpSpPr/>
          <p:nvPr/>
        </p:nvGrpSpPr>
        <p:grpSpPr>
          <a:xfrm rot="0">
            <a:off x="13116058" y="3746597"/>
            <a:ext cx="3329645" cy="14583"/>
            <a:chOff x="0" y="0"/>
            <a:chExt cx="4439526" cy="19444"/>
          </a:xfrm>
        </p:grpSpPr>
        <p:sp>
          <p:nvSpPr>
            <p:cNvPr name="Freeform 93" id="93"/>
            <p:cNvSpPr/>
            <p:nvPr/>
          </p:nvSpPr>
          <p:spPr>
            <a:xfrm flipH="false" flipV="false" rot="0">
              <a:off x="0" y="0"/>
              <a:ext cx="4439539" cy="19431"/>
            </a:xfrm>
            <a:custGeom>
              <a:avLst/>
              <a:gdLst/>
              <a:ahLst/>
              <a:cxnLst/>
              <a:rect r="r" b="b" t="t" l="l"/>
              <a:pathLst>
                <a:path h="19431" w="4439539">
                  <a:moveTo>
                    <a:pt x="0" y="0"/>
                  </a:moveTo>
                  <a:lnTo>
                    <a:pt x="4439539" y="0"/>
                  </a:lnTo>
                  <a:lnTo>
                    <a:pt x="4439539" y="19431"/>
                  </a:lnTo>
                  <a:lnTo>
                    <a:pt x="0" y="19431"/>
                  </a:lnTo>
                  <a:lnTo>
                    <a:pt x="0" y="0"/>
                  </a:lnTo>
                  <a:close/>
                </a:path>
              </a:pathLst>
            </a:custGeom>
            <a:solidFill>
              <a:srgbClr val="D1D9E0"/>
            </a:solidFill>
          </p:spPr>
        </p:sp>
      </p:grpSp>
      <p:grpSp>
        <p:nvGrpSpPr>
          <p:cNvPr name="Group 94" id="94"/>
          <p:cNvGrpSpPr/>
          <p:nvPr/>
        </p:nvGrpSpPr>
        <p:grpSpPr>
          <a:xfrm rot="0">
            <a:off x="16431120" y="3746597"/>
            <a:ext cx="14583" cy="514617"/>
            <a:chOff x="0" y="0"/>
            <a:chExt cx="19444" cy="686156"/>
          </a:xfrm>
        </p:grpSpPr>
        <p:sp>
          <p:nvSpPr>
            <p:cNvPr name="Freeform 95" id="95"/>
            <p:cNvSpPr/>
            <p:nvPr/>
          </p:nvSpPr>
          <p:spPr>
            <a:xfrm flipH="false" flipV="false" rot="0">
              <a:off x="0" y="0"/>
              <a:ext cx="19431" cy="686181"/>
            </a:xfrm>
            <a:custGeom>
              <a:avLst/>
              <a:gdLst/>
              <a:ahLst/>
              <a:cxnLst/>
              <a:rect r="r" b="b" t="t" l="l"/>
              <a:pathLst>
                <a:path h="686181" w="19431">
                  <a:moveTo>
                    <a:pt x="0" y="0"/>
                  </a:moveTo>
                  <a:lnTo>
                    <a:pt x="19431" y="0"/>
                  </a:lnTo>
                  <a:lnTo>
                    <a:pt x="19431" y="686181"/>
                  </a:lnTo>
                  <a:lnTo>
                    <a:pt x="0" y="686181"/>
                  </a:lnTo>
                  <a:lnTo>
                    <a:pt x="0" y="0"/>
                  </a:lnTo>
                  <a:close/>
                </a:path>
              </a:pathLst>
            </a:custGeom>
            <a:solidFill>
              <a:srgbClr val="D1D9E0"/>
            </a:solidFill>
          </p:spPr>
        </p:sp>
      </p:grpSp>
      <p:grpSp>
        <p:nvGrpSpPr>
          <p:cNvPr name="Group 96" id="96"/>
          <p:cNvGrpSpPr/>
          <p:nvPr/>
        </p:nvGrpSpPr>
        <p:grpSpPr>
          <a:xfrm rot="0">
            <a:off x="685800" y="4246640"/>
            <a:ext cx="1243622" cy="14583"/>
            <a:chOff x="0" y="0"/>
            <a:chExt cx="1658163" cy="19444"/>
          </a:xfrm>
        </p:grpSpPr>
        <p:sp>
          <p:nvSpPr>
            <p:cNvPr name="Freeform 97" id="97"/>
            <p:cNvSpPr/>
            <p:nvPr/>
          </p:nvSpPr>
          <p:spPr>
            <a:xfrm flipH="false" flipV="false" rot="0">
              <a:off x="0" y="0"/>
              <a:ext cx="1658112" cy="19431"/>
            </a:xfrm>
            <a:custGeom>
              <a:avLst/>
              <a:gdLst/>
              <a:ahLst/>
              <a:cxnLst/>
              <a:rect r="r" b="b" t="t" l="l"/>
              <a:pathLst>
                <a:path h="19431" w="1658112">
                  <a:moveTo>
                    <a:pt x="0" y="0"/>
                  </a:moveTo>
                  <a:lnTo>
                    <a:pt x="1658112" y="0"/>
                  </a:lnTo>
                  <a:lnTo>
                    <a:pt x="1658112" y="19431"/>
                  </a:lnTo>
                  <a:lnTo>
                    <a:pt x="0" y="19431"/>
                  </a:lnTo>
                  <a:lnTo>
                    <a:pt x="0" y="0"/>
                  </a:lnTo>
                  <a:close/>
                </a:path>
              </a:pathLst>
            </a:custGeom>
            <a:solidFill>
              <a:srgbClr val="D1D9E0"/>
            </a:solidFill>
          </p:spPr>
        </p:sp>
      </p:grpSp>
      <p:grpSp>
        <p:nvGrpSpPr>
          <p:cNvPr name="Group 98" id="98"/>
          <p:cNvGrpSpPr/>
          <p:nvPr/>
        </p:nvGrpSpPr>
        <p:grpSpPr>
          <a:xfrm rot="0">
            <a:off x="1928879" y="4246640"/>
            <a:ext cx="3672545" cy="14583"/>
            <a:chOff x="0" y="0"/>
            <a:chExt cx="4896726" cy="19444"/>
          </a:xfrm>
        </p:grpSpPr>
        <p:sp>
          <p:nvSpPr>
            <p:cNvPr name="Freeform 99" id="99"/>
            <p:cNvSpPr/>
            <p:nvPr/>
          </p:nvSpPr>
          <p:spPr>
            <a:xfrm flipH="false" flipV="false" rot="0">
              <a:off x="0" y="0"/>
              <a:ext cx="4896739" cy="19431"/>
            </a:xfrm>
            <a:custGeom>
              <a:avLst/>
              <a:gdLst/>
              <a:ahLst/>
              <a:cxnLst/>
              <a:rect r="r" b="b" t="t" l="l"/>
              <a:pathLst>
                <a:path h="19431" w="4896739">
                  <a:moveTo>
                    <a:pt x="0" y="0"/>
                  </a:moveTo>
                  <a:lnTo>
                    <a:pt x="4896739" y="0"/>
                  </a:lnTo>
                  <a:lnTo>
                    <a:pt x="4896739" y="19431"/>
                  </a:lnTo>
                  <a:lnTo>
                    <a:pt x="0" y="19431"/>
                  </a:lnTo>
                  <a:lnTo>
                    <a:pt x="0" y="0"/>
                  </a:lnTo>
                  <a:close/>
                </a:path>
              </a:pathLst>
            </a:custGeom>
            <a:solidFill>
              <a:srgbClr val="D1D9E0"/>
            </a:solidFill>
          </p:spPr>
        </p:sp>
      </p:grpSp>
      <p:grpSp>
        <p:nvGrpSpPr>
          <p:cNvPr name="Group 100" id="100"/>
          <p:cNvGrpSpPr/>
          <p:nvPr/>
        </p:nvGrpSpPr>
        <p:grpSpPr>
          <a:xfrm rot="0">
            <a:off x="5600881" y="4246640"/>
            <a:ext cx="7515720" cy="14583"/>
            <a:chOff x="0" y="0"/>
            <a:chExt cx="10020960" cy="19444"/>
          </a:xfrm>
        </p:grpSpPr>
        <p:sp>
          <p:nvSpPr>
            <p:cNvPr name="Freeform 101" id="101"/>
            <p:cNvSpPr/>
            <p:nvPr/>
          </p:nvSpPr>
          <p:spPr>
            <a:xfrm flipH="false" flipV="false" rot="0">
              <a:off x="0" y="0"/>
              <a:ext cx="10020935" cy="19431"/>
            </a:xfrm>
            <a:custGeom>
              <a:avLst/>
              <a:gdLst/>
              <a:ahLst/>
              <a:cxnLst/>
              <a:rect r="r" b="b" t="t" l="l"/>
              <a:pathLst>
                <a:path h="19431" w="10020935">
                  <a:moveTo>
                    <a:pt x="0" y="0"/>
                  </a:moveTo>
                  <a:lnTo>
                    <a:pt x="10020935" y="0"/>
                  </a:lnTo>
                  <a:lnTo>
                    <a:pt x="10020935" y="19431"/>
                  </a:lnTo>
                  <a:lnTo>
                    <a:pt x="0" y="19431"/>
                  </a:lnTo>
                  <a:lnTo>
                    <a:pt x="0" y="0"/>
                  </a:lnTo>
                  <a:close/>
                </a:path>
              </a:pathLst>
            </a:custGeom>
            <a:solidFill>
              <a:srgbClr val="D1D9E0"/>
            </a:solidFill>
          </p:spPr>
        </p:sp>
      </p:grpSp>
      <p:grpSp>
        <p:nvGrpSpPr>
          <p:cNvPr name="Group 102" id="102"/>
          <p:cNvGrpSpPr/>
          <p:nvPr/>
        </p:nvGrpSpPr>
        <p:grpSpPr>
          <a:xfrm rot="0">
            <a:off x="13116058" y="4246640"/>
            <a:ext cx="3329645" cy="14583"/>
            <a:chOff x="0" y="0"/>
            <a:chExt cx="4439526" cy="19444"/>
          </a:xfrm>
        </p:grpSpPr>
        <p:sp>
          <p:nvSpPr>
            <p:cNvPr name="Freeform 103" id="103"/>
            <p:cNvSpPr/>
            <p:nvPr/>
          </p:nvSpPr>
          <p:spPr>
            <a:xfrm flipH="false" flipV="false" rot="0">
              <a:off x="0" y="0"/>
              <a:ext cx="4439539" cy="19431"/>
            </a:xfrm>
            <a:custGeom>
              <a:avLst/>
              <a:gdLst/>
              <a:ahLst/>
              <a:cxnLst/>
              <a:rect r="r" b="b" t="t" l="l"/>
              <a:pathLst>
                <a:path h="19431" w="4439539">
                  <a:moveTo>
                    <a:pt x="0" y="0"/>
                  </a:moveTo>
                  <a:lnTo>
                    <a:pt x="4439539" y="0"/>
                  </a:lnTo>
                  <a:lnTo>
                    <a:pt x="4439539" y="19431"/>
                  </a:lnTo>
                  <a:lnTo>
                    <a:pt x="0" y="19431"/>
                  </a:lnTo>
                  <a:lnTo>
                    <a:pt x="0" y="0"/>
                  </a:lnTo>
                  <a:close/>
                </a:path>
              </a:pathLst>
            </a:custGeom>
            <a:solidFill>
              <a:srgbClr val="D1D9E0"/>
            </a:solidFill>
          </p:spPr>
        </p:sp>
      </p:grpSp>
      <p:grpSp>
        <p:nvGrpSpPr>
          <p:cNvPr name="Group 104" id="104"/>
          <p:cNvGrpSpPr/>
          <p:nvPr/>
        </p:nvGrpSpPr>
        <p:grpSpPr>
          <a:xfrm rot="0">
            <a:off x="685800" y="4260680"/>
            <a:ext cx="15116" cy="515160"/>
            <a:chOff x="0" y="0"/>
            <a:chExt cx="20155" cy="686880"/>
          </a:xfrm>
        </p:grpSpPr>
        <p:sp>
          <p:nvSpPr>
            <p:cNvPr name="Freeform 105" id="105"/>
            <p:cNvSpPr/>
            <p:nvPr/>
          </p:nvSpPr>
          <p:spPr>
            <a:xfrm flipH="false" flipV="false" rot="0">
              <a:off x="0" y="0"/>
              <a:ext cx="20193" cy="686943"/>
            </a:xfrm>
            <a:custGeom>
              <a:avLst/>
              <a:gdLst/>
              <a:ahLst/>
              <a:cxnLst/>
              <a:rect r="r" b="b" t="t" l="l"/>
              <a:pathLst>
                <a:path h="686943" w="20193">
                  <a:moveTo>
                    <a:pt x="0" y="0"/>
                  </a:moveTo>
                  <a:lnTo>
                    <a:pt x="20193" y="0"/>
                  </a:lnTo>
                  <a:lnTo>
                    <a:pt x="20193" y="686943"/>
                  </a:lnTo>
                  <a:lnTo>
                    <a:pt x="0" y="686943"/>
                  </a:lnTo>
                  <a:lnTo>
                    <a:pt x="0" y="0"/>
                  </a:lnTo>
                  <a:close/>
                </a:path>
              </a:pathLst>
            </a:custGeom>
            <a:solidFill>
              <a:srgbClr val="D1D9E0"/>
            </a:solidFill>
          </p:spPr>
        </p:sp>
      </p:grpSp>
      <p:grpSp>
        <p:nvGrpSpPr>
          <p:cNvPr name="Group 106" id="106"/>
          <p:cNvGrpSpPr/>
          <p:nvPr/>
        </p:nvGrpSpPr>
        <p:grpSpPr>
          <a:xfrm rot="0">
            <a:off x="1914839" y="4260680"/>
            <a:ext cx="14583" cy="515160"/>
            <a:chOff x="0" y="0"/>
            <a:chExt cx="19444" cy="686880"/>
          </a:xfrm>
        </p:grpSpPr>
        <p:sp>
          <p:nvSpPr>
            <p:cNvPr name="Freeform 107" id="107"/>
            <p:cNvSpPr/>
            <p:nvPr/>
          </p:nvSpPr>
          <p:spPr>
            <a:xfrm flipH="false" flipV="false" rot="0">
              <a:off x="0" y="0"/>
              <a:ext cx="19431" cy="686943"/>
            </a:xfrm>
            <a:custGeom>
              <a:avLst/>
              <a:gdLst/>
              <a:ahLst/>
              <a:cxnLst/>
              <a:rect r="r" b="b" t="t" l="l"/>
              <a:pathLst>
                <a:path h="686943" w="19431">
                  <a:moveTo>
                    <a:pt x="0" y="0"/>
                  </a:moveTo>
                  <a:lnTo>
                    <a:pt x="19431" y="0"/>
                  </a:lnTo>
                  <a:lnTo>
                    <a:pt x="19431" y="686943"/>
                  </a:lnTo>
                  <a:lnTo>
                    <a:pt x="0" y="686943"/>
                  </a:lnTo>
                  <a:lnTo>
                    <a:pt x="0" y="0"/>
                  </a:lnTo>
                  <a:close/>
                </a:path>
              </a:pathLst>
            </a:custGeom>
            <a:solidFill>
              <a:srgbClr val="D1D9E0"/>
            </a:solidFill>
          </p:spPr>
        </p:sp>
      </p:grpSp>
      <p:grpSp>
        <p:nvGrpSpPr>
          <p:cNvPr name="Group 108" id="108"/>
          <p:cNvGrpSpPr/>
          <p:nvPr/>
        </p:nvGrpSpPr>
        <p:grpSpPr>
          <a:xfrm rot="0">
            <a:off x="5586841" y="4260680"/>
            <a:ext cx="14583" cy="515160"/>
            <a:chOff x="0" y="0"/>
            <a:chExt cx="19444" cy="686880"/>
          </a:xfrm>
        </p:grpSpPr>
        <p:sp>
          <p:nvSpPr>
            <p:cNvPr name="Freeform 109" id="109"/>
            <p:cNvSpPr/>
            <p:nvPr/>
          </p:nvSpPr>
          <p:spPr>
            <a:xfrm flipH="false" flipV="false" rot="0">
              <a:off x="0" y="0"/>
              <a:ext cx="19431" cy="686943"/>
            </a:xfrm>
            <a:custGeom>
              <a:avLst/>
              <a:gdLst/>
              <a:ahLst/>
              <a:cxnLst/>
              <a:rect r="r" b="b" t="t" l="l"/>
              <a:pathLst>
                <a:path h="686943" w="19431">
                  <a:moveTo>
                    <a:pt x="0" y="0"/>
                  </a:moveTo>
                  <a:lnTo>
                    <a:pt x="19431" y="0"/>
                  </a:lnTo>
                  <a:lnTo>
                    <a:pt x="19431" y="686943"/>
                  </a:lnTo>
                  <a:lnTo>
                    <a:pt x="0" y="686943"/>
                  </a:lnTo>
                  <a:lnTo>
                    <a:pt x="0" y="0"/>
                  </a:lnTo>
                  <a:close/>
                </a:path>
              </a:pathLst>
            </a:custGeom>
            <a:solidFill>
              <a:srgbClr val="D1D9E0"/>
            </a:solidFill>
          </p:spPr>
        </p:sp>
      </p:grpSp>
      <p:grpSp>
        <p:nvGrpSpPr>
          <p:cNvPr name="Group 110" id="110"/>
          <p:cNvGrpSpPr/>
          <p:nvPr/>
        </p:nvGrpSpPr>
        <p:grpSpPr>
          <a:xfrm rot="0">
            <a:off x="13102018" y="4260680"/>
            <a:ext cx="14583" cy="515160"/>
            <a:chOff x="0" y="0"/>
            <a:chExt cx="19444" cy="686880"/>
          </a:xfrm>
        </p:grpSpPr>
        <p:sp>
          <p:nvSpPr>
            <p:cNvPr name="Freeform 111" id="111"/>
            <p:cNvSpPr/>
            <p:nvPr/>
          </p:nvSpPr>
          <p:spPr>
            <a:xfrm flipH="false" flipV="false" rot="0">
              <a:off x="0" y="0"/>
              <a:ext cx="19431" cy="686943"/>
            </a:xfrm>
            <a:custGeom>
              <a:avLst/>
              <a:gdLst/>
              <a:ahLst/>
              <a:cxnLst/>
              <a:rect r="r" b="b" t="t" l="l"/>
              <a:pathLst>
                <a:path h="686943" w="19431">
                  <a:moveTo>
                    <a:pt x="0" y="0"/>
                  </a:moveTo>
                  <a:lnTo>
                    <a:pt x="19431" y="0"/>
                  </a:lnTo>
                  <a:lnTo>
                    <a:pt x="19431" y="686943"/>
                  </a:lnTo>
                  <a:lnTo>
                    <a:pt x="0" y="686943"/>
                  </a:lnTo>
                  <a:lnTo>
                    <a:pt x="0" y="0"/>
                  </a:lnTo>
                  <a:close/>
                </a:path>
              </a:pathLst>
            </a:custGeom>
            <a:solidFill>
              <a:srgbClr val="D1D9E0"/>
            </a:solidFill>
          </p:spPr>
        </p:sp>
      </p:grpSp>
      <p:grpSp>
        <p:nvGrpSpPr>
          <p:cNvPr name="Group 112" id="112"/>
          <p:cNvGrpSpPr/>
          <p:nvPr/>
        </p:nvGrpSpPr>
        <p:grpSpPr>
          <a:xfrm rot="0">
            <a:off x="16431120" y="4260680"/>
            <a:ext cx="14583" cy="515160"/>
            <a:chOff x="0" y="0"/>
            <a:chExt cx="19444" cy="686880"/>
          </a:xfrm>
        </p:grpSpPr>
        <p:sp>
          <p:nvSpPr>
            <p:cNvPr name="Freeform 113" id="113"/>
            <p:cNvSpPr/>
            <p:nvPr/>
          </p:nvSpPr>
          <p:spPr>
            <a:xfrm flipH="false" flipV="false" rot="0">
              <a:off x="0" y="0"/>
              <a:ext cx="19431" cy="686943"/>
            </a:xfrm>
            <a:custGeom>
              <a:avLst/>
              <a:gdLst/>
              <a:ahLst/>
              <a:cxnLst/>
              <a:rect r="r" b="b" t="t" l="l"/>
              <a:pathLst>
                <a:path h="686943" w="19431">
                  <a:moveTo>
                    <a:pt x="0" y="0"/>
                  </a:moveTo>
                  <a:lnTo>
                    <a:pt x="19431" y="0"/>
                  </a:lnTo>
                  <a:lnTo>
                    <a:pt x="19431" y="686943"/>
                  </a:lnTo>
                  <a:lnTo>
                    <a:pt x="0" y="686943"/>
                  </a:lnTo>
                  <a:lnTo>
                    <a:pt x="0" y="0"/>
                  </a:lnTo>
                  <a:close/>
                </a:path>
              </a:pathLst>
            </a:custGeom>
            <a:solidFill>
              <a:srgbClr val="D1D9E0"/>
            </a:solidFill>
          </p:spPr>
        </p:sp>
      </p:grpSp>
      <p:grpSp>
        <p:nvGrpSpPr>
          <p:cNvPr name="Group 114" id="114"/>
          <p:cNvGrpSpPr/>
          <p:nvPr/>
        </p:nvGrpSpPr>
        <p:grpSpPr>
          <a:xfrm rot="0">
            <a:off x="685800" y="4775297"/>
            <a:ext cx="15116" cy="514617"/>
            <a:chOff x="0" y="0"/>
            <a:chExt cx="20155" cy="686156"/>
          </a:xfrm>
        </p:grpSpPr>
        <p:sp>
          <p:nvSpPr>
            <p:cNvPr name="Freeform 115" id="115"/>
            <p:cNvSpPr/>
            <p:nvPr/>
          </p:nvSpPr>
          <p:spPr>
            <a:xfrm flipH="false" flipV="false" rot="0">
              <a:off x="0" y="0"/>
              <a:ext cx="20193" cy="686181"/>
            </a:xfrm>
            <a:custGeom>
              <a:avLst/>
              <a:gdLst/>
              <a:ahLst/>
              <a:cxnLst/>
              <a:rect r="r" b="b" t="t" l="l"/>
              <a:pathLst>
                <a:path h="686181" w="20193">
                  <a:moveTo>
                    <a:pt x="0" y="0"/>
                  </a:moveTo>
                  <a:lnTo>
                    <a:pt x="20193" y="0"/>
                  </a:lnTo>
                  <a:lnTo>
                    <a:pt x="20193" y="686181"/>
                  </a:lnTo>
                  <a:lnTo>
                    <a:pt x="0" y="686181"/>
                  </a:lnTo>
                  <a:lnTo>
                    <a:pt x="0" y="0"/>
                  </a:lnTo>
                  <a:close/>
                </a:path>
              </a:pathLst>
            </a:custGeom>
            <a:solidFill>
              <a:srgbClr val="D1D9E0"/>
            </a:solidFill>
          </p:spPr>
        </p:sp>
      </p:grpSp>
      <p:grpSp>
        <p:nvGrpSpPr>
          <p:cNvPr name="Group 116" id="116"/>
          <p:cNvGrpSpPr/>
          <p:nvPr/>
        </p:nvGrpSpPr>
        <p:grpSpPr>
          <a:xfrm rot="0">
            <a:off x="685800" y="4760724"/>
            <a:ext cx="1243622" cy="15116"/>
            <a:chOff x="0" y="0"/>
            <a:chExt cx="1658163" cy="20155"/>
          </a:xfrm>
        </p:grpSpPr>
        <p:sp>
          <p:nvSpPr>
            <p:cNvPr name="Freeform 117" id="117"/>
            <p:cNvSpPr/>
            <p:nvPr/>
          </p:nvSpPr>
          <p:spPr>
            <a:xfrm flipH="false" flipV="false" rot="0">
              <a:off x="0" y="0"/>
              <a:ext cx="1658112" cy="20193"/>
            </a:xfrm>
            <a:custGeom>
              <a:avLst/>
              <a:gdLst/>
              <a:ahLst/>
              <a:cxnLst/>
              <a:rect r="r" b="b" t="t" l="l"/>
              <a:pathLst>
                <a:path h="20193" w="1658112">
                  <a:moveTo>
                    <a:pt x="0" y="0"/>
                  </a:moveTo>
                  <a:lnTo>
                    <a:pt x="1658112" y="0"/>
                  </a:lnTo>
                  <a:lnTo>
                    <a:pt x="1658112" y="20193"/>
                  </a:lnTo>
                  <a:lnTo>
                    <a:pt x="0" y="20193"/>
                  </a:lnTo>
                  <a:lnTo>
                    <a:pt x="0" y="0"/>
                  </a:lnTo>
                  <a:close/>
                </a:path>
              </a:pathLst>
            </a:custGeom>
            <a:solidFill>
              <a:srgbClr val="D1D9E0"/>
            </a:solidFill>
          </p:spPr>
        </p:sp>
      </p:grpSp>
      <p:grpSp>
        <p:nvGrpSpPr>
          <p:cNvPr name="Group 118" id="118"/>
          <p:cNvGrpSpPr/>
          <p:nvPr/>
        </p:nvGrpSpPr>
        <p:grpSpPr>
          <a:xfrm rot="0">
            <a:off x="1914839" y="4775297"/>
            <a:ext cx="14583" cy="514617"/>
            <a:chOff x="0" y="0"/>
            <a:chExt cx="19444" cy="686156"/>
          </a:xfrm>
        </p:grpSpPr>
        <p:sp>
          <p:nvSpPr>
            <p:cNvPr name="Freeform 119" id="119"/>
            <p:cNvSpPr/>
            <p:nvPr/>
          </p:nvSpPr>
          <p:spPr>
            <a:xfrm flipH="false" flipV="false" rot="0">
              <a:off x="0" y="0"/>
              <a:ext cx="19431" cy="686181"/>
            </a:xfrm>
            <a:custGeom>
              <a:avLst/>
              <a:gdLst/>
              <a:ahLst/>
              <a:cxnLst/>
              <a:rect r="r" b="b" t="t" l="l"/>
              <a:pathLst>
                <a:path h="686181" w="19431">
                  <a:moveTo>
                    <a:pt x="0" y="0"/>
                  </a:moveTo>
                  <a:lnTo>
                    <a:pt x="19431" y="0"/>
                  </a:lnTo>
                  <a:lnTo>
                    <a:pt x="19431" y="686181"/>
                  </a:lnTo>
                  <a:lnTo>
                    <a:pt x="0" y="686181"/>
                  </a:lnTo>
                  <a:lnTo>
                    <a:pt x="0" y="0"/>
                  </a:lnTo>
                  <a:close/>
                </a:path>
              </a:pathLst>
            </a:custGeom>
            <a:solidFill>
              <a:srgbClr val="D1D9E0"/>
            </a:solidFill>
          </p:spPr>
        </p:sp>
      </p:grpSp>
      <p:grpSp>
        <p:nvGrpSpPr>
          <p:cNvPr name="Group 120" id="120"/>
          <p:cNvGrpSpPr/>
          <p:nvPr/>
        </p:nvGrpSpPr>
        <p:grpSpPr>
          <a:xfrm rot="0">
            <a:off x="1928879" y="4760724"/>
            <a:ext cx="3672545" cy="15116"/>
            <a:chOff x="0" y="0"/>
            <a:chExt cx="4896726" cy="20155"/>
          </a:xfrm>
        </p:grpSpPr>
        <p:sp>
          <p:nvSpPr>
            <p:cNvPr name="Freeform 121" id="121"/>
            <p:cNvSpPr/>
            <p:nvPr/>
          </p:nvSpPr>
          <p:spPr>
            <a:xfrm flipH="false" flipV="false" rot="0">
              <a:off x="0" y="0"/>
              <a:ext cx="4896739" cy="20193"/>
            </a:xfrm>
            <a:custGeom>
              <a:avLst/>
              <a:gdLst/>
              <a:ahLst/>
              <a:cxnLst/>
              <a:rect r="r" b="b" t="t" l="l"/>
              <a:pathLst>
                <a:path h="20193" w="4896739">
                  <a:moveTo>
                    <a:pt x="0" y="0"/>
                  </a:moveTo>
                  <a:lnTo>
                    <a:pt x="4896739" y="0"/>
                  </a:lnTo>
                  <a:lnTo>
                    <a:pt x="4896739" y="20193"/>
                  </a:lnTo>
                  <a:lnTo>
                    <a:pt x="0" y="20193"/>
                  </a:lnTo>
                  <a:lnTo>
                    <a:pt x="0" y="0"/>
                  </a:lnTo>
                  <a:close/>
                </a:path>
              </a:pathLst>
            </a:custGeom>
            <a:solidFill>
              <a:srgbClr val="D1D9E0"/>
            </a:solidFill>
          </p:spPr>
        </p:sp>
      </p:grpSp>
      <p:grpSp>
        <p:nvGrpSpPr>
          <p:cNvPr name="Group 122" id="122"/>
          <p:cNvGrpSpPr/>
          <p:nvPr/>
        </p:nvGrpSpPr>
        <p:grpSpPr>
          <a:xfrm rot="0">
            <a:off x="5586841" y="4775297"/>
            <a:ext cx="14583" cy="514617"/>
            <a:chOff x="0" y="0"/>
            <a:chExt cx="19444" cy="686156"/>
          </a:xfrm>
        </p:grpSpPr>
        <p:sp>
          <p:nvSpPr>
            <p:cNvPr name="Freeform 123" id="123"/>
            <p:cNvSpPr/>
            <p:nvPr/>
          </p:nvSpPr>
          <p:spPr>
            <a:xfrm flipH="false" flipV="false" rot="0">
              <a:off x="0" y="0"/>
              <a:ext cx="19431" cy="686181"/>
            </a:xfrm>
            <a:custGeom>
              <a:avLst/>
              <a:gdLst/>
              <a:ahLst/>
              <a:cxnLst/>
              <a:rect r="r" b="b" t="t" l="l"/>
              <a:pathLst>
                <a:path h="686181" w="19431">
                  <a:moveTo>
                    <a:pt x="0" y="0"/>
                  </a:moveTo>
                  <a:lnTo>
                    <a:pt x="19431" y="0"/>
                  </a:lnTo>
                  <a:lnTo>
                    <a:pt x="19431" y="686181"/>
                  </a:lnTo>
                  <a:lnTo>
                    <a:pt x="0" y="686181"/>
                  </a:lnTo>
                  <a:lnTo>
                    <a:pt x="0" y="0"/>
                  </a:lnTo>
                  <a:close/>
                </a:path>
              </a:pathLst>
            </a:custGeom>
            <a:solidFill>
              <a:srgbClr val="D1D9E0"/>
            </a:solidFill>
          </p:spPr>
        </p:sp>
      </p:grpSp>
      <p:grpSp>
        <p:nvGrpSpPr>
          <p:cNvPr name="Group 124" id="124"/>
          <p:cNvGrpSpPr/>
          <p:nvPr/>
        </p:nvGrpSpPr>
        <p:grpSpPr>
          <a:xfrm rot="0">
            <a:off x="5600881" y="4760724"/>
            <a:ext cx="7515720" cy="15116"/>
            <a:chOff x="0" y="0"/>
            <a:chExt cx="10020960" cy="20155"/>
          </a:xfrm>
        </p:grpSpPr>
        <p:sp>
          <p:nvSpPr>
            <p:cNvPr name="Freeform 125" id="125"/>
            <p:cNvSpPr/>
            <p:nvPr/>
          </p:nvSpPr>
          <p:spPr>
            <a:xfrm flipH="false" flipV="false" rot="0">
              <a:off x="0" y="0"/>
              <a:ext cx="10020935" cy="20193"/>
            </a:xfrm>
            <a:custGeom>
              <a:avLst/>
              <a:gdLst/>
              <a:ahLst/>
              <a:cxnLst/>
              <a:rect r="r" b="b" t="t" l="l"/>
              <a:pathLst>
                <a:path h="20193" w="10020935">
                  <a:moveTo>
                    <a:pt x="0" y="0"/>
                  </a:moveTo>
                  <a:lnTo>
                    <a:pt x="10020935" y="0"/>
                  </a:lnTo>
                  <a:lnTo>
                    <a:pt x="10020935" y="20193"/>
                  </a:lnTo>
                  <a:lnTo>
                    <a:pt x="0" y="20193"/>
                  </a:lnTo>
                  <a:lnTo>
                    <a:pt x="0" y="0"/>
                  </a:lnTo>
                  <a:close/>
                </a:path>
              </a:pathLst>
            </a:custGeom>
            <a:solidFill>
              <a:srgbClr val="D1D9E0"/>
            </a:solidFill>
          </p:spPr>
        </p:sp>
      </p:grpSp>
      <p:grpSp>
        <p:nvGrpSpPr>
          <p:cNvPr name="Group 126" id="126"/>
          <p:cNvGrpSpPr/>
          <p:nvPr/>
        </p:nvGrpSpPr>
        <p:grpSpPr>
          <a:xfrm rot="0">
            <a:off x="13102018" y="4775297"/>
            <a:ext cx="14583" cy="514617"/>
            <a:chOff x="0" y="0"/>
            <a:chExt cx="19444" cy="686156"/>
          </a:xfrm>
        </p:grpSpPr>
        <p:sp>
          <p:nvSpPr>
            <p:cNvPr name="Freeform 127" id="127"/>
            <p:cNvSpPr/>
            <p:nvPr/>
          </p:nvSpPr>
          <p:spPr>
            <a:xfrm flipH="false" flipV="false" rot="0">
              <a:off x="0" y="0"/>
              <a:ext cx="19431" cy="686181"/>
            </a:xfrm>
            <a:custGeom>
              <a:avLst/>
              <a:gdLst/>
              <a:ahLst/>
              <a:cxnLst/>
              <a:rect r="r" b="b" t="t" l="l"/>
              <a:pathLst>
                <a:path h="686181" w="19431">
                  <a:moveTo>
                    <a:pt x="0" y="0"/>
                  </a:moveTo>
                  <a:lnTo>
                    <a:pt x="19431" y="0"/>
                  </a:lnTo>
                  <a:lnTo>
                    <a:pt x="19431" y="686181"/>
                  </a:lnTo>
                  <a:lnTo>
                    <a:pt x="0" y="686181"/>
                  </a:lnTo>
                  <a:lnTo>
                    <a:pt x="0" y="0"/>
                  </a:lnTo>
                  <a:close/>
                </a:path>
              </a:pathLst>
            </a:custGeom>
            <a:solidFill>
              <a:srgbClr val="D1D9E0"/>
            </a:solidFill>
          </p:spPr>
        </p:sp>
      </p:grpSp>
      <p:grpSp>
        <p:nvGrpSpPr>
          <p:cNvPr name="Group 128" id="128"/>
          <p:cNvGrpSpPr/>
          <p:nvPr/>
        </p:nvGrpSpPr>
        <p:grpSpPr>
          <a:xfrm rot="0">
            <a:off x="13116058" y="4760724"/>
            <a:ext cx="3329645" cy="15116"/>
            <a:chOff x="0" y="0"/>
            <a:chExt cx="4439526" cy="20155"/>
          </a:xfrm>
        </p:grpSpPr>
        <p:sp>
          <p:nvSpPr>
            <p:cNvPr name="Freeform 129" id="129"/>
            <p:cNvSpPr/>
            <p:nvPr/>
          </p:nvSpPr>
          <p:spPr>
            <a:xfrm flipH="false" flipV="false" rot="0">
              <a:off x="0" y="0"/>
              <a:ext cx="4439539" cy="20193"/>
            </a:xfrm>
            <a:custGeom>
              <a:avLst/>
              <a:gdLst/>
              <a:ahLst/>
              <a:cxnLst/>
              <a:rect r="r" b="b" t="t" l="l"/>
              <a:pathLst>
                <a:path h="20193" w="4439539">
                  <a:moveTo>
                    <a:pt x="0" y="0"/>
                  </a:moveTo>
                  <a:lnTo>
                    <a:pt x="4439539" y="0"/>
                  </a:lnTo>
                  <a:lnTo>
                    <a:pt x="4439539" y="20193"/>
                  </a:lnTo>
                  <a:lnTo>
                    <a:pt x="0" y="20193"/>
                  </a:lnTo>
                  <a:lnTo>
                    <a:pt x="0" y="0"/>
                  </a:lnTo>
                  <a:close/>
                </a:path>
              </a:pathLst>
            </a:custGeom>
            <a:solidFill>
              <a:srgbClr val="D1D9E0"/>
            </a:solidFill>
          </p:spPr>
        </p:sp>
      </p:grpSp>
      <p:grpSp>
        <p:nvGrpSpPr>
          <p:cNvPr name="Group 130" id="130"/>
          <p:cNvGrpSpPr/>
          <p:nvPr/>
        </p:nvGrpSpPr>
        <p:grpSpPr>
          <a:xfrm rot="0">
            <a:off x="16431120" y="4775297"/>
            <a:ext cx="14583" cy="514617"/>
            <a:chOff x="0" y="0"/>
            <a:chExt cx="19444" cy="686156"/>
          </a:xfrm>
        </p:grpSpPr>
        <p:sp>
          <p:nvSpPr>
            <p:cNvPr name="Freeform 131" id="131"/>
            <p:cNvSpPr/>
            <p:nvPr/>
          </p:nvSpPr>
          <p:spPr>
            <a:xfrm flipH="false" flipV="false" rot="0">
              <a:off x="0" y="0"/>
              <a:ext cx="19431" cy="686181"/>
            </a:xfrm>
            <a:custGeom>
              <a:avLst/>
              <a:gdLst/>
              <a:ahLst/>
              <a:cxnLst/>
              <a:rect r="r" b="b" t="t" l="l"/>
              <a:pathLst>
                <a:path h="686181" w="19431">
                  <a:moveTo>
                    <a:pt x="0" y="0"/>
                  </a:moveTo>
                  <a:lnTo>
                    <a:pt x="19431" y="0"/>
                  </a:lnTo>
                  <a:lnTo>
                    <a:pt x="19431" y="686181"/>
                  </a:lnTo>
                  <a:lnTo>
                    <a:pt x="0" y="686181"/>
                  </a:lnTo>
                  <a:lnTo>
                    <a:pt x="0" y="0"/>
                  </a:lnTo>
                  <a:close/>
                </a:path>
              </a:pathLst>
            </a:custGeom>
            <a:solidFill>
              <a:srgbClr val="D1D9E0"/>
            </a:solidFill>
          </p:spPr>
        </p:sp>
      </p:grpSp>
      <p:grpSp>
        <p:nvGrpSpPr>
          <p:cNvPr name="Group 132" id="132"/>
          <p:cNvGrpSpPr/>
          <p:nvPr/>
        </p:nvGrpSpPr>
        <p:grpSpPr>
          <a:xfrm rot="0">
            <a:off x="685800" y="5289380"/>
            <a:ext cx="15116" cy="515160"/>
            <a:chOff x="0" y="0"/>
            <a:chExt cx="20155" cy="686880"/>
          </a:xfrm>
        </p:grpSpPr>
        <p:sp>
          <p:nvSpPr>
            <p:cNvPr name="Freeform 133" id="133"/>
            <p:cNvSpPr/>
            <p:nvPr/>
          </p:nvSpPr>
          <p:spPr>
            <a:xfrm flipH="false" flipV="false" rot="0">
              <a:off x="0" y="0"/>
              <a:ext cx="20193" cy="686943"/>
            </a:xfrm>
            <a:custGeom>
              <a:avLst/>
              <a:gdLst/>
              <a:ahLst/>
              <a:cxnLst/>
              <a:rect r="r" b="b" t="t" l="l"/>
              <a:pathLst>
                <a:path h="686943" w="20193">
                  <a:moveTo>
                    <a:pt x="0" y="0"/>
                  </a:moveTo>
                  <a:lnTo>
                    <a:pt x="20193" y="0"/>
                  </a:lnTo>
                  <a:lnTo>
                    <a:pt x="20193" y="686943"/>
                  </a:lnTo>
                  <a:lnTo>
                    <a:pt x="0" y="686943"/>
                  </a:lnTo>
                  <a:lnTo>
                    <a:pt x="0" y="0"/>
                  </a:lnTo>
                  <a:close/>
                </a:path>
              </a:pathLst>
            </a:custGeom>
            <a:solidFill>
              <a:srgbClr val="D1D9E0"/>
            </a:solidFill>
          </p:spPr>
        </p:sp>
      </p:grpSp>
      <p:grpSp>
        <p:nvGrpSpPr>
          <p:cNvPr name="Group 134" id="134"/>
          <p:cNvGrpSpPr/>
          <p:nvPr/>
        </p:nvGrpSpPr>
        <p:grpSpPr>
          <a:xfrm rot="0">
            <a:off x="685800" y="5275340"/>
            <a:ext cx="1243622" cy="14583"/>
            <a:chOff x="0" y="0"/>
            <a:chExt cx="1658163" cy="19444"/>
          </a:xfrm>
        </p:grpSpPr>
        <p:sp>
          <p:nvSpPr>
            <p:cNvPr name="Freeform 135" id="135"/>
            <p:cNvSpPr/>
            <p:nvPr/>
          </p:nvSpPr>
          <p:spPr>
            <a:xfrm flipH="false" flipV="false" rot="0">
              <a:off x="0" y="0"/>
              <a:ext cx="1658112" cy="19431"/>
            </a:xfrm>
            <a:custGeom>
              <a:avLst/>
              <a:gdLst/>
              <a:ahLst/>
              <a:cxnLst/>
              <a:rect r="r" b="b" t="t" l="l"/>
              <a:pathLst>
                <a:path h="19431" w="1658112">
                  <a:moveTo>
                    <a:pt x="0" y="0"/>
                  </a:moveTo>
                  <a:lnTo>
                    <a:pt x="1658112" y="0"/>
                  </a:lnTo>
                  <a:lnTo>
                    <a:pt x="1658112" y="19431"/>
                  </a:lnTo>
                  <a:lnTo>
                    <a:pt x="0" y="19431"/>
                  </a:lnTo>
                  <a:lnTo>
                    <a:pt x="0" y="0"/>
                  </a:lnTo>
                  <a:close/>
                </a:path>
              </a:pathLst>
            </a:custGeom>
            <a:solidFill>
              <a:srgbClr val="D1D9E0"/>
            </a:solidFill>
          </p:spPr>
        </p:sp>
      </p:grpSp>
      <p:grpSp>
        <p:nvGrpSpPr>
          <p:cNvPr name="Group 136" id="136"/>
          <p:cNvGrpSpPr/>
          <p:nvPr/>
        </p:nvGrpSpPr>
        <p:grpSpPr>
          <a:xfrm rot="0">
            <a:off x="1914839" y="5289380"/>
            <a:ext cx="14583" cy="515160"/>
            <a:chOff x="0" y="0"/>
            <a:chExt cx="19444" cy="686880"/>
          </a:xfrm>
        </p:grpSpPr>
        <p:sp>
          <p:nvSpPr>
            <p:cNvPr name="Freeform 137" id="137"/>
            <p:cNvSpPr/>
            <p:nvPr/>
          </p:nvSpPr>
          <p:spPr>
            <a:xfrm flipH="false" flipV="false" rot="0">
              <a:off x="0" y="0"/>
              <a:ext cx="19431" cy="686943"/>
            </a:xfrm>
            <a:custGeom>
              <a:avLst/>
              <a:gdLst/>
              <a:ahLst/>
              <a:cxnLst/>
              <a:rect r="r" b="b" t="t" l="l"/>
              <a:pathLst>
                <a:path h="686943" w="19431">
                  <a:moveTo>
                    <a:pt x="0" y="0"/>
                  </a:moveTo>
                  <a:lnTo>
                    <a:pt x="19431" y="0"/>
                  </a:lnTo>
                  <a:lnTo>
                    <a:pt x="19431" y="686943"/>
                  </a:lnTo>
                  <a:lnTo>
                    <a:pt x="0" y="686943"/>
                  </a:lnTo>
                  <a:lnTo>
                    <a:pt x="0" y="0"/>
                  </a:lnTo>
                  <a:close/>
                </a:path>
              </a:pathLst>
            </a:custGeom>
            <a:solidFill>
              <a:srgbClr val="D1D9E0"/>
            </a:solidFill>
          </p:spPr>
        </p:sp>
      </p:grpSp>
      <p:grpSp>
        <p:nvGrpSpPr>
          <p:cNvPr name="Group 138" id="138"/>
          <p:cNvGrpSpPr/>
          <p:nvPr/>
        </p:nvGrpSpPr>
        <p:grpSpPr>
          <a:xfrm rot="0">
            <a:off x="1928879" y="5275340"/>
            <a:ext cx="3672545" cy="14583"/>
            <a:chOff x="0" y="0"/>
            <a:chExt cx="4896726" cy="19444"/>
          </a:xfrm>
        </p:grpSpPr>
        <p:sp>
          <p:nvSpPr>
            <p:cNvPr name="Freeform 139" id="139"/>
            <p:cNvSpPr/>
            <p:nvPr/>
          </p:nvSpPr>
          <p:spPr>
            <a:xfrm flipH="false" flipV="false" rot="0">
              <a:off x="0" y="0"/>
              <a:ext cx="4896739" cy="19431"/>
            </a:xfrm>
            <a:custGeom>
              <a:avLst/>
              <a:gdLst/>
              <a:ahLst/>
              <a:cxnLst/>
              <a:rect r="r" b="b" t="t" l="l"/>
              <a:pathLst>
                <a:path h="19431" w="4896739">
                  <a:moveTo>
                    <a:pt x="0" y="0"/>
                  </a:moveTo>
                  <a:lnTo>
                    <a:pt x="4896739" y="0"/>
                  </a:lnTo>
                  <a:lnTo>
                    <a:pt x="4896739" y="19431"/>
                  </a:lnTo>
                  <a:lnTo>
                    <a:pt x="0" y="19431"/>
                  </a:lnTo>
                  <a:lnTo>
                    <a:pt x="0" y="0"/>
                  </a:lnTo>
                  <a:close/>
                </a:path>
              </a:pathLst>
            </a:custGeom>
            <a:solidFill>
              <a:srgbClr val="D1D9E0"/>
            </a:solidFill>
          </p:spPr>
        </p:sp>
      </p:grpSp>
      <p:grpSp>
        <p:nvGrpSpPr>
          <p:cNvPr name="Group 140" id="140"/>
          <p:cNvGrpSpPr/>
          <p:nvPr/>
        </p:nvGrpSpPr>
        <p:grpSpPr>
          <a:xfrm rot="0">
            <a:off x="5586841" y="5289380"/>
            <a:ext cx="14583" cy="515160"/>
            <a:chOff x="0" y="0"/>
            <a:chExt cx="19444" cy="686880"/>
          </a:xfrm>
        </p:grpSpPr>
        <p:sp>
          <p:nvSpPr>
            <p:cNvPr name="Freeform 141" id="141"/>
            <p:cNvSpPr/>
            <p:nvPr/>
          </p:nvSpPr>
          <p:spPr>
            <a:xfrm flipH="false" flipV="false" rot="0">
              <a:off x="0" y="0"/>
              <a:ext cx="19431" cy="686943"/>
            </a:xfrm>
            <a:custGeom>
              <a:avLst/>
              <a:gdLst/>
              <a:ahLst/>
              <a:cxnLst/>
              <a:rect r="r" b="b" t="t" l="l"/>
              <a:pathLst>
                <a:path h="686943" w="19431">
                  <a:moveTo>
                    <a:pt x="0" y="0"/>
                  </a:moveTo>
                  <a:lnTo>
                    <a:pt x="19431" y="0"/>
                  </a:lnTo>
                  <a:lnTo>
                    <a:pt x="19431" y="686943"/>
                  </a:lnTo>
                  <a:lnTo>
                    <a:pt x="0" y="686943"/>
                  </a:lnTo>
                  <a:lnTo>
                    <a:pt x="0" y="0"/>
                  </a:lnTo>
                  <a:close/>
                </a:path>
              </a:pathLst>
            </a:custGeom>
            <a:solidFill>
              <a:srgbClr val="D1D9E0"/>
            </a:solidFill>
          </p:spPr>
        </p:sp>
      </p:grpSp>
      <p:grpSp>
        <p:nvGrpSpPr>
          <p:cNvPr name="Group 142" id="142"/>
          <p:cNvGrpSpPr/>
          <p:nvPr/>
        </p:nvGrpSpPr>
        <p:grpSpPr>
          <a:xfrm rot="0">
            <a:off x="5600881" y="5275340"/>
            <a:ext cx="7515720" cy="14583"/>
            <a:chOff x="0" y="0"/>
            <a:chExt cx="10020960" cy="19444"/>
          </a:xfrm>
        </p:grpSpPr>
        <p:sp>
          <p:nvSpPr>
            <p:cNvPr name="Freeform 143" id="143"/>
            <p:cNvSpPr/>
            <p:nvPr/>
          </p:nvSpPr>
          <p:spPr>
            <a:xfrm flipH="false" flipV="false" rot="0">
              <a:off x="0" y="0"/>
              <a:ext cx="10020935" cy="19431"/>
            </a:xfrm>
            <a:custGeom>
              <a:avLst/>
              <a:gdLst/>
              <a:ahLst/>
              <a:cxnLst/>
              <a:rect r="r" b="b" t="t" l="l"/>
              <a:pathLst>
                <a:path h="19431" w="10020935">
                  <a:moveTo>
                    <a:pt x="0" y="0"/>
                  </a:moveTo>
                  <a:lnTo>
                    <a:pt x="10020935" y="0"/>
                  </a:lnTo>
                  <a:lnTo>
                    <a:pt x="10020935" y="19431"/>
                  </a:lnTo>
                  <a:lnTo>
                    <a:pt x="0" y="19431"/>
                  </a:lnTo>
                  <a:lnTo>
                    <a:pt x="0" y="0"/>
                  </a:lnTo>
                  <a:close/>
                </a:path>
              </a:pathLst>
            </a:custGeom>
            <a:solidFill>
              <a:srgbClr val="D1D9E0"/>
            </a:solidFill>
          </p:spPr>
        </p:sp>
      </p:grpSp>
      <p:grpSp>
        <p:nvGrpSpPr>
          <p:cNvPr name="Group 144" id="144"/>
          <p:cNvGrpSpPr/>
          <p:nvPr/>
        </p:nvGrpSpPr>
        <p:grpSpPr>
          <a:xfrm rot="0">
            <a:off x="13102018" y="5289380"/>
            <a:ext cx="14583" cy="515160"/>
            <a:chOff x="0" y="0"/>
            <a:chExt cx="19444" cy="686880"/>
          </a:xfrm>
        </p:grpSpPr>
        <p:sp>
          <p:nvSpPr>
            <p:cNvPr name="Freeform 145" id="145"/>
            <p:cNvSpPr/>
            <p:nvPr/>
          </p:nvSpPr>
          <p:spPr>
            <a:xfrm flipH="false" flipV="false" rot="0">
              <a:off x="0" y="0"/>
              <a:ext cx="19431" cy="686943"/>
            </a:xfrm>
            <a:custGeom>
              <a:avLst/>
              <a:gdLst/>
              <a:ahLst/>
              <a:cxnLst/>
              <a:rect r="r" b="b" t="t" l="l"/>
              <a:pathLst>
                <a:path h="686943" w="19431">
                  <a:moveTo>
                    <a:pt x="0" y="0"/>
                  </a:moveTo>
                  <a:lnTo>
                    <a:pt x="19431" y="0"/>
                  </a:lnTo>
                  <a:lnTo>
                    <a:pt x="19431" y="686943"/>
                  </a:lnTo>
                  <a:lnTo>
                    <a:pt x="0" y="686943"/>
                  </a:lnTo>
                  <a:lnTo>
                    <a:pt x="0" y="0"/>
                  </a:lnTo>
                  <a:close/>
                </a:path>
              </a:pathLst>
            </a:custGeom>
            <a:solidFill>
              <a:srgbClr val="D1D9E0"/>
            </a:solidFill>
          </p:spPr>
        </p:sp>
      </p:grpSp>
      <p:grpSp>
        <p:nvGrpSpPr>
          <p:cNvPr name="Group 146" id="146"/>
          <p:cNvGrpSpPr/>
          <p:nvPr/>
        </p:nvGrpSpPr>
        <p:grpSpPr>
          <a:xfrm rot="0">
            <a:off x="13116058" y="5275340"/>
            <a:ext cx="3329645" cy="14583"/>
            <a:chOff x="0" y="0"/>
            <a:chExt cx="4439526" cy="19444"/>
          </a:xfrm>
        </p:grpSpPr>
        <p:sp>
          <p:nvSpPr>
            <p:cNvPr name="Freeform 147" id="147"/>
            <p:cNvSpPr/>
            <p:nvPr/>
          </p:nvSpPr>
          <p:spPr>
            <a:xfrm flipH="false" flipV="false" rot="0">
              <a:off x="0" y="0"/>
              <a:ext cx="4439539" cy="19431"/>
            </a:xfrm>
            <a:custGeom>
              <a:avLst/>
              <a:gdLst/>
              <a:ahLst/>
              <a:cxnLst/>
              <a:rect r="r" b="b" t="t" l="l"/>
              <a:pathLst>
                <a:path h="19431" w="4439539">
                  <a:moveTo>
                    <a:pt x="0" y="0"/>
                  </a:moveTo>
                  <a:lnTo>
                    <a:pt x="4439539" y="0"/>
                  </a:lnTo>
                  <a:lnTo>
                    <a:pt x="4439539" y="19431"/>
                  </a:lnTo>
                  <a:lnTo>
                    <a:pt x="0" y="19431"/>
                  </a:lnTo>
                  <a:lnTo>
                    <a:pt x="0" y="0"/>
                  </a:lnTo>
                  <a:close/>
                </a:path>
              </a:pathLst>
            </a:custGeom>
            <a:solidFill>
              <a:srgbClr val="D1D9E0"/>
            </a:solidFill>
          </p:spPr>
        </p:sp>
      </p:grpSp>
      <p:grpSp>
        <p:nvGrpSpPr>
          <p:cNvPr name="Group 148" id="148"/>
          <p:cNvGrpSpPr/>
          <p:nvPr/>
        </p:nvGrpSpPr>
        <p:grpSpPr>
          <a:xfrm rot="0">
            <a:off x="16431120" y="5289380"/>
            <a:ext cx="14583" cy="515160"/>
            <a:chOff x="0" y="0"/>
            <a:chExt cx="19444" cy="686880"/>
          </a:xfrm>
        </p:grpSpPr>
        <p:sp>
          <p:nvSpPr>
            <p:cNvPr name="Freeform 149" id="149"/>
            <p:cNvSpPr/>
            <p:nvPr/>
          </p:nvSpPr>
          <p:spPr>
            <a:xfrm flipH="false" flipV="false" rot="0">
              <a:off x="0" y="0"/>
              <a:ext cx="19431" cy="686943"/>
            </a:xfrm>
            <a:custGeom>
              <a:avLst/>
              <a:gdLst/>
              <a:ahLst/>
              <a:cxnLst/>
              <a:rect r="r" b="b" t="t" l="l"/>
              <a:pathLst>
                <a:path h="686943" w="19431">
                  <a:moveTo>
                    <a:pt x="0" y="0"/>
                  </a:moveTo>
                  <a:lnTo>
                    <a:pt x="19431" y="0"/>
                  </a:lnTo>
                  <a:lnTo>
                    <a:pt x="19431" y="686943"/>
                  </a:lnTo>
                  <a:lnTo>
                    <a:pt x="0" y="686943"/>
                  </a:lnTo>
                  <a:lnTo>
                    <a:pt x="0" y="0"/>
                  </a:lnTo>
                  <a:close/>
                </a:path>
              </a:pathLst>
            </a:custGeom>
            <a:solidFill>
              <a:srgbClr val="D1D9E0"/>
            </a:solidFill>
          </p:spPr>
        </p:sp>
      </p:grpSp>
      <p:grpSp>
        <p:nvGrpSpPr>
          <p:cNvPr name="Group 150" id="150"/>
          <p:cNvGrpSpPr/>
          <p:nvPr/>
        </p:nvGrpSpPr>
        <p:grpSpPr>
          <a:xfrm rot="0">
            <a:off x="685800" y="5803997"/>
            <a:ext cx="15116" cy="514617"/>
            <a:chOff x="0" y="0"/>
            <a:chExt cx="20155" cy="686156"/>
          </a:xfrm>
        </p:grpSpPr>
        <p:sp>
          <p:nvSpPr>
            <p:cNvPr name="Freeform 151" id="151"/>
            <p:cNvSpPr/>
            <p:nvPr/>
          </p:nvSpPr>
          <p:spPr>
            <a:xfrm flipH="false" flipV="false" rot="0">
              <a:off x="0" y="0"/>
              <a:ext cx="20193" cy="686181"/>
            </a:xfrm>
            <a:custGeom>
              <a:avLst/>
              <a:gdLst/>
              <a:ahLst/>
              <a:cxnLst/>
              <a:rect r="r" b="b" t="t" l="l"/>
              <a:pathLst>
                <a:path h="686181" w="20193">
                  <a:moveTo>
                    <a:pt x="0" y="0"/>
                  </a:moveTo>
                  <a:lnTo>
                    <a:pt x="20193" y="0"/>
                  </a:lnTo>
                  <a:lnTo>
                    <a:pt x="20193" y="686181"/>
                  </a:lnTo>
                  <a:lnTo>
                    <a:pt x="0" y="686181"/>
                  </a:lnTo>
                  <a:lnTo>
                    <a:pt x="0" y="0"/>
                  </a:lnTo>
                  <a:close/>
                </a:path>
              </a:pathLst>
            </a:custGeom>
            <a:solidFill>
              <a:srgbClr val="D1D9E0"/>
            </a:solidFill>
          </p:spPr>
        </p:sp>
      </p:grpSp>
      <p:grpSp>
        <p:nvGrpSpPr>
          <p:cNvPr name="Group 152" id="152"/>
          <p:cNvGrpSpPr/>
          <p:nvPr/>
        </p:nvGrpSpPr>
        <p:grpSpPr>
          <a:xfrm rot="0">
            <a:off x="685800" y="5789424"/>
            <a:ext cx="1243622" cy="15116"/>
            <a:chOff x="0" y="0"/>
            <a:chExt cx="1658163" cy="20155"/>
          </a:xfrm>
        </p:grpSpPr>
        <p:sp>
          <p:nvSpPr>
            <p:cNvPr name="Freeform 153" id="153"/>
            <p:cNvSpPr/>
            <p:nvPr/>
          </p:nvSpPr>
          <p:spPr>
            <a:xfrm flipH="false" flipV="false" rot="0">
              <a:off x="0" y="0"/>
              <a:ext cx="1658112" cy="20193"/>
            </a:xfrm>
            <a:custGeom>
              <a:avLst/>
              <a:gdLst/>
              <a:ahLst/>
              <a:cxnLst/>
              <a:rect r="r" b="b" t="t" l="l"/>
              <a:pathLst>
                <a:path h="20193" w="1658112">
                  <a:moveTo>
                    <a:pt x="0" y="0"/>
                  </a:moveTo>
                  <a:lnTo>
                    <a:pt x="1658112" y="0"/>
                  </a:lnTo>
                  <a:lnTo>
                    <a:pt x="1658112" y="20193"/>
                  </a:lnTo>
                  <a:lnTo>
                    <a:pt x="0" y="20193"/>
                  </a:lnTo>
                  <a:lnTo>
                    <a:pt x="0" y="0"/>
                  </a:lnTo>
                  <a:close/>
                </a:path>
              </a:pathLst>
            </a:custGeom>
            <a:solidFill>
              <a:srgbClr val="D1D9E0"/>
            </a:solidFill>
          </p:spPr>
        </p:sp>
      </p:grpSp>
      <p:grpSp>
        <p:nvGrpSpPr>
          <p:cNvPr name="Group 154" id="154"/>
          <p:cNvGrpSpPr/>
          <p:nvPr/>
        </p:nvGrpSpPr>
        <p:grpSpPr>
          <a:xfrm rot="0">
            <a:off x="1914839" y="5803997"/>
            <a:ext cx="14583" cy="514617"/>
            <a:chOff x="0" y="0"/>
            <a:chExt cx="19444" cy="686156"/>
          </a:xfrm>
        </p:grpSpPr>
        <p:sp>
          <p:nvSpPr>
            <p:cNvPr name="Freeform 155" id="155"/>
            <p:cNvSpPr/>
            <p:nvPr/>
          </p:nvSpPr>
          <p:spPr>
            <a:xfrm flipH="false" flipV="false" rot="0">
              <a:off x="0" y="0"/>
              <a:ext cx="19431" cy="686181"/>
            </a:xfrm>
            <a:custGeom>
              <a:avLst/>
              <a:gdLst/>
              <a:ahLst/>
              <a:cxnLst/>
              <a:rect r="r" b="b" t="t" l="l"/>
              <a:pathLst>
                <a:path h="686181" w="19431">
                  <a:moveTo>
                    <a:pt x="0" y="0"/>
                  </a:moveTo>
                  <a:lnTo>
                    <a:pt x="19431" y="0"/>
                  </a:lnTo>
                  <a:lnTo>
                    <a:pt x="19431" y="686181"/>
                  </a:lnTo>
                  <a:lnTo>
                    <a:pt x="0" y="686181"/>
                  </a:lnTo>
                  <a:lnTo>
                    <a:pt x="0" y="0"/>
                  </a:lnTo>
                  <a:close/>
                </a:path>
              </a:pathLst>
            </a:custGeom>
            <a:solidFill>
              <a:srgbClr val="D1D9E0"/>
            </a:solidFill>
          </p:spPr>
        </p:sp>
      </p:grpSp>
      <p:grpSp>
        <p:nvGrpSpPr>
          <p:cNvPr name="Group 156" id="156"/>
          <p:cNvGrpSpPr/>
          <p:nvPr/>
        </p:nvGrpSpPr>
        <p:grpSpPr>
          <a:xfrm rot="0">
            <a:off x="1928879" y="5789424"/>
            <a:ext cx="3672545" cy="15116"/>
            <a:chOff x="0" y="0"/>
            <a:chExt cx="4896726" cy="20155"/>
          </a:xfrm>
        </p:grpSpPr>
        <p:sp>
          <p:nvSpPr>
            <p:cNvPr name="Freeform 157" id="157"/>
            <p:cNvSpPr/>
            <p:nvPr/>
          </p:nvSpPr>
          <p:spPr>
            <a:xfrm flipH="false" flipV="false" rot="0">
              <a:off x="0" y="0"/>
              <a:ext cx="4896739" cy="20193"/>
            </a:xfrm>
            <a:custGeom>
              <a:avLst/>
              <a:gdLst/>
              <a:ahLst/>
              <a:cxnLst/>
              <a:rect r="r" b="b" t="t" l="l"/>
              <a:pathLst>
                <a:path h="20193" w="4896739">
                  <a:moveTo>
                    <a:pt x="0" y="0"/>
                  </a:moveTo>
                  <a:lnTo>
                    <a:pt x="4896739" y="0"/>
                  </a:lnTo>
                  <a:lnTo>
                    <a:pt x="4896739" y="20193"/>
                  </a:lnTo>
                  <a:lnTo>
                    <a:pt x="0" y="20193"/>
                  </a:lnTo>
                  <a:lnTo>
                    <a:pt x="0" y="0"/>
                  </a:lnTo>
                  <a:close/>
                </a:path>
              </a:pathLst>
            </a:custGeom>
            <a:solidFill>
              <a:srgbClr val="D1D9E0"/>
            </a:solidFill>
          </p:spPr>
        </p:sp>
      </p:grpSp>
      <p:grpSp>
        <p:nvGrpSpPr>
          <p:cNvPr name="Group 158" id="158"/>
          <p:cNvGrpSpPr/>
          <p:nvPr/>
        </p:nvGrpSpPr>
        <p:grpSpPr>
          <a:xfrm rot="0">
            <a:off x="5586841" y="5803997"/>
            <a:ext cx="14583" cy="514617"/>
            <a:chOff x="0" y="0"/>
            <a:chExt cx="19444" cy="686156"/>
          </a:xfrm>
        </p:grpSpPr>
        <p:sp>
          <p:nvSpPr>
            <p:cNvPr name="Freeform 159" id="159"/>
            <p:cNvSpPr/>
            <p:nvPr/>
          </p:nvSpPr>
          <p:spPr>
            <a:xfrm flipH="false" flipV="false" rot="0">
              <a:off x="0" y="0"/>
              <a:ext cx="19431" cy="686181"/>
            </a:xfrm>
            <a:custGeom>
              <a:avLst/>
              <a:gdLst/>
              <a:ahLst/>
              <a:cxnLst/>
              <a:rect r="r" b="b" t="t" l="l"/>
              <a:pathLst>
                <a:path h="686181" w="19431">
                  <a:moveTo>
                    <a:pt x="0" y="0"/>
                  </a:moveTo>
                  <a:lnTo>
                    <a:pt x="19431" y="0"/>
                  </a:lnTo>
                  <a:lnTo>
                    <a:pt x="19431" y="686181"/>
                  </a:lnTo>
                  <a:lnTo>
                    <a:pt x="0" y="686181"/>
                  </a:lnTo>
                  <a:lnTo>
                    <a:pt x="0" y="0"/>
                  </a:lnTo>
                  <a:close/>
                </a:path>
              </a:pathLst>
            </a:custGeom>
            <a:solidFill>
              <a:srgbClr val="D1D9E0"/>
            </a:solidFill>
          </p:spPr>
        </p:sp>
      </p:grpSp>
      <p:grpSp>
        <p:nvGrpSpPr>
          <p:cNvPr name="Group 160" id="160"/>
          <p:cNvGrpSpPr/>
          <p:nvPr/>
        </p:nvGrpSpPr>
        <p:grpSpPr>
          <a:xfrm rot="0">
            <a:off x="5600881" y="5789424"/>
            <a:ext cx="7515720" cy="15116"/>
            <a:chOff x="0" y="0"/>
            <a:chExt cx="10020960" cy="20155"/>
          </a:xfrm>
        </p:grpSpPr>
        <p:sp>
          <p:nvSpPr>
            <p:cNvPr name="Freeform 161" id="161"/>
            <p:cNvSpPr/>
            <p:nvPr/>
          </p:nvSpPr>
          <p:spPr>
            <a:xfrm flipH="false" flipV="false" rot="0">
              <a:off x="0" y="0"/>
              <a:ext cx="10020935" cy="20193"/>
            </a:xfrm>
            <a:custGeom>
              <a:avLst/>
              <a:gdLst/>
              <a:ahLst/>
              <a:cxnLst/>
              <a:rect r="r" b="b" t="t" l="l"/>
              <a:pathLst>
                <a:path h="20193" w="10020935">
                  <a:moveTo>
                    <a:pt x="0" y="0"/>
                  </a:moveTo>
                  <a:lnTo>
                    <a:pt x="10020935" y="0"/>
                  </a:lnTo>
                  <a:lnTo>
                    <a:pt x="10020935" y="20193"/>
                  </a:lnTo>
                  <a:lnTo>
                    <a:pt x="0" y="20193"/>
                  </a:lnTo>
                  <a:lnTo>
                    <a:pt x="0" y="0"/>
                  </a:lnTo>
                  <a:close/>
                </a:path>
              </a:pathLst>
            </a:custGeom>
            <a:solidFill>
              <a:srgbClr val="D1D9E0"/>
            </a:solidFill>
          </p:spPr>
        </p:sp>
      </p:grpSp>
      <p:grpSp>
        <p:nvGrpSpPr>
          <p:cNvPr name="Group 162" id="162"/>
          <p:cNvGrpSpPr/>
          <p:nvPr/>
        </p:nvGrpSpPr>
        <p:grpSpPr>
          <a:xfrm rot="0">
            <a:off x="13102018" y="5803997"/>
            <a:ext cx="14583" cy="514617"/>
            <a:chOff x="0" y="0"/>
            <a:chExt cx="19444" cy="686156"/>
          </a:xfrm>
        </p:grpSpPr>
        <p:sp>
          <p:nvSpPr>
            <p:cNvPr name="Freeform 163" id="163"/>
            <p:cNvSpPr/>
            <p:nvPr/>
          </p:nvSpPr>
          <p:spPr>
            <a:xfrm flipH="false" flipV="false" rot="0">
              <a:off x="0" y="0"/>
              <a:ext cx="19431" cy="686181"/>
            </a:xfrm>
            <a:custGeom>
              <a:avLst/>
              <a:gdLst/>
              <a:ahLst/>
              <a:cxnLst/>
              <a:rect r="r" b="b" t="t" l="l"/>
              <a:pathLst>
                <a:path h="686181" w="19431">
                  <a:moveTo>
                    <a:pt x="0" y="0"/>
                  </a:moveTo>
                  <a:lnTo>
                    <a:pt x="19431" y="0"/>
                  </a:lnTo>
                  <a:lnTo>
                    <a:pt x="19431" y="686181"/>
                  </a:lnTo>
                  <a:lnTo>
                    <a:pt x="0" y="686181"/>
                  </a:lnTo>
                  <a:lnTo>
                    <a:pt x="0" y="0"/>
                  </a:lnTo>
                  <a:close/>
                </a:path>
              </a:pathLst>
            </a:custGeom>
            <a:solidFill>
              <a:srgbClr val="D1D9E0"/>
            </a:solidFill>
          </p:spPr>
        </p:sp>
      </p:grpSp>
      <p:grpSp>
        <p:nvGrpSpPr>
          <p:cNvPr name="Group 164" id="164"/>
          <p:cNvGrpSpPr/>
          <p:nvPr/>
        </p:nvGrpSpPr>
        <p:grpSpPr>
          <a:xfrm rot="0">
            <a:off x="13116058" y="5789424"/>
            <a:ext cx="3329645" cy="15116"/>
            <a:chOff x="0" y="0"/>
            <a:chExt cx="4439526" cy="20155"/>
          </a:xfrm>
        </p:grpSpPr>
        <p:sp>
          <p:nvSpPr>
            <p:cNvPr name="Freeform 165" id="165"/>
            <p:cNvSpPr/>
            <p:nvPr/>
          </p:nvSpPr>
          <p:spPr>
            <a:xfrm flipH="false" flipV="false" rot="0">
              <a:off x="0" y="0"/>
              <a:ext cx="4439539" cy="20193"/>
            </a:xfrm>
            <a:custGeom>
              <a:avLst/>
              <a:gdLst/>
              <a:ahLst/>
              <a:cxnLst/>
              <a:rect r="r" b="b" t="t" l="l"/>
              <a:pathLst>
                <a:path h="20193" w="4439539">
                  <a:moveTo>
                    <a:pt x="0" y="0"/>
                  </a:moveTo>
                  <a:lnTo>
                    <a:pt x="4439539" y="0"/>
                  </a:lnTo>
                  <a:lnTo>
                    <a:pt x="4439539" y="20193"/>
                  </a:lnTo>
                  <a:lnTo>
                    <a:pt x="0" y="20193"/>
                  </a:lnTo>
                  <a:lnTo>
                    <a:pt x="0" y="0"/>
                  </a:lnTo>
                  <a:close/>
                </a:path>
              </a:pathLst>
            </a:custGeom>
            <a:solidFill>
              <a:srgbClr val="D1D9E0"/>
            </a:solidFill>
          </p:spPr>
        </p:sp>
      </p:grpSp>
      <p:grpSp>
        <p:nvGrpSpPr>
          <p:cNvPr name="Group 166" id="166"/>
          <p:cNvGrpSpPr/>
          <p:nvPr/>
        </p:nvGrpSpPr>
        <p:grpSpPr>
          <a:xfrm rot="0">
            <a:off x="16431120" y="5803997"/>
            <a:ext cx="14583" cy="514617"/>
            <a:chOff x="0" y="0"/>
            <a:chExt cx="19444" cy="686156"/>
          </a:xfrm>
        </p:grpSpPr>
        <p:sp>
          <p:nvSpPr>
            <p:cNvPr name="Freeform 167" id="167"/>
            <p:cNvSpPr/>
            <p:nvPr/>
          </p:nvSpPr>
          <p:spPr>
            <a:xfrm flipH="false" flipV="false" rot="0">
              <a:off x="0" y="0"/>
              <a:ext cx="19431" cy="686181"/>
            </a:xfrm>
            <a:custGeom>
              <a:avLst/>
              <a:gdLst/>
              <a:ahLst/>
              <a:cxnLst/>
              <a:rect r="r" b="b" t="t" l="l"/>
              <a:pathLst>
                <a:path h="686181" w="19431">
                  <a:moveTo>
                    <a:pt x="0" y="0"/>
                  </a:moveTo>
                  <a:lnTo>
                    <a:pt x="19431" y="0"/>
                  </a:lnTo>
                  <a:lnTo>
                    <a:pt x="19431" y="686181"/>
                  </a:lnTo>
                  <a:lnTo>
                    <a:pt x="0" y="686181"/>
                  </a:lnTo>
                  <a:lnTo>
                    <a:pt x="0" y="0"/>
                  </a:lnTo>
                  <a:close/>
                </a:path>
              </a:pathLst>
            </a:custGeom>
            <a:solidFill>
              <a:srgbClr val="D1D9E0"/>
            </a:solidFill>
          </p:spPr>
        </p:sp>
      </p:grpSp>
      <p:grpSp>
        <p:nvGrpSpPr>
          <p:cNvPr name="Group 168" id="168"/>
          <p:cNvGrpSpPr/>
          <p:nvPr/>
        </p:nvGrpSpPr>
        <p:grpSpPr>
          <a:xfrm rot="0">
            <a:off x="685800" y="6304040"/>
            <a:ext cx="1243622" cy="14583"/>
            <a:chOff x="0" y="0"/>
            <a:chExt cx="1658163" cy="19444"/>
          </a:xfrm>
        </p:grpSpPr>
        <p:sp>
          <p:nvSpPr>
            <p:cNvPr name="Freeform 169" id="169"/>
            <p:cNvSpPr/>
            <p:nvPr/>
          </p:nvSpPr>
          <p:spPr>
            <a:xfrm flipH="false" flipV="false" rot="0">
              <a:off x="0" y="0"/>
              <a:ext cx="1658112" cy="19431"/>
            </a:xfrm>
            <a:custGeom>
              <a:avLst/>
              <a:gdLst/>
              <a:ahLst/>
              <a:cxnLst/>
              <a:rect r="r" b="b" t="t" l="l"/>
              <a:pathLst>
                <a:path h="19431" w="1658112">
                  <a:moveTo>
                    <a:pt x="0" y="0"/>
                  </a:moveTo>
                  <a:lnTo>
                    <a:pt x="1658112" y="0"/>
                  </a:lnTo>
                  <a:lnTo>
                    <a:pt x="1658112" y="19431"/>
                  </a:lnTo>
                  <a:lnTo>
                    <a:pt x="0" y="19431"/>
                  </a:lnTo>
                  <a:lnTo>
                    <a:pt x="0" y="0"/>
                  </a:lnTo>
                  <a:close/>
                </a:path>
              </a:pathLst>
            </a:custGeom>
            <a:solidFill>
              <a:srgbClr val="D1D9E0"/>
            </a:solidFill>
          </p:spPr>
        </p:sp>
      </p:grpSp>
      <p:grpSp>
        <p:nvGrpSpPr>
          <p:cNvPr name="Group 170" id="170"/>
          <p:cNvGrpSpPr/>
          <p:nvPr/>
        </p:nvGrpSpPr>
        <p:grpSpPr>
          <a:xfrm rot="0">
            <a:off x="1928879" y="6304040"/>
            <a:ext cx="3672545" cy="14583"/>
            <a:chOff x="0" y="0"/>
            <a:chExt cx="4896726" cy="19444"/>
          </a:xfrm>
        </p:grpSpPr>
        <p:sp>
          <p:nvSpPr>
            <p:cNvPr name="Freeform 171" id="171"/>
            <p:cNvSpPr/>
            <p:nvPr/>
          </p:nvSpPr>
          <p:spPr>
            <a:xfrm flipH="false" flipV="false" rot="0">
              <a:off x="0" y="0"/>
              <a:ext cx="4896739" cy="19431"/>
            </a:xfrm>
            <a:custGeom>
              <a:avLst/>
              <a:gdLst/>
              <a:ahLst/>
              <a:cxnLst/>
              <a:rect r="r" b="b" t="t" l="l"/>
              <a:pathLst>
                <a:path h="19431" w="4896739">
                  <a:moveTo>
                    <a:pt x="0" y="0"/>
                  </a:moveTo>
                  <a:lnTo>
                    <a:pt x="4896739" y="0"/>
                  </a:lnTo>
                  <a:lnTo>
                    <a:pt x="4896739" y="19431"/>
                  </a:lnTo>
                  <a:lnTo>
                    <a:pt x="0" y="19431"/>
                  </a:lnTo>
                  <a:lnTo>
                    <a:pt x="0" y="0"/>
                  </a:lnTo>
                  <a:close/>
                </a:path>
              </a:pathLst>
            </a:custGeom>
            <a:solidFill>
              <a:srgbClr val="D1D9E0"/>
            </a:solidFill>
          </p:spPr>
        </p:sp>
      </p:grpSp>
      <p:grpSp>
        <p:nvGrpSpPr>
          <p:cNvPr name="Group 172" id="172"/>
          <p:cNvGrpSpPr/>
          <p:nvPr/>
        </p:nvGrpSpPr>
        <p:grpSpPr>
          <a:xfrm rot="0">
            <a:off x="5600881" y="6304040"/>
            <a:ext cx="7515720" cy="14583"/>
            <a:chOff x="0" y="0"/>
            <a:chExt cx="10020960" cy="19444"/>
          </a:xfrm>
        </p:grpSpPr>
        <p:sp>
          <p:nvSpPr>
            <p:cNvPr name="Freeform 173" id="173"/>
            <p:cNvSpPr/>
            <p:nvPr/>
          </p:nvSpPr>
          <p:spPr>
            <a:xfrm flipH="false" flipV="false" rot="0">
              <a:off x="0" y="0"/>
              <a:ext cx="10020935" cy="19431"/>
            </a:xfrm>
            <a:custGeom>
              <a:avLst/>
              <a:gdLst/>
              <a:ahLst/>
              <a:cxnLst/>
              <a:rect r="r" b="b" t="t" l="l"/>
              <a:pathLst>
                <a:path h="19431" w="10020935">
                  <a:moveTo>
                    <a:pt x="0" y="0"/>
                  </a:moveTo>
                  <a:lnTo>
                    <a:pt x="10020935" y="0"/>
                  </a:lnTo>
                  <a:lnTo>
                    <a:pt x="10020935" y="19431"/>
                  </a:lnTo>
                  <a:lnTo>
                    <a:pt x="0" y="19431"/>
                  </a:lnTo>
                  <a:lnTo>
                    <a:pt x="0" y="0"/>
                  </a:lnTo>
                  <a:close/>
                </a:path>
              </a:pathLst>
            </a:custGeom>
            <a:solidFill>
              <a:srgbClr val="D1D9E0"/>
            </a:solidFill>
          </p:spPr>
        </p:sp>
      </p:grpSp>
      <p:grpSp>
        <p:nvGrpSpPr>
          <p:cNvPr name="Group 174" id="174"/>
          <p:cNvGrpSpPr/>
          <p:nvPr/>
        </p:nvGrpSpPr>
        <p:grpSpPr>
          <a:xfrm rot="0">
            <a:off x="13116058" y="6304040"/>
            <a:ext cx="3329645" cy="14583"/>
            <a:chOff x="0" y="0"/>
            <a:chExt cx="4439526" cy="19444"/>
          </a:xfrm>
        </p:grpSpPr>
        <p:sp>
          <p:nvSpPr>
            <p:cNvPr name="Freeform 175" id="175"/>
            <p:cNvSpPr/>
            <p:nvPr/>
          </p:nvSpPr>
          <p:spPr>
            <a:xfrm flipH="false" flipV="false" rot="0">
              <a:off x="0" y="0"/>
              <a:ext cx="4439539" cy="19431"/>
            </a:xfrm>
            <a:custGeom>
              <a:avLst/>
              <a:gdLst/>
              <a:ahLst/>
              <a:cxnLst/>
              <a:rect r="r" b="b" t="t" l="l"/>
              <a:pathLst>
                <a:path h="19431" w="4439539">
                  <a:moveTo>
                    <a:pt x="0" y="0"/>
                  </a:moveTo>
                  <a:lnTo>
                    <a:pt x="4439539" y="0"/>
                  </a:lnTo>
                  <a:lnTo>
                    <a:pt x="4439539" y="19431"/>
                  </a:lnTo>
                  <a:lnTo>
                    <a:pt x="0" y="19431"/>
                  </a:lnTo>
                  <a:lnTo>
                    <a:pt x="0" y="0"/>
                  </a:lnTo>
                  <a:close/>
                </a:path>
              </a:pathLst>
            </a:custGeom>
            <a:solidFill>
              <a:srgbClr val="D1D9E0"/>
            </a:solidFill>
          </p:spPr>
        </p:sp>
      </p:grpSp>
      <p:sp>
        <p:nvSpPr>
          <p:cNvPr name="TextBox 176" id="176"/>
          <p:cNvSpPr txBox="true"/>
          <p:nvPr/>
        </p:nvSpPr>
        <p:spPr>
          <a:xfrm rot="0">
            <a:off x="771663" y="857126"/>
            <a:ext cx="14138225" cy="666750"/>
          </a:xfrm>
          <a:prstGeom prst="rect">
            <a:avLst/>
          </a:prstGeom>
        </p:spPr>
        <p:txBody>
          <a:bodyPr anchor="t" rtlCol="false" tIns="0" lIns="0" bIns="0" rIns="0">
            <a:spAutoFit/>
          </a:bodyPr>
          <a:lstStyle/>
          <a:p>
            <a:pPr algn="l">
              <a:lnSpc>
                <a:spcPts val="5130"/>
              </a:lnSpc>
            </a:pPr>
            <a:r>
              <a:rPr lang="en-US" b="true" sz="4275" spc="-1">
                <a:solidFill>
                  <a:srgbClr val="1F4E79"/>
                </a:solidFill>
                <a:latin typeface="Arial Bold"/>
                <a:ea typeface="Arial Bold"/>
                <a:cs typeface="Arial Bold"/>
                <a:sym typeface="Arial Bold"/>
              </a:rPr>
              <a:t>Loc</a:t>
            </a:r>
            <a:r>
              <a:rPr lang="en-US" b="true" sz="4275" spc="-1">
                <a:solidFill>
                  <a:srgbClr val="1F4E79"/>
                </a:solidFill>
                <a:latin typeface="Arial Bold"/>
                <a:ea typeface="Arial Bold"/>
                <a:cs typeface="Arial Bold"/>
                <a:sym typeface="Arial Bold"/>
              </a:rPr>
              <a:t>ator — Appium tìm phần tử giao diện như thế nào?</a:t>
            </a:r>
          </a:p>
        </p:txBody>
      </p:sp>
      <p:sp>
        <p:nvSpPr>
          <p:cNvPr name="TextBox 177" id="177"/>
          <p:cNvSpPr txBox="true"/>
          <p:nvPr/>
        </p:nvSpPr>
        <p:spPr>
          <a:xfrm rot="0">
            <a:off x="900179" y="2870059"/>
            <a:ext cx="8564314" cy="304800"/>
          </a:xfrm>
          <a:prstGeom prst="rect">
            <a:avLst/>
          </a:prstGeom>
        </p:spPr>
        <p:txBody>
          <a:bodyPr anchor="t" rtlCol="false" tIns="0" lIns="0" bIns="0" rIns="0">
            <a:spAutoFit/>
          </a:bodyPr>
          <a:lstStyle/>
          <a:p>
            <a:pPr algn="l">
              <a:lnSpc>
                <a:spcPts val="2369"/>
              </a:lnSpc>
            </a:pPr>
            <a:r>
              <a:rPr lang="en-US" b="true" sz="1974" spc="-1">
                <a:solidFill>
                  <a:srgbClr val="222222"/>
                </a:solidFill>
                <a:latin typeface="Courier New Bold"/>
                <a:ea typeface="Courier New Bold"/>
                <a:cs typeface="Courier New Bold"/>
                <a:sym typeface="Courier New Bold"/>
              </a:rPr>
              <a:t>&lt;android.widget.EditText resource-id="login-email" ... /&gt;</a:t>
            </a:r>
          </a:p>
        </p:txBody>
      </p:sp>
      <p:sp>
        <p:nvSpPr>
          <p:cNvPr name="TextBox 178" id="178"/>
          <p:cNvSpPr txBox="true"/>
          <p:nvPr/>
        </p:nvSpPr>
        <p:spPr>
          <a:xfrm rot="0">
            <a:off x="886139" y="3836627"/>
            <a:ext cx="846715" cy="289589"/>
          </a:xfrm>
          <a:prstGeom prst="rect">
            <a:avLst/>
          </a:prstGeom>
        </p:spPr>
        <p:txBody>
          <a:bodyPr anchor="t" rtlCol="false" tIns="0" lIns="0" bIns="0" rIns="0">
            <a:spAutoFit/>
          </a:bodyPr>
          <a:lstStyle/>
          <a:p>
            <a:pPr algn="l">
              <a:lnSpc>
                <a:spcPts val="2304"/>
              </a:lnSpc>
            </a:pPr>
            <a:r>
              <a:rPr lang="en-US" b="true" sz="1920" spc="-1">
                <a:solidFill>
                  <a:srgbClr val="FFFFFF"/>
                </a:solidFill>
                <a:latin typeface="Arial Bold"/>
                <a:ea typeface="Arial Bold"/>
                <a:cs typeface="Arial Bold"/>
                <a:sym typeface="Arial Bold"/>
              </a:rPr>
              <a:t>Ưu tiên</a:t>
            </a:r>
          </a:p>
        </p:txBody>
      </p:sp>
      <p:sp>
        <p:nvSpPr>
          <p:cNvPr name="TextBox 179" id="179"/>
          <p:cNvSpPr txBox="true"/>
          <p:nvPr/>
        </p:nvSpPr>
        <p:spPr>
          <a:xfrm rot="0">
            <a:off x="2121122" y="3836627"/>
            <a:ext cx="1290599" cy="289589"/>
          </a:xfrm>
          <a:prstGeom prst="rect">
            <a:avLst/>
          </a:prstGeom>
        </p:spPr>
        <p:txBody>
          <a:bodyPr anchor="t" rtlCol="false" tIns="0" lIns="0" bIns="0" rIns="0">
            <a:spAutoFit/>
          </a:bodyPr>
          <a:lstStyle/>
          <a:p>
            <a:pPr algn="l">
              <a:lnSpc>
                <a:spcPts val="2304"/>
              </a:lnSpc>
            </a:pPr>
            <a:r>
              <a:rPr lang="en-US" b="true" sz="1920" spc="-1">
                <a:solidFill>
                  <a:srgbClr val="FFFFFF"/>
                </a:solidFill>
                <a:latin typeface="Arial Bold"/>
                <a:ea typeface="Arial Bold"/>
                <a:cs typeface="Arial Bold"/>
                <a:sym typeface="Arial Bold"/>
              </a:rPr>
              <a:t>Chiến lược</a:t>
            </a:r>
          </a:p>
        </p:txBody>
      </p:sp>
      <p:sp>
        <p:nvSpPr>
          <p:cNvPr name="TextBox 180" id="180"/>
          <p:cNvSpPr txBox="true"/>
          <p:nvPr/>
        </p:nvSpPr>
        <p:spPr>
          <a:xfrm rot="0">
            <a:off x="5785018" y="3836627"/>
            <a:ext cx="2476976" cy="289589"/>
          </a:xfrm>
          <a:prstGeom prst="rect">
            <a:avLst/>
          </a:prstGeom>
        </p:spPr>
        <p:txBody>
          <a:bodyPr anchor="t" rtlCol="false" tIns="0" lIns="0" bIns="0" rIns="0">
            <a:spAutoFit/>
          </a:bodyPr>
          <a:lstStyle/>
          <a:p>
            <a:pPr algn="l">
              <a:lnSpc>
                <a:spcPts val="2304"/>
              </a:lnSpc>
            </a:pPr>
            <a:r>
              <a:rPr lang="en-US" b="true" sz="1920" spc="-1">
                <a:solidFill>
                  <a:srgbClr val="FFFFFF"/>
                </a:solidFill>
                <a:latin typeface="Arial Bold"/>
                <a:ea typeface="Arial Bold"/>
                <a:cs typeface="Arial Bold"/>
                <a:sym typeface="Arial Bold"/>
              </a:rPr>
              <a:t>Cú pháp WebdriverIO</a:t>
            </a:r>
          </a:p>
        </p:txBody>
      </p:sp>
      <p:sp>
        <p:nvSpPr>
          <p:cNvPr name="TextBox 181" id="181"/>
          <p:cNvSpPr txBox="true"/>
          <p:nvPr/>
        </p:nvSpPr>
        <p:spPr>
          <a:xfrm rot="0">
            <a:off x="13296967" y="3836627"/>
            <a:ext cx="901798" cy="289589"/>
          </a:xfrm>
          <a:prstGeom prst="rect">
            <a:avLst/>
          </a:prstGeom>
        </p:spPr>
        <p:txBody>
          <a:bodyPr anchor="t" rtlCol="false" tIns="0" lIns="0" bIns="0" rIns="0">
            <a:spAutoFit/>
          </a:bodyPr>
          <a:lstStyle/>
          <a:p>
            <a:pPr algn="l">
              <a:lnSpc>
                <a:spcPts val="2304"/>
              </a:lnSpc>
            </a:pPr>
            <a:r>
              <a:rPr lang="en-US" b="true" sz="1920" spc="-1">
                <a:solidFill>
                  <a:srgbClr val="FFFFFF"/>
                </a:solidFill>
                <a:latin typeface="Arial Bold"/>
                <a:ea typeface="Arial Bold"/>
                <a:cs typeface="Arial Bold"/>
                <a:sym typeface="Arial Bold"/>
              </a:rPr>
              <a:t>Ghi chú</a:t>
            </a:r>
          </a:p>
        </p:txBody>
      </p:sp>
      <p:sp>
        <p:nvSpPr>
          <p:cNvPr name="Freeform 182" id="182"/>
          <p:cNvSpPr/>
          <p:nvPr/>
        </p:nvSpPr>
        <p:spPr>
          <a:xfrm flipH="false" flipV="false" rot="0">
            <a:off x="2114645" y="4346538"/>
            <a:ext cx="1629718" cy="343443"/>
          </a:xfrm>
          <a:custGeom>
            <a:avLst/>
            <a:gdLst/>
            <a:ahLst/>
            <a:cxnLst/>
            <a:rect r="r" b="b" t="t" l="l"/>
            <a:pathLst>
              <a:path h="343443" w="1629718">
                <a:moveTo>
                  <a:pt x="0" y="0"/>
                </a:moveTo>
                <a:lnTo>
                  <a:pt x="1629718" y="0"/>
                </a:lnTo>
                <a:lnTo>
                  <a:pt x="1629718" y="343443"/>
                </a:lnTo>
                <a:lnTo>
                  <a:pt x="0" y="343443"/>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TextBox 183" id="183"/>
          <p:cNvSpPr txBox="true"/>
          <p:nvPr/>
        </p:nvSpPr>
        <p:spPr>
          <a:xfrm rot="0">
            <a:off x="886139" y="4336671"/>
            <a:ext cx="242459" cy="289589"/>
          </a:xfrm>
          <a:prstGeom prst="rect">
            <a:avLst/>
          </a:prstGeom>
        </p:spPr>
        <p:txBody>
          <a:bodyPr anchor="t" rtlCol="false" tIns="0" lIns="0" bIns="0" rIns="0">
            <a:spAutoFit/>
          </a:bodyPr>
          <a:lstStyle/>
          <a:p>
            <a:pPr algn="l">
              <a:lnSpc>
                <a:spcPts val="2304"/>
              </a:lnSpc>
            </a:pPr>
            <a:r>
              <a:rPr lang="en-US" sz="1920" spc="-1">
                <a:solidFill>
                  <a:srgbClr val="222222"/>
                </a:solidFill>
                <a:latin typeface="Arial"/>
                <a:ea typeface="Arial"/>
                <a:cs typeface="Arial"/>
                <a:sym typeface="Arial"/>
              </a:rPr>
              <a:t>1</a:t>
            </a:r>
          </a:p>
        </p:txBody>
      </p:sp>
      <p:sp>
        <p:nvSpPr>
          <p:cNvPr name="TextBox 184" id="184"/>
          <p:cNvSpPr txBox="true"/>
          <p:nvPr/>
        </p:nvSpPr>
        <p:spPr>
          <a:xfrm rot="0">
            <a:off x="2208600" y="4394059"/>
            <a:ext cx="1434236" cy="247317"/>
          </a:xfrm>
          <a:prstGeom prst="rect">
            <a:avLst/>
          </a:prstGeom>
        </p:spPr>
        <p:txBody>
          <a:bodyPr anchor="t" rtlCol="false" tIns="0" lIns="0" bIns="0" rIns="0">
            <a:spAutoFit/>
          </a:bodyPr>
          <a:lstStyle/>
          <a:p>
            <a:pPr algn="l">
              <a:lnSpc>
                <a:spcPts val="2070"/>
              </a:lnSpc>
            </a:pPr>
            <a:r>
              <a:rPr lang="en-US" sz="1725" spc="-1">
                <a:solidFill>
                  <a:srgbClr val="222222"/>
                </a:solidFill>
                <a:latin typeface="Courier New"/>
                <a:ea typeface="Courier New"/>
                <a:cs typeface="Courier New"/>
                <a:sym typeface="Courier New"/>
              </a:rPr>
              <a:t>resource-id</a:t>
            </a:r>
          </a:p>
        </p:txBody>
      </p:sp>
      <p:sp>
        <p:nvSpPr>
          <p:cNvPr name="Freeform 185" id="185"/>
          <p:cNvSpPr/>
          <p:nvPr/>
        </p:nvSpPr>
        <p:spPr>
          <a:xfrm flipH="false" flipV="false" rot="0">
            <a:off x="5786647" y="4346538"/>
            <a:ext cx="6730022" cy="343443"/>
          </a:xfrm>
          <a:custGeom>
            <a:avLst/>
            <a:gdLst/>
            <a:ahLst/>
            <a:cxnLst/>
            <a:rect r="r" b="b" t="t" l="l"/>
            <a:pathLst>
              <a:path h="343443" w="6730022">
                <a:moveTo>
                  <a:pt x="0" y="0"/>
                </a:moveTo>
                <a:lnTo>
                  <a:pt x="6730022" y="0"/>
                </a:lnTo>
                <a:lnTo>
                  <a:pt x="6730022" y="343443"/>
                </a:lnTo>
                <a:lnTo>
                  <a:pt x="0" y="343443"/>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TextBox 186" id="186"/>
          <p:cNvSpPr txBox="true"/>
          <p:nvPr/>
        </p:nvSpPr>
        <p:spPr>
          <a:xfrm rot="0">
            <a:off x="5857280" y="4379724"/>
            <a:ext cx="6573441" cy="257175"/>
          </a:xfrm>
          <a:prstGeom prst="rect">
            <a:avLst/>
          </a:prstGeom>
        </p:spPr>
        <p:txBody>
          <a:bodyPr anchor="t" rtlCol="false" tIns="0" lIns="0" bIns="0" rIns="0">
            <a:spAutoFit/>
          </a:bodyPr>
          <a:lstStyle/>
          <a:p>
            <a:pPr algn="l">
              <a:lnSpc>
                <a:spcPts val="2070"/>
              </a:lnSpc>
            </a:pPr>
            <a:r>
              <a:rPr lang="en-US" sz="1725">
                <a:solidFill>
                  <a:srgbClr val="222222"/>
                </a:solidFill>
                <a:latin typeface="Courier New"/>
                <a:ea typeface="Courier New"/>
                <a:cs typeface="Courier New"/>
                <a:sym typeface="Courier New"/>
              </a:rPr>
              <a:t>android=new UiSelector().resourceId("login-email")</a:t>
            </a:r>
          </a:p>
        </p:txBody>
      </p:sp>
      <p:sp>
        <p:nvSpPr>
          <p:cNvPr name="TextBox 187" id="187"/>
          <p:cNvSpPr txBox="true"/>
          <p:nvPr/>
        </p:nvSpPr>
        <p:spPr>
          <a:xfrm rot="0">
            <a:off x="13296967" y="4336671"/>
            <a:ext cx="2115722" cy="289589"/>
          </a:xfrm>
          <a:prstGeom prst="rect">
            <a:avLst/>
          </a:prstGeom>
        </p:spPr>
        <p:txBody>
          <a:bodyPr anchor="t" rtlCol="false" tIns="0" lIns="0" bIns="0" rIns="0">
            <a:spAutoFit/>
          </a:bodyPr>
          <a:lstStyle/>
          <a:p>
            <a:pPr algn="l">
              <a:lnSpc>
                <a:spcPts val="2304"/>
              </a:lnSpc>
            </a:pPr>
            <a:r>
              <a:rPr lang="en-US" sz="1920" spc="-1">
                <a:solidFill>
                  <a:srgbClr val="222222"/>
                </a:solidFill>
                <a:latin typeface="Arial"/>
                <a:ea typeface="Arial"/>
                <a:cs typeface="Arial"/>
                <a:sym typeface="Arial"/>
              </a:rPr>
              <a:t>Ổn định, do dev đặt</a:t>
            </a:r>
          </a:p>
        </p:txBody>
      </p:sp>
      <p:sp>
        <p:nvSpPr>
          <p:cNvPr name="TextBox 188" id="188"/>
          <p:cNvSpPr txBox="true"/>
          <p:nvPr/>
        </p:nvSpPr>
        <p:spPr>
          <a:xfrm rot="0">
            <a:off x="886139" y="4850754"/>
            <a:ext cx="242459" cy="289589"/>
          </a:xfrm>
          <a:prstGeom prst="rect">
            <a:avLst/>
          </a:prstGeom>
        </p:spPr>
        <p:txBody>
          <a:bodyPr anchor="t" rtlCol="false" tIns="0" lIns="0" bIns="0" rIns="0">
            <a:spAutoFit/>
          </a:bodyPr>
          <a:lstStyle/>
          <a:p>
            <a:pPr algn="l">
              <a:lnSpc>
                <a:spcPts val="2304"/>
              </a:lnSpc>
            </a:pPr>
            <a:r>
              <a:rPr lang="en-US" sz="1920" spc="-1">
                <a:solidFill>
                  <a:srgbClr val="222222"/>
                </a:solidFill>
                <a:latin typeface="Arial"/>
                <a:ea typeface="Arial"/>
                <a:cs typeface="Arial"/>
                <a:sym typeface="Arial"/>
              </a:rPr>
              <a:t>2</a:t>
            </a:r>
          </a:p>
        </p:txBody>
      </p:sp>
      <p:sp>
        <p:nvSpPr>
          <p:cNvPr name="Freeform 189" id="189"/>
          <p:cNvSpPr/>
          <p:nvPr/>
        </p:nvSpPr>
        <p:spPr>
          <a:xfrm flipH="false" flipV="false" rot="0">
            <a:off x="5786647" y="4861165"/>
            <a:ext cx="1486624" cy="343443"/>
          </a:xfrm>
          <a:custGeom>
            <a:avLst/>
            <a:gdLst/>
            <a:ahLst/>
            <a:cxnLst/>
            <a:rect r="r" b="b" t="t" l="l"/>
            <a:pathLst>
              <a:path h="343443" w="1486624">
                <a:moveTo>
                  <a:pt x="0" y="0"/>
                </a:moveTo>
                <a:lnTo>
                  <a:pt x="1486624" y="0"/>
                </a:lnTo>
                <a:lnTo>
                  <a:pt x="1486624" y="343443"/>
                </a:lnTo>
                <a:lnTo>
                  <a:pt x="0" y="343443"/>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TextBox 190" id="190"/>
          <p:cNvSpPr txBox="true"/>
          <p:nvPr/>
        </p:nvSpPr>
        <p:spPr>
          <a:xfrm rot="0">
            <a:off x="2121122" y="4850754"/>
            <a:ext cx="1548717" cy="289589"/>
          </a:xfrm>
          <a:prstGeom prst="rect">
            <a:avLst/>
          </a:prstGeom>
        </p:spPr>
        <p:txBody>
          <a:bodyPr anchor="t" rtlCol="false" tIns="0" lIns="0" bIns="0" rIns="0">
            <a:spAutoFit/>
          </a:bodyPr>
          <a:lstStyle/>
          <a:p>
            <a:pPr algn="l">
              <a:lnSpc>
                <a:spcPts val="2304"/>
              </a:lnSpc>
            </a:pPr>
            <a:r>
              <a:rPr lang="en-US" sz="1920" spc="-1">
                <a:solidFill>
                  <a:srgbClr val="222222"/>
                </a:solidFill>
                <a:latin typeface="Arial"/>
                <a:ea typeface="Arial"/>
                <a:cs typeface="Arial"/>
                <a:sym typeface="Arial"/>
              </a:rPr>
              <a:t>accessibility id</a:t>
            </a:r>
          </a:p>
        </p:txBody>
      </p:sp>
      <p:sp>
        <p:nvSpPr>
          <p:cNvPr name="TextBox 191" id="191"/>
          <p:cNvSpPr txBox="true"/>
          <p:nvPr/>
        </p:nvSpPr>
        <p:spPr>
          <a:xfrm rot="0">
            <a:off x="5872505" y="4908142"/>
            <a:ext cx="1304096" cy="247317"/>
          </a:xfrm>
          <a:prstGeom prst="rect">
            <a:avLst/>
          </a:prstGeom>
        </p:spPr>
        <p:txBody>
          <a:bodyPr anchor="t" rtlCol="false" tIns="0" lIns="0" bIns="0" rIns="0">
            <a:spAutoFit/>
          </a:bodyPr>
          <a:lstStyle/>
          <a:p>
            <a:pPr algn="l">
              <a:lnSpc>
                <a:spcPts val="2070"/>
              </a:lnSpc>
            </a:pPr>
            <a:r>
              <a:rPr lang="en-US" sz="1725" spc="-1">
                <a:solidFill>
                  <a:srgbClr val="222222"/>
                </a:solidFill>
                <a:latin typeface="Courier New"/>
                <a:ea typeface="Courier New"/>
                <a:cs typeface="Courier New"/>
                <a:sym typeface="Courier New"/>
              </a:rPr>
              <a:t>~Đăng nhập</a:t>
            </a:r>
          </a:p>
        </p:txBody>
      </p:sp>
      <p:sp>
        <p:nvSpPr>
          <p:cNvPr name="Freeform 192" id="192"/>
          <p:cNvSpPr/>
          <p:nvPr/>
        </p:nvSpPr>
        <p:spPr>
          <a:xfrm flipH="false" flipV="false" rot="0">
            <a:off x="13673347" y="4861165"/>
            <a:ext cx="2543937" cy="343443"/>
          </a:xfrm>
          <a:custGeom>
            <a:avLst/>
            <a:gdLst/>
            <a:ahLst/>
            <a:cxnLst/>
            <a:rect r="r" b="b" t="t" l="l"/>
            <a:pathLst>
              <a:path h="343443" w="2543937">
                <a:moveTo>
                  <a:pt x="0" y="0"/>
                </a:moveTo>
                <a:lnTo>
                  <a:pt x="2543937" y="0"/>
                </a:lnTo>
                <a:lnTo>
                  <a:pt x="2543937" y="343443"/>
                </a:lnTo>
                <a:lnTo>
                  <a:pt x="0" y="343443"/>
                </a:lnTo>
                <a:lnTo>
                  <a:pt x="0" y="0"/>
                </a:lnTo>
                <a:close/>
              </a:path>
            </a:pathLst>
          </a:custGeom>
          <a:blipFill>
            <a:blip r:embed="rId8">
              <a:extLst>
                <a:ext uri="{96DAC541-7B7A-43D3-8B79-37D633B846F1}">
                  <asvg:svgBlip xmlns:asvg="http://schemas.microsoft.com/office/drawing/2016/SVG/main" r:embed="rId9"/>
                </a:ext>
              </a:extLst>
            </a:blip>
            <a:stretch>
              <a:fillRect l="0" t="0" r="0" b="0"/>
            </a:stretch>
          </a:blipFill>
        </p:spPr>
      </p:sp>
      <p:sp>
        <p:nvSpPr>
          <p:cNvPr name="TextBox 193" id="193"/>
          <p:cNvSpPr txBox="true"/>
          <p:nvPr/>
        </p:nvSpPr>
        <p:spPr>
          <a:xfrm rot="0">
            <a:off x="13296967" y="4850754"/>
            <a:ext cx="378543" cy="289589"/>
          </a:xfrm>
          <a:prstGeom prst="rect">
            <a:avLst/>
          </a:prstGeom>
        </p:spPr>
        <p:txBody>
          <a:bodyPr anchor="t" rtlCol="false" tIns="0" lIns="0" bIns="0" rIns="0">
            <a:spAutoFit/>
          </a:bodyPr>
          <a:lstStyle/>
          <a:p>
            <a:pPr algn="l">
              <a:lnSpc>
                <a:spcPts val="2304"/>
              </a:lnSpc>
            </a:pPr>
            <a:r>
              <a:rPr lang="en-US" sz="1920" spc="-1">
                <a:solidFill>
                  <a:srgbClr val="222222"/>
                </a:solidFill>
                <a:latin typeface="Arial"/>
                <a:ea typeface="Arial"/>
                <a:cs typeface="Arial"/>
                <a:sym typeface="Arial"/>
              </a:rPr>
              <a:t>Từ </a:t>
            </a:r>
          </a:p>
        </p:txBody>
      </p:sp>
      <p:sp>
        <p:nvSpPr>
          <p:cNvPr name="TextBox 194" id="194"/>
          <p:cNvSpPr txBox="true"/>
          <p:nvPr/>
        </p:nvSpPr>
        <p:spPr>
          <a:xfrm rot="0">
            <a:off x="13762987" y="4908142"/>
            <a:ext cx="2346303" cy="247317"/>
          </a:xfrm>
          <a:prstGeom prst="rect">
            <a:avLst/>
          </a:prstGeom>
        </p:spPr>
        <p:txBody>
          <a:bodyPr anchor="t" rtlCol="false" tIns="0" lIns="0" bIns="0" rIns="0">
            <a:spAutoFit/>
          </a:bodyPr>
          <a:lstStyle/>
          <a:p>
            <a:pPr algn="l">
              <a:lnSpc>
                <a:spcPts val="2070"/>
              </a:lnSpc>
            </a:pPr>
            <a:r>
              <a:rPr lang="en-US" sz="1725" spc="-1">
                <a:solidFill>
                  <a:srgbClr val="222222"/>
                </a:solidFill>
                <a:latin typeface="Courier New"/>
                <a:ea typeface="Courier New"/>
                <a:cs typeface="Courier New"/>
                <a:sym typeface="Courier New"/>
              </a:rPr>
              <a:t>accessibilityLabel</a:t>
            </a:r>
          </a:p>
        </p:txBody>
      </p:sp>
      <p:sp>
        <p:nvSpPr>
          <p:cNvPr name="TextBox 195" id="195"/>
          <p:cNvSpPr txBox="true"/>
          <p:nvPr/>
        </p:nvSpPr>
        <p:spPr>
          <a:xfrm rot="0">
            <a:off x="886139" y="5365371"/>
            <a:ext cx="242459" cy="289589"/>
          </a:xfrm>
          <a:prstGeom prst="rect">
            <a:avLst/>
          </a:prstGeom>
        </p:spPr>
        <p:txBody>
          <a:bodyPr anchor="t" rtlCol="false" tIns="0" lIns="0" bIns="0" rIns="0">
            <a:spAutoFit/>
          </a:bodyPr>
          <a:lstStyle/>
          <a:p>
            <a:pPr algn="l">
              <a:lnSpc>
                <a:spcPts val="2304"/>
              </a:lnSpc>
            </a:pPr>
            <a:r>
              <a:rPr lang="en-US" sz="1920" spc="-1">
                <a:solidFill>
                  <a:srgbClr val="222222"/>
                </a:solidFill>
                <a:latin typeface="Arial"/>
                <a:ea typeface="Arial"/>
                <a:cs typeface="Arial"/>
                <a:sym typeface="Arial"/>
              </a:rPr>
              <a:t>3</a:t>
            </a:r>
          </a:p>
        </p:txBody>
      </p:sp>
      <p:sp>
        <p:nvSpPr>
          <p:cNvPr name="Freeform 196" id="196"/>
          <p:cNvSpPr/>
          <p:nvPr/>
        </p:nvSpPr>
        <p:spPr>
          <a:xfrm flipH="false" flipV="false" rot="0">
            <a:off x="5786647" y="5375238"/>
            <a:ext cx="4901041" cy="343443"/>
          </a:xfrm>
          <a:custGeom>
            <a:avLst/>
            <a:gdLst/>
            <a:ahLst/>
            <a:cxnLst/>
            <a:rect r="r" b="b" t="t" l="l"/>
            <a:pathLst>
              <a:path h="343443" w="4901041">
                <a:moveTo>
                  <a:pt x="0" y="0"/>
                </a:moveTo>
                <a:lnTo>
                  <a:pt x="4901041" y="0"/>
                </a:lnTo>
                <a:lnTo>
                  <a:pt x="4901041" y="343443"/>
                </a:lnTo>
                <a:lnTo>
                  <a:pt x="0" y="343443"/>
                </a:lnTo>
                <a:lnTo>
                  <a:pt x="0" y="0"/>
                </a:lnTo>
                <a:close/>
              </a:path>
            </a:pathLst>
          </a:custGeom>
          <a:blipFill>
            <a:blip r:embed="rId10">
              <a:extLst>
                <a:ext uri="{96DAC541-7B7A-43D3-8B79-37D633B846F1}">
                  <asvg:svgBlip xmlns:asvg="http://schemas.microsoft.com/office/drawing/2016/SVG/main" r:embed="rId11"/>
                </a:ext>
              </a:extLst>
            </a:blip>
            <a:stretch>
              <a:fillRect l="0" t="0" r="0" b="0"/>
            </a:stretch>
          </a:blipFill>
        </p:spPr>
      </p:sp>
      <p:sp>
        <p:nvSpPr>
          <p:cNvPr name="TextBox 197" id="197"/>
          <p:cNvSpPr txBox="true"/>
          <p:nvPr/>
        </p:nvSpPr>
        <p:spPr>
          <a:xfrm rot="0">
            <a:off x="2121122" y="5365371"/>
            <a:ext cx="389877" cy="289589"/>
          </a:xfrm>
          <a:prstGeom prst="rect">
            <a:avLst/>
          </a:prstGeom>
        </p:spPr>
        <p:txBody>
          <a:bodyPr anchor="t" rtlCol="false" tIns="0" lIns="0" bIns="0" rIns="0">
            <a:spAutoFit/>
          </a:bodyPr>
          <a:lstStyle/>
          <a:p>
            <a:pPr algn="l">
              <a:lnSpc>
                <a:spcPts val="2304"/>
              </a:lnSpc>
            </a:pPr>
            <a:r>
              <a:rPr lang="en-US" sz="1920" spc="-1">
                <a:solidFill>
                  <a:srgbClr val="222222"/>
                </a:solidFill>
                <a:latin typeface="Arial"/>
                <a:ea typeface="Arial"/>
                <a:cs typeface="Arial"/>
                <a:sym typeface="Arial"/>
              </a:rPr>
              <a:t>text</a:t>
            </a:r>
          </a:p>
        </p:txBody>
      </p:sp>
      <p:sp>
        <p:nvSpPr>
          <p:cNvPr name="TextBox 198" id="198"/>
          <p:cNvSpPr txBox="true"/>
          <p:nvPr/>
        </p:nvSpPr>
        <p:spPr>
          <a:xfrm rot="0">
            <a:off x="5872505" y="5422759"/>
            <a:ext cx="4692063" cy="247317"/>
          </a:xfrm>
          <a:prstGeom prst="rect">
            <a:avLst/>
          </a:prstGeom>
        </p:spPr>
        <p:txBody>
          <a:bodyPr anchor="t" rtlCol="false" tIns="0" lIns="0" bIns="0" rIns="0">
            <a:spAutoFit/>
          </a:bodyPr>
          <a:lstStyle/>
          <a:p>
            <a:pPr algn="l">
              <a:lnSpc>
                <a:spcPts val="2070"/>
              </a:lnSpc>
            </a:pPr>
            <a:r>
              <a:rPr lang="en-US" sz="1725" spc="-1">
                <a:solidFill>
                  <a:srgbClr val="222222"/>
                </a:solidFill>
                <a:latin typeface="Courier New"/>
                <a:ea typeface="Courier New"/>
                <a:cs typeface="Courier New"/>
                <a:sym typeface="Courier New"/>
              </a:rPr>
              <a:t>android=new UiSelector().text("Tìm")</a:t>
            </a:r>
          </a:p>
        </p:txBody>
      </p:sp>
      <p:sp>
        <p:nvSpPr>
          <p:cNvPr name="TextBox 199" id="199"/>
          <p:cNvSpPr txBox="true"/>
          <p:nvPr/>
        </p:nvSpPr>
        <p:spPr>
          <a:xfrm rot="0">
            <a:off x="13296967" y="5365371"/>
            <a:ext cx="2938682" cy="289589"/>
          </a:xfrm>
          <a:prstGeom prst="rect">
            <a:avLst/>
          </a:prstGeom>
        </p:spPr>
        <p:txBody>
          <a:bodyPr anchor="t" rtlCol="false" tIns="0" lIns="0" bIns="0" rIns="0">
            <a:spAutoFit/>
          </a:bodyPr>
          <a:lstStyle/>
          <a:p>
            <a:pPr algn="l">
              <a:lnSpc>
                <a:spcPts val="2304"/>
              </a:lnSpc>
            </a:pPr>
            <a:r>
              <a:rPr lang="en-US" sz="1920" spc="-1">
                <a:solidFill>
                  <a:srgbClr val="222222"/>
                </a:solidFill>
                <a:latin typeface="Arial"/>
                <a:ea typeface="Arial"/>
                <a:cs typeface="Arial"/>
                <a:sym typeface="Arial"/>
              </a:rPr>
              <a:t>Gãy khi đổi chữ / ngôn ngữ</a:t>
            </a:r>
          </a:p>
        </p:txBody>
      </p:sp>
      <p:sp>
        <p:nvSpPr>
          <p:cNvPr name="TextBox 200" id="200"/>
          <p:cNvSpPr txBox="true"/>
          <p:nvPr/>
        </p:nvSpPr>
        <p:spPr>
          <a:xfrm rot="0">
            <a:off x="886139" y="5879454"/>
            <a:ext cx="242459" cy="289589"/>
          </a:xfrm>
          <a:prstGeom prst="rect">
            <a:avLst/>
          </a:prstGeom>
        </p:spPr>
        <p:txBody>
          <a:bodyPr anchor="t" rtlCol="false" tIns="0" lIns="0" bIns="0" rIns="0">
            <a:spAutoFit/>
          </a:bodyPr>
          <a:lstStyle/>
          <a:p>
            <a:pPr algn="l">
              <a:lnSpc>
                <a:spcPts val="2304"/>
              </a:lnSpc>
            </a:pPr>
            <a:r>
              <a:rPr lang="en-US" sz="1920" spc="-1">
                <a:solidFill>
                  <a:srgbClr val="222222"/>
                </a:solidFill>
                <a:latin typeface="Arial"/>
                <a:ea typeface="Arial"/>
                <a:cs typeface="Arial"/>
                <a:sym typeface="Arial"/>
              </a:rPr>
              <a:t>4</a:t>
            </a:r>
          </a:p>
        </p:txBody>
      </p:sp>
      <p:sp>
        <p:nvSpPr>
          <p:cNvPr name="Freeform 201" id="201"/>
          <p:cNvSpPr/>
          <p:nvPr/>
        </p:nvSpPr>
        <p:spPr>
          <a:xfrm flipH="false" flipV="false" rot="0">
            <a:off x="5786647" y="5889865"/>
            <a:ext cx="7130158" cy="343443"/>
          </a:xfrm>
          <a:custGeom>
            <a:avLst/>
            <a:gdLst/>
            <a:ahLst/>
            <a:cxnLst/>
            <a:rect r="r" b="b" t="t" l="l"/>
            <a:pathLst>
              <a:path h="343443" w="7130158">
                <a:moveTo>
                  <a:pt x="0" y="0"/>
                </a:moveTo>
                <a:lnTo>
                  <a:pt x="7130158" y="0"/>
                </a:lnTo>
                <a:lnTo>
                  <a:pt x="7130158" y="343443"/>
                </a:lnTo>
                <a:lnTo>
                  <a:pt x="0" y="343443"/>
                </a:lnTo>
                <a:lnTo>
                  <a:pt x="0" y="0"/>
                </a:lnTo>
                <a:close/>
              </a:path>
            </a:pathLst>
          </a:custGeom>
          <a:blipFill>
            <a:blip r:embed="rId12">
              <a:extLst>
                <a:ext uri="{96DAC541-7B7A-43D3-8B79-37D633B846F1}">
                  <asvg:svgBlip xmlns:asvg="http://schemas.microsoft.com/office/drawing/2016/SVG/main" r:embed="rId13"/>
                </a:ext>
              </a:extLst>
            </a:blip>
            <a:stretch>
              <a:fillRect l="0" t="0" r="0" b="0"/>
            </a:stretch>
          </a:blipFill>
        </p:spPr>
      </p:sp>
      <p:sp>
        <p:nvSpPr>
          <p:cNvPr name="TextBox 202" id="202"/>
          <p:cNvSpPr txBox="true"/>
          <p:nvPr/>
        </p:nvSpPr>
        <p:spPr>
          <a:xfrm rot="0">
            <a:off x="2121122" y="5879454"/>
            <a:ext cx="659340" cy="289589"/>
          </a:xfrm>
          <a:prstGeom prst="rect">
            <a:avLst/>
          </a:prstGeom>
        </p:spPr>
        <p:txBody>
          <a:bodyPr anchor="t" rtlCol="false" tIns="0" lIns="0" bIns="0" rIns="0">
            <a:spAutoFit/>
          </a:bodyPr>
          <a:lstStyle/>
          <a:p>
            <a:pPr algn="l">
              <a:lnSpc>
                <a:spcPts val="2304"/>
              </a:lnSpc>
            </a:pPr>
            <a:r>
              <a:rPr lang="en-US" sz="1920" spc="-1">
                <a:solidFill>
                  <a:srgbClr val="222222"/>
                </a:solidFill>
                <a:latin typeface="Arial"/>
                <a:ea typeface="Arial"/>
                <a:cs typeface="Arial"/>
                <a:sym typeface="Arial"/>
              </a:rPr>
              <a:t>XPath</a:t>
            </a:r>
          </a:p>
        </p:txBody>
      </p:sp>
      <p:sp>
        <p:nvSpPr>
          <p:cNvPr name="TextBox 203" id="203"/>
          <p:cNvSpPr txBox="true"/>
          <p:nvPr/>
        </p:nvSpPr>
        <p:spPr>
          <a:xfrm rot="0">
            <a:off x="5872505" y="5936842"/>
            <a:ext cx="6907139" cy="247317"/>
          </a:xfrm>
          <a:prstGeom prst="rect">
            <a:avLst/>
          </a:prstGeom>
        </p:spPr>
        <p:txBody>
          <a:bodyPr anchor="t" rtlCol="false" tIns="0" lIns="0" bIns="0" rIns="0">
            <a:spAutoFit/>
          </a:bodyPr>
          <a:lstStyle/>
          <a:p>
            <a:pPr algn="l">
              <a:lnSpc>
                <a:spcPts val="2070"/>
              </a:lnSpc>
            </a:pPr>
            <a:r>
              <a:rPr lang="en-US" sz="1725" spc="-1">
                <a:solidFill>
                  <a:srgbClr val="222222"/>
                </a:solidFill>
                <a:latin typeface="Courier New"/>
                <a:ea typeface="Courier New"/>
                <a:cs typeface="Courier New"/>
                <a:sym typeface="Courier New"/>
              </a:rPr>
              <a:t>//android.widget.EditText[@resource-id="login-email"]</a:t>
            </a:r>
          </a:p>
        </p:txBody>
      </p:sp>
      <p:sp>
        <p:nvSpPr>
          <p:cNvPr name="TextBox 204" id="204"/>
          <p:cNvSpPr txBox="true"/>
          <p:nvPr/>
        </p:nvSpPr>
        <p:spPr>
          <a:xfrm rot="0">
            <a:off x="13296967" y="5879454"/>
            <a:ext cx="2721597" cy="289589"/>
          </a:xfrm>
          <a:prstGeom prst="rect">
            <a:avLst/>
          </a:prstGeom>
        </p:spPr>
        <p:txBody>
          <a:bodyPr anchor="t" rtlCol="false" tIns="0" lIns="0" bIns="0" rIns="0">
            <a:spAutoFit/>
          </a:bodyPr>
          <a:lstStyle/>
          <a:p>
            <a:pPr algn="l">
              <a:lnSpc>
                <a:spcPts val="2304"/>
              </a:lnSpc>
            </a:pPr>
            <a:r>
              <a:rPr lang="en-US" sz="1920" spc="-1">
                <a:solidFill>
                  <a:srgbClr val="222222"/>
                </a:solidFill>
                <a:latin typeface="Arial"/>
                <a:ea typeface="Arial"/>
                <a:cs typeface="Arial"/>
                <a:sym typeface="Arial"/>
              </a:rPr>
              <a:t>Chậm, gãy khi đổi bố cục</a:t>
            </a:r>
          </a:p>
        </p:txBody>
      </p:sp>
      <p:sp>
        <p:nvSpPr>
          <p:cNvPr name="TextBox 205" id="205"/>
          <p:cNvSpPr txBox="true"/>
          <p:nvPr/>
        </p:nvSpPr>
        <p:spPr>
          <a:xfrm rot="0">
            <a:off x="693358" y="6666631"/>
            <a:ext cx="14571018" cy="361950"/>
          </a:xfrm>
          <a:prstGeom prst="rect">
            <a:avLst/>
          </a:prstGeom>
        </p:spPr>
        <p:txBody>
          <a:bodyPr anchor="t" rtlCol="false" tIns="0" lIns="0" bIns="0" rIns="0">
            <a:spAutoFit/>
          </a:bodyPr>
          <a:lstStyle/>
          <a:p>
            <a:pPr algn="l">
              <a:lnSpc>
                <a:spcPts val="2844"/>
              </a:lnSpc>
            </a:pPr>
            <a:r>
              <a:rPr lang="en-US" sz="2370" spc="-1">
                <a:solidFill>
                  <a:srgbClr val="222222"/>
                </a:solidFill>
                <a:latin typeface="Arial"/>
                <a:ea typeface="Arial"/>
                <a:cs typeface="Arial"/>
                <a:sym typeface="Arial"/>
              </a:rPr>
              <a:t>B</a:t>
            </a:r>
            <a:r>
              <a:rPr lang="en-US" sz="2370" spc="-1">
                <a:solidFill>
                  <a:srgbClr val="222222"/>
                </a:solidFill>
                <a:latin typeface="Arial"/>
                <a:ea typeface="Arial"/>
                <a:cs typeface="Arial"/>
                <a:sym typeface="Arial"/>
              </a:rPr>
              <a:t>est practice: Ưu tiên Locator ổn định, ít phụ thuộc vào vị trí và cấu trúc giao diện để giảm chi phí bảo trì test.</a:t>
            </a:r>
          </a:p>
        </p:txBody>
      </p:sp>
      <p:grpSp>
        <p:nvGrpSpPr>
          <p:cNvPr name="Group 206" id="206"/>
          <p:cNvGrpSpPr/>
          <p:nvPr/>
        </p:nvGrpSpPr>
        <p:grpSpPr>
          <a:xfrm rot="0">
            <a:off x="0" y="0"/>
            <a:ext cx="18288181" cy="143104"/>
            <a:chOff x="0" y="0"/>
            <a:chExt cx="24384241" cy="190805"/>
          </a:xfrm>
        </p:grpSpPr>
        <p:sp>
          <p:nvSpPr>
            <p:cNvPr name="Freeform 207" id="207"/>
            <p:cNvSpPr/>
            <p:nvPr/>
          </p:nvSpPr>
          <p:spPr>
            <a:xfrm flipH="false" flipV="false" rot="0">
              <a:off x="0" y="0"/>
              <a:ext cx="24384254" cy="190754"/>
            </a:xfrm>
            <a:custGeom>
              <a:avLst/>
              <a:gdLst/>
              <a:ahLst/>
              <a:cxnLst/>
              <a:rect r="r" b="b" t="t" l="l"/>
              <a:pathLst>
                <a:path h="190754" w="24384254">
                  <a:moveTo>
                    <a:pt x="0" y="0"/>
                  </a:moveTo>
                  <a:lnTo>
                    <a:pt x="24384254" y="0"/>
                  </a:lnTo>
                  <a:lnTo>
                    <a:pt x="24384254" y="190754"/>
                  </a:lnTo>
                  <a:lnTo>
                    <a:pt x="0" y="190754"/>
                  </a:lnTo>
                  <a:lnTo>
                    <a:pt x="0" y="0"/>
                  </a:lnTo>
                  <a:close/>
                </a:path>
              </a:pathLst>
            </a:custGeom>
            <a:solidFill>
              <a:srgbClr val="1F4E79"/>
            </a:solidFill>
          </p:spPr>
        </p:sp>
      </p:grpSp>
      <p:grpSp>
        <p:nvGrpSpPr>
          <p:cNvPr name="Group 208" id="208"/>
          <p:cNvGrpSpPr/>
          <p:nvPr/>
        </p:nvGrpSpPr>
        <p:grpSpPr>
          <a:xfrm rot="0">
            <a:off x="0" y="9943557"/>
            <a:ext cx="18288181" cy="343443"/>
            <a:chOff x="0" y="0"/>
            <a:chExt cx="24384241" cy="457924"/>
          </a:xfrm>
        </p:grpSpPr>
        <p:sp>
          <p:nvSpPr>
            <p:cNvPr name="Freeform 209" id="209"/>
            <p:cNvSpPr/>
            <p:nvPr/>
          </p:nvSpPr>
          <p:spPr>
            <a:xfrm flipH="false" flipV="false" rot="0">
              <a:off x="0" y="0"/>
              <a:ext cx="24384254" cy="457962"/>
            </a:xfrm>
            <a:custGeom>
              <a:avLst/>
              <a:gdLst/>
              <a:ahLst/>
              <a:cxnLst/>
              <a:rect r="r" b="b" t="t" l="l"/>
              <a:pathLst>
                <a:path h="457962" w="24384254">
                  <a:moveTo>
                    <a:pt x="0" y="0"/>
                  </a:moveTo>
                  <a:lnTo>
                    <a:pt x="24384254" y="0"/>
                  </a:lnTo>
                  <a:lnTo>
                    <a:pt x="24384254" y="457962"/>
                  </a:lnTo>
                  <a:lnTo>
                    <a:pt x="0" y="457962"/>
                  </a:lnTo>
                  <a:lnTo>
                    <a:pt x="0" y="0"/>
                  </a:lnTo>
                  <a:close/>
                </a:path>
              </a:pathLst>
            </a:custGeom>
            <a:solidFill>
              <a:srgbClr val="1F4E79"/>
            </a:solidFill>
          </p:spPr>
        </p:sp>
      </p:grpSp>
      <p:sp>
        <p:nvSpPr>
          <p:cNvPr name="TextBox 210" id="210"/>
          <p:cNvSpPr txBox="true"/>
          <p:nvPr/>
        </p:nvSpPr>
        <p:spPr>
          <a:xfrm rot="0">
            <a:off x="685800" y="250755"/>
            <a:ext cx="4865942" cy="215808"/>
          </a:xfrm>
          <a:prstGeom prst="rect">
            <a:avLst/>
          </a:prstGeom>
        </p:spPr>
        <p:txBody>
          <a:bodyPr anchor="t" rtlCol="false" tIns="0" lIns="0" bIns="0" rIns="0">
            <a:spAutoFit/>
          </a:bodyPr>
          <a:lstStyle/>
          <a:p>
            <a:pPr algn="l">
              <a:lnSpc>
                <a:spcPts val="1764"/>
              </a:lnSpc>
            </a:pPr>
            <a:r>
              <a:rPr lang="en-US" b="true" sz="1470" spc="-1">
                <a:solidFill>
                  <a:srgbClr val="1F4E79"/>
                </a:solidFill>
                <a:latin typeface="Arial Bold"/>
                <a:ea typeface="Arial Bold"/>
                <a:cs typeface="Arial Bold"/>
                <a:sym typeface="Arial Bold"/>
              </a:rPr>
              <a:t>2026 AI-first · Seminar T03 · Mobile Automation Testing</a:t>
            </a:r>
          </a:p>
        </p:txBody>
      </p:sp>
      <p:sp>
        <p:nvSpPr>
          <p:cNvPr name="TextBox 211" id="211"/>
          <p:cNvSpPr txBox="true"/>
          <p:nvPr/>
        </p:nvSpPr>
        <p:spPr>
          <a:xfrm rot="0">
            <a:off x="685800" y="9998488"/>
            <a:ext cx="9144000" cy="211826"/>
          </a:xfrm>
          <a:prstGeom prst="rect">
            <a:avLst/>
          </a:prstGeom>
        </p:spPr>
        <p:txBody>
          <a:bodyPr anchor="t" rtlCol="false" tIns="0" lIns="0" bIns="0" rIns="0" wrap="square">
            <a:noAutofit/>
          </a:bodyPr>
          <a:lstStyle/>
          <a:p>
            <a:pPr algn="l">
              <a:lnSpc>
                <a:spcPts val="1620"/>
              </a:lnSpc>
            </a:pPr>
            <a:r>
              <a:rPr lang="en-US" b="true" sz="1350" spc="-1">
                <a:solidFill>
                  <a:srgbClr val="FFFFFF"/>
                </a:solidFill>
                <a:latin typeface="Arial Bold"/>
                <a:ea typeface="Arial Bold"/>
                <a:cs typeface="Arial Bold"/>
                <a:sym typeface="Arial Bold"/>
              </a:rPr>
              <a:t>7 · Locator</a:t>
            </a:r>
          </a:p>
        </p:txBody>
      </p:sp>
      <p:sp>
        <p:nvSpPr>
          <p:cNvPr name="TextBox 212" id="212"/>
          <p:cNvSpPr txBox="true"/>
          <p:nvPr/>
        </p:nvSpPr>
        <p:spPr>
          <a:xfrm rot="0">
            <a:off x="772206" y="1684282"/>
            <a:ext cx="13411646" cy="714375"/>
          </a:xfrm>
          <a:prstGeom prst="rect">
            <a:avLst/>
          </a:prstGeom>
        </p:spPr>
        <p:txBody>
          <a:bodyPr anchor="t" rtlCol="false" tIns="0" lIns="0" bIns="0" rIns="0">
            <a:spAutoFit/>
          </a:bodyPr>
          <a:lstStyle/>
          <a:p>
            <a:pPr algn="l">
              <a:lnSpc>
                <a:spcPts val="2844"/>
              </a:lnSpc>
            </a:pPr>
            <a:r>
              <a:rPr lang="en-US" sz="2370" b="true">
                <a:solidFill>
                  <a:srgbClr val="222222"/>
                </a:solidFill>
                <a:latin typeface="Arial Bold"/>
                <a:ea typeface="Arial Bold"/>
                <a:cs typeface="Arial Bold"/>
                <a:sym typeface="Arial Bold"/>
              </a:rPr>
              <a:t>Loc</a:t>
            </a:r>
            <a:r>
              <a:rPr lang="en-US" sz="2370" b="true">
                <a:solidFill>
                  <a:srgbClr val="222222"/>
                </a:solidFill>
                <a:latin typeface="Arial Bold"/>
                <a:ea typeface="Arial Bold"/>
                <a:cs typeface="Arial Bold"/>
                <a:sym typeface="Arial Bold"/>
              </a:rPr>
              <a:t>ator:</a:t>
            </a:r>
            <a:r>
              <a:rPr lang="en-US" sz="2370">
                <a:solidFill>
                  <a:srgbClr val="222222"/>
                </a:solidFill>
                <a:latin typeface="Arial"/>
                <a:ea typeface="Arial"/>
                <a:cs typeface="Arial"/>
                <a:sym typeface="Arial"/>
              </a:rPr>
              <a:t> là cách xác định một phần tử trên giao diện ứng dụng để Appium có thể tương tác với  nó. </a:t>
            </a:r>
          </a:p>
          <a:p>
            <a:pPr algn="l">
              <a:lnSpc>
                <a:spcPts val="2844"/>
              </a:lnSpc>
            </a:pPr>
            <a:r>
              <a:rPr lang="en-US" sz="2370" spc="-1">
                <a:solidFill>
                  <a:srgbClr val="222222"/>
                </a:solidFill>
                <a:latin typeface="Arial"/>
                <a:ea typeface="Arial"/>
                <a:cs typeface="Arial"/>
                <a:sym typeface="Arial"/>
              </a:rPr>
              <a:t>Ví dụ: Để Appium nhập email, trước tiên phải tìm đúng ô nhập email.</a:t>
            </a:r>
          </a:p>
        </p:txBody>
      </p:sp>
    </p:spTree>
  </p:cSld>
  <p:clrMapOvr>
    <a:masterClrMapping/>
  </p:clrMapOvr>
  <p:transition spd="fast">
    <p:fade/>
  </p:transition>
</p:sld>
</file>

<file path=ppt/slides/slide8.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0" y="0"/>
            <a:ext cx="18288181" cy="10287000"/>
            <a:chOff x="0" y="0"/>
            <a:chExt cx="24384241" cy="13716000"/>
          </a:xfrm>
        </p:grpSpPr>
        <p:sp>
          <p:nvSpPr>
            <p:cNvPr name="Freeform 3" id="3"/>
            <p:cNvSpPr/>
            <p:nvPr/>
          </p:nvSpPr>
          <p:spPr>
            <a:xfrm flipH="false" flipV="false" rot="0">
              <a:off x="0" y="0"/>
              <a:ext cx="24384254" cy="13716000"/>
            </a:xfrm>
            <a:custGeom>
              <a:avLst/>
              <a:gdLst/>
              <a:ahLst/>
              <a:cxnLst/>
              <a:rect r="r" b="b" t="t" l="l"/>
              <a:pathLst>
                <a:path h="13716000" w="24384254">
                  <a:moveTo>
                    <a:pt x="0" y="0"/>
                  </a:moveTo>
                  <a:lnTo>
                    <a:pt x="24384254" y="0"/>
                  </a:lnTo>
                  <a:lnTo>
                    <a:pt x="24384254" y="13716000"/>
                  </a:lnTo>
                  <a:lnTo>
                    <a:pt x="0" y="13716000"/>
                  </a:lnTo>
                  <a:lnTo>
                    <a:pt x="0" y="0"/>
                  </a:lnTo>
                  <a:close/>
                </a:path>
              </a:pathLst>
            </a:custGeom>
            <a:solidFill>
              <a:srgbClr val="FFFFFF"/>
            </a:solidFill>
          </p:spPr>
        </p:sp>
      </p:grpSp>
      <p:grpSp>
        <p:nvGrpSpPr>
          <p:cNvPr name="Group 4" id="4"/>
          <p:cNvGrpSpPr/>
          <p:nvPr/>
        </p:nvGrpSpPr>
        <p:grpSpPr>
          <a:xfrm rot="0">
            <a:off x="0" y="0"/>
            <a:ext cx="18288181" cy="10287000"/>
            <a:chOff x="0" y="0"/>
            <a:chExt cx="24384241" cy="13716000"/>
          </a:xfrm>
        </p:grpSpPr>
        <p:sp>
          <p:nvSpPr>
            <p:cNvPr name="Freeform 5" id="5"/>
            <p:cNvSpPr/>
            <p:nvPr/>
          </p:nvSpPr>
          <p:spPr>
            <a:xfrm flipH="false" flipV="false" rot="0">
              <a:off x="0" y="0"/>
              <a:ext cx="24384254" cy="13716000"/>
            </a:xfrm>
            <a:custGeom>
              <a:avLst/>
              <a:gdLst/>
              <a:ahLst/>
              <a:cxnLst/>
              <a:rect r="r" b="b" t="t" l="l"/>
              <a:pathLst>
                <a:path h="13716000" w="24384254">
                  <a:moveTo>
                    <a:pt x="0" y="0"/>
                  </a:moveTo>
                  <a:lnTo>
                    <a:pt x="24384254" y="0"/>
                  </a:lnTo>
                  <a:lnTo>
                    <a:pt x="24384254" y="13716000"/>
                  </a:lnTo>
                  <a:lnTo>
                    <a:pt x="0" y="13716000"/>
                  </a:lnTo>
                  <a:lnTo>
                    <a:pt x="0" y="0"/>
                  </a:lnTo>
                  <a:close/>
                </a:path>
              </a:pathLst>
            </a:custGeom>
            <a:solidFill>
              <a:srgbClr val="FFFFFF"/>
            </a:solidFill>
          </p:spPr>
        </p:sp>
      </p:grpSp>
      <p:grpSp>
        <p:nvGrpSpPr>
          <p:cNvPr name="Group 6" id="6"/>
          <p:cNvGrpSpPr/>
          <p:nvPr/>
        </p:nvGrpSpPr>
        <p:grpSpPr>
          <a:xfrm rot="0">
            <a:off x="0" y="0"/>
            <a:ext cx="18288181" cy="10287000"/>
            <a:chOff x="0" y="0"/>
            <a:chExt cx="24384241" cy="13716000"/>
          </a:xfrm>
        </p:grpSpPr>
        <p:sp>
          <p:nvSpPr>
            <p:cNvPr name="Freeform 7" id="7"/>
            <p:cNvSpPr/>
            <p:nvPr/>
          </p:nvSpPr>
          <p:spPr>
            <a:xfrm flipH="false" flipV="false" rot="0">
              <a:off x="0" y="0"/>
              <a:ext cx="24384254" cy="13716000"/>
            </a:xfrm>
            <a:custGeom>
              <a:avLst/>
              <a:gdLst/>
              <a:ahLst/>
              <a:cxnLst/>
              <a:rect r="r" b="b" t="t" l="l"/>
              <a:pathLst>
                <a:path h="13716000" w="24384254">
                  <a:moveTo>
                    <a:pt x="0" y="0"/>
                  </a:moveTo>
                  <a:lnTo>
                    <a:pt x="24384254" y="0"/>
                  </a:lnTo>
                  <a:lnTo>
                    <a:pt x="24384254" y="13716000"/>
                  </a:lnTo>
                  <a:lnTo>
                    <a:pt x="0" y="13716000"/>
                  </a:lnTo>
                  <a:lnTo>
                    <a:pt x="0" y="0"/>
                  </a:lnTo>
                  <a:close/>
                </a:path>
              </a:pathLst>
            </a:custGeom>
            <a:solidFill>
              <a:srgbClr val="FFFFFF"/>
            </a:solidFill>
          </p:spPr>
        </p:sp>
      </p:grpSp>
      <p:grpSp>
        <p:nvGrpSpPr>
          <p:cNvPr name="Group 8" id="8"/>
          <p:cNvGrpSpPr/>
          <p:nvPr/>
        </p:nvGrpSpPr>
        <p:grpSpPr>
          <a:xfrm rot="0">
            <a:off x="685800" y="1757010"/>
            <a:ext cx="8231709" cy="7957433"/>
            <a:chOff x="0" y="0"/>
            <a:chExt cx="10285920" cy="9943198"/>
          </a:xfrm>
        </p:grpSpPr>
        <p:sp>
          <p:nvSpPr>
            <p:cNvPr name="Freeform 9" id="9"/>
            <p:cNvSpPr/>
            <p:nvPr/>
          </p:nvSpPr>
          <p:spPr>
            <a:xfrm flipH="false" flipV="false" rot="0">
              <a:off x="0" y="0"/>
              <a:ext cx="10285857" cy="9943211"/>
            </a:xfrm>
            <a:custGeom>
              <a:avLst/>
              <a:gdLst/>
              <a:ahLst/>
              <a:cxnLst/>
              <a:rect r="r" b="b" t="t" l="l"/>
              <a:pathLst>
                <a:path h="9943211" w="10285857">
                  <a:moveTo>
                    <a:pt x="0" y="0"/>
                  </a:moveTo>
                  <a:lnTo>
                    <a:pt x="10285857" y="0"/>
                  </a:lnTo>
                  <a:lnTo>
                    <a:pt x="10285857" y="9943211"/>
                  </a:lnTo>
                  <a:lnTo>
                    <a:pt x="0" y="9943211"/>
                  </a:lnTo>
                  <a:lnTo>
                    <a:pt x="0" y="0"/>
                  </a:lnTo>
                  <a:close/>
                </a:path>
              </a:pathLst>
            </a:custGeom>
            <a:blipFill>
              <a:blip r:embed="rId2"/>
              <a:stretch>
                <a:fillRect l="-10" t="0" r="-10" b="0"/>
              </a:stretch>
            </a:blipFill>
          </p:spPr>
        </p:sp>
      </p:grpSp>
      <p:sp>
        <p:nvSpPr>
          <p:cNvPr name="TextBox 10" id="10"/>
          <p:cNvSpPr txBox="true"/>
          <p:nvPr/>
        </p:nvSpPr>
        <p:spPr>
          <a:xfrm rot="0">
            <a:off x="685800" y="861146"/>
            <a:ext cx="14469963" cy="666750"/>
          </a:xfrm>
          <a:prstGeom prst="rect">
            <a:avLst/>
          </a:prstGeom>
        </p:spPr>
        <p:txBody>
          <a:bodyPr anchor="t" rtlCol="false" tIns="0" lIns="0" bIns="0" rIns="0">
            <a:spAutoFit/>
          </a:bodyPr>
          <a:lstStyle/>
          <a:p>
            <a:pPr algn="l">
              <a:lnSpc>
                <a:spcPts val="5130"/>
              </a:lnSpc>
            </a:pPr>
            <a:r>
              <a:rPr lang="en-US" b="true" sz="4275" spc="-1">
                <a:solidFill>
                  <a:srgbClr val="1F4E79"/>
                </a:solidFill>
                <a:latin typeface="Arial Bold"/>
                <a:ea typeface="Arial Bold"/>
                <a:cs typeface="Arial Bold"/>
                <a:sym typeface="Arial Bold"/>
              </a:rPr>
              <a:t>Appium Inspector — Khám phá giao diện và tìm Locator</a:t>
            </a:r>
          </a:p>
        </p:txBody>
      </p:sp>
      <p:sp>
        <p:nvSpPr>
          <p:cNvPr name="TextBox 11" id="11"/>
          <p:cNvSpPr txBox="true"/>
          <p:nvPr/>
        </p:nvSpPr>
        <p:spPr>
          <a:xfrm rot="0">
            <a:off x="9665777" y="5317976"/>
            <a:ext cx="7914045" cy="2825606"/>
          </a:xfrm>
          <a:prstGeom prst="rect">
            <a:avLst/>
          </a:prstGeom>
        </p:spPr>
        <p:txBody>
          <a:bodyPr anchor="t" rtlCol="false" tIns="0" lIns="0" bIns="0" rIns="0">
            <a:spAutoFit/>
          </a:bodyPr>
          <a:lstStyle/>
          <a:p>
            <a:pPr algn="l" marL="509352" indent="-254676" lvl="1">
              <a:lnSpc>
                <a:spcPts val="2831"/>
              </a:lnSpc>
              <a:buFont typeface="Arial"/>
              <a:buChar char="•"/>
            </a:pPr>
            <a:r>
              <a:rPr lang="en-US" sz="2359">
                <a:solidFill>
                  <a:srgbClr val="222222"/>
                </a:solidFill>
                <a:latin typeface="Arial"/>
                <a:ea typeface="Arial"/>
                <a:cs typeface="Arial"/>
                <a:sym typeface="Arial"/>
              </a:rPr>
              <a:t>Insp</a:t>
            </a:r>
            <a:r>
              <a:rPr lang="en-US" sz="2359">
                <a:solidFill>
                  <a:srgbClr val="222222"/>
                </a:solidFill>
                <a:latin typeface="Arial"/>
                <a:ea typeface="Arial"/>
                <a:cs typeface="Arial"/>
                <a:sym typeface="Arial"/>
              </a:rPr>
              <a:t>e</a:t>
            </a:r>
            <a:r>
              <a:rPr lang="en-US" sz="2359">
                <a:solidFill>
                  <a:srgbClr val="222222"/>
                </a:solidFill>
                <a:latin typeface="Arial"/>
                <a:ea typeface="Arial"/>
                <a:cs typeface="Arial"/>
                <a:sym typeface="Arial"/>
              </a:rPr>
              <a:t>ct UI Elements: Xem cây giao diện và các thuộc tính của phần tử.</a:t>
            </a:r>
          </a:p>
          <a:p>
            <a:pPr algn="l" marL="509352" indent="-254676" lvl="1">
              <a:lnSpc>
                <a:spcPts val="2831"/>
              </a:lnSpc>
              <a:buFont typeface="Arial"/>
              <a:buChar char="•"/>
            </a:pPr>
            <a:r>
              <a:rPr lang="en-US" sz="2359">
                <a:solidFill>
                  <a:srgbClr val="222222"/>
                </a:solidFill>
                <a:latin typeface="Arial"/>
                <a:ea typeface="Arial"/>
                <a:cs typeface="Arial"/>
                <a:sym typeface="Arial"/>
              </a:rPr>
              <a:t>Find &amp; Test Locators: Tìm phần tử bằng locator và thử các thao tác như Tap, Send Keys.</a:t>
            </a:r>
          </a:p>
          <a:p>
            <a:pPr algn="l" marL="509352" indent="-254676" lvl="1">
              <a:lnSpc>
                <a:spcPts val="2831"/>
              </a:lnSpc>
              <a:buFont typeface="Arial"/>
              <a:buChar char="•"/>
            </a:pPr>
            <a:r>
              <a:rPr lang="en-US" sz="2359">
                <a:solidFill>
                  <a:srgbClr val="222222"/>
                </a:solidFill>
                <a:latin typeface="Arial"/>
                <a:ea typeface="Arial"/>
                <a:cs typeface="Arial"/>
                <a:sym typeface="Arial"/>
              </a:rPr>
              <a:t>Record Actions: Ghi lại thao tác và hỗ trợ tạo code mẫu để xây dựng test script.</a:t>
            </a:r>
          </a:p>
          <a:p>
            <a:pPr algn="l">
              <a:lnSpc>
                <a:spcPts val="2831"/>
              </a:lnSpc>
            </a:pPr>
            <a:r>
              <a:rPr lang="en-US" sz="2359" spc="-1">
                <a:solidFill>
                  <a:srgbClr val="222222"/>
                </a:solidFill>
                <a:latin typeface="Arial"/>
                <a:ea typeface="Arial"/>
                <a:cs typeface="Arial"/>
                <a:sym typeface="Arial"/>
              </a:rPr>
              <a:t>=&gt; Appium Inspector giúp chúng ta tìm Locator trước khi viết test script.</a:t>
            </a:r>
          </a:p>
        </p:txBody>
      </p:sp>
      <p:grpSp>
        <p:nvGrpSpPr>
          <p:cNvPr name="Group 12" id="12"/>
          <p:cNvGrpSpPr/>
          <p:nvPr/>
        </p:nvGrpSpPr>
        <p:grpSpPr>
          <a:xfrm rot="0">
            <a:off x="0" y="0"/>
            <a:ext cx="18288181" cy="143104"/>
            <a:chOff x="0" y="0"/>
            <a:chExt cx="24384241" cy="190805"/>
          </a:xfrm>
        </p:grpSpPr>
        <p:sp>
          <p:nvSpPr>
            <p:cNvPr name="Freeform 13" id="13"/>
            <p:cNvSpPr/>
            <p:nvPr/>
          </p:nvSpPr>
          <p:spPr>
            <a:xfrm flipH="false" flipV="false" rot="0">
              <a:off x="0" y="0"/>
              <a:ext cx="24384254" cy="190754"/>
            </a:xfrm>
            <a:custGeom>
              <a:avLst/>
              <a:gdLst/>
              <a:ahLst/>
              <a:cxnLst/>
              <a:rect r="r" b="b" t="t" l="l"/>
              <a:pathLst>
                <a:path h="190754" w="24384254">
                  <a:moveTo>
                    <a:pt x="0" y="0"/>
                  </a:moveTo>
                  <a:lnTo>
                    <a:pt x="24384254" y="0"/>
                  </a:lnTo>
                  <a:lnTo>
                    <a:pt x="24384254" y="190754"/>
                  </a:lnTo>
                  <a:lnTo>
                    <a:pt x="0" y="190754"/>
                  </a:lnTo>
                  <a:lnTo>
                    <a:pt x="0" y="0"/>
                  </a:lnTo>
                  <a:close/>
                </a:path>
              </a:pathLst>
            </a:custGeom>
            <a:solidFill>
              <a:srgbClr val="1F4E79"/>
            </a:solidFill>
          </p:spPr>
        </p:sp>
      </p:grpSp>
      <p:grpSp>
        <p:nvGrpSpPr>
          <p:cNvPr name="Group 14" id="14"/>
          <p:cNvGrpSpPr/>
          <p:nvPr/>
        </p:nvGrpSpPr>
        <p:grpSpPr>
          <a:xfrm rot="0">
            <a:off x="0" y="9943557"/>
            <a:ext cx="18288181" cy="343443"/>
            <a:chOff x="0" y="0"/>
            <a:chExt cx="24384241" cy="457924"/>
          </a:xfrm>
        </p:grpSpPr>
        <p:sp>
          <p:nvSpPr>
            <p:cNvPr name="Freeform 15" id="15"/>
            <p:cNvSpPr/>
            <p:nvPr/>
          </p:nvSpPr>
          <p:spPr>
            <a:xfrm flipH="false" flipV="false" rot="0">
              <a:off x="0" y="0"/>
              <a:ext cx="24384254" cy="457962"/>
            </a:xfrm>
            <a:custGeom>
              <a:avLst/>
              <a:gdLst/>
              <a:ahLst/>
              <a:cxnLst/>
              <a:rect r="r" b="b" t="t" l="l"/>
              <a:pathLst>
                <a:path h="457962" w="24384254">
                  <a:moveTo>
                    <a:pt x="0" y="0"/>
                  </a:moveTo>
                  <a:lnTo>
                    <a:pt x="24384254" y="0"/>
                  </a:lnTo>
                  <a:lnTo>
                    <a:pt x="24384254" y="457962"/>
                  </a:lnTo>
                  <a:lnTo>
                    <a:pt x="0" y="457962"/>
                  </a:lnTo>
                  <a:lnTo>
                    <a:pt x="0" y="0"/>
                  </a:lnTo>
                  <a:close/>
                </a:path>
              </a:pathLst>
            </a:custGeom>
            <a:solidFill>
              <a:srgbClr val="1F4E79"/>
            </a:solidFill>
          </p:spPr>
        </p:sp>
      </p:grpSp>
      <p:sp>
        <p:nvSpPr>
          <p:cNvPr name="TextBox 16" id="16"/>
          <p:cNvSpPr txBox="true"/>
          <p:nvPr/>
        </p:nvSpPr>
        <p:spPr>
          <a:xfrm rot="0">
            <a:off x="685800" y="250755"/>
            <a:ext cx="4865942" cy="215808"/>
          </a:xfrm>
          <a:prstGeom prst="rect">
            <a:avLst/>
          </a:prstGeom>
        </p:spPr>
        <p:txBody>
          <a:bodyPr anchor="t" rtlCol="false" tIns="0" lIns="0" bIns="0" rIns="0">
            <a:spAutoFit/>
          </a:bodyPr>
          <a:lstStyle/>
          <a:p>
            <a:pPr algn="l">
              <a:lnSpc>
                <a:spcPts val="1764"/>
              </a:lnSpc>
            </a:pPr>
            <a:r>
              <a:rPr lang="en-US" b="true" sz="1470" spc="-1">
                <a:solidFill>
                  <a:srgbClr val="1F4E79"/>
                </a:solidFill>
                <a:latin typeface="Arial Bold"/>
                <a:ea typeface="Arial Bold"/>
                <a:cs typeface="Arial Bold"/>
                <a:sym typeface="Arial Bold"/>
              </a:rPr>
              <a:t>2026 AI-first · Seminar T03 · Mobile Automation Testing</a:t>
            </a:r>
          </a:p>
        </p:txBody>
      </p:sp>
      <p:grpSp>
        <p:nvGrpSpPr>
          <p:cNvPr name="Group 17" id="17"/>
          <p:cNvGrpSpPr/>
          <p:nvPr/>
        </p:nvGrpSpPr>
        <p:grpSpPr>
          <a:xfrm rot="0">
            <a:off x="7370213" y="4368355"/>
            <a:ext cx="1101138" cy="521587"/>
            <a:chOff x="0" y="0"/>
            <a:chExt cx="290012" cy="137373"/>
          </a:xfrm>
        </p:grpSpPr>
        <p:sp>
          <p:nvSpPr>
            <p:cNvPr name="Freeform 18" id="18"/>
            <p:cNvSpPr/>
            <p:nvPr/>
          </p:nvSpPr>
          <p:spPr>
            <a:xfrm flipH="false" flipV="false" rot="0">
              <a:off x="0" y="0"/>
              <a:ext cx="290012" cy="137373"/>
            </a:xfrm>
            <a:custGeom>
              <a:avLst/>
              <a:gdLst/>
              <a:ahLst/>
              <a:cxnLst/>
              <a:rect r="r" b="b" t="t" l="l"/>
              <a:pathLst>
                <a:path h="137373" w="290012">
                  <a:moveTo>
                    <a:pt x="0" y="0"/>
                  </a:moveTo>
                  <a:lnTo>
                    <a:pt x="290012" y="0"/>
                  </a:lnTo>
                  <a:lnTo>
                    <a:pt x="290012" y="137373"/>
                  </a:lnTo>
                  <a:lnTo>
                    <a:pt x="0" y="137373"/>
                  </a:lnTo>
                  <a:close/>
                </a:path>
              </a:pathLst>
            </a:custGeom>
            <a:ln w="38100" cap="sq">
              <a:solidFill>
                <a:srgbClr val="CF222E"/>
              </a:solidFill>
              <a:prstDash val="solid"/>
              <a:miter/>
            </a:ln>
          </p:spPr>
        </p:sp>
        <p:sp>
          <p:nvSpPr>
            <p:cNvPr name="TextBox 19" id="19"/>
            <p:cNvSpPr txBox="true"/>
            <p:nvPr/>
          </p:nvSpPr>
          <p:spPr>
            <a:xfrm>
              <a:off x="0" y="0"/>
              <a:ext cx="290012" cy="137373"/>
            </a:xfrm>
            <a:prstGeom prst="rect">
              <a:avLst/>
            </a:prstGeom>
          </p:spPr>
          <p:txBody>
            <a:bodyPr anchor="ctr" rtlCol="false" tIns="50800" lIns="50800" bIns="50800" rIns="50800"/>
            <a:lstStyle/>
            <a:p>
              <a:pPr algn="ctr">
                <a:lnSpc>
                  <a:spcPts val="1889"/>
                </a:lnSpc>
              </a:pPr>
            </a:p>
          </p:txBody>
        </p:sp>
      </p:grpSp>
      <p:grpSp>
        <p:nvGrpSpPr>
          <p:cNvPr name="Group 20" id="20"/>
          <p:cNvGrpSpPr/>
          <p:nvPr/>
        </p:nvGrpSpPr>
        <p:grpSpPr>
          <a:xfrm rot="0">
            <a:off x="900161" y="4173024"/>
            <a:ext cx="2883257" cy="594031"/>
            <a:chOff x="0" y="0"/>
            <a:chExt cx="759376" cy="156453"/>
          </a:xfrm>
        </p:grpSpPr>
        <p:sp>
          <p:nvSpPr>
            <p:cNvPr name="Freeform 21" id="21"/>
            <p:cNvSpPr/>
            <p:nvPr/>
          </p:nvSpPr>
          <p:spPr>
            <a:xfrm flipH="false" flipV="false" rot="0">
              <a:off x="0" y="0"/>
              <a:ext cx="759376" cy="156453"/>
            </a:xfrm>
            <a:custGeom>
              <a:avLst/>
              <a:gdLst/>
              <a:ahLst/>
              <a:cxnLst/>
              <a:rect r="r" b="b" t="t" l="l"/>
              <a:pathLst>
                <a:path h="156453" w="759376">
                  <a:moveTo>
                    <a:pt x="0" y="0"/>
                  </a:moveTo>
                  <a:lnTo>
                    <a:pt x="759376" y="0"/>
                  </a:lnTo>
                  <a:lnTo>
                    <a:pt x="759376" y="156453"/>
                  </a:lnTo>
                  <a:lnTo>
                    <a:pt x="0" y="156453"/>
                  </a:lnTo>
                  <a:close/>
                </a:path>
              </a:pathLst>
            </a:custGeom>
            <a:ln w="38100" cap="sq">
              <a:solidFill>
                <a:srgbClr val="CF222E"/>
              </a:solidFill>
              <a:prstDash val="solid"/>
              <a:miter/>
            </a:ln>
          </p:spPr>
        </p:sp>
        <p:sp>
          <p:nvSpPr>
            <p:cNvPr name="TextBox 22" id="22"/>
            <p:cNvSpPr txBox="true"/>
            <p:nvPr/>
          </p:nvSpPr>
          <p:spPr>
            <a:xfrm>
              <a:off x="0" y="0"/>
              <a:ext cx="759376" cy="156453"/>
            </a:xfrm>
            <a:prstGeom prst="rect">
              <a:avLst/>
            </a:prstGeom>
          </p:spPr>
          <p:txBody>
            <a:bodyPr anchor="ctr" rtlCol="false" tIns="50800" lIns="50800" bIns="50800" rIns="50800"/>
            <a:lstStyle/>
            <a:p>
              <a:pPr algn="ctr">
                <a:lnSpc>
                  <a:spcPts val="1889"/>
                </a:lnSpc>
              </a:pPr>
            </a:p>
          </p:txBody>
        </p:sp>
      </p:grpSp>
      <p:sp>
        <p:nvSpPr>
          <p:cNvPr name="TextBox 23" id="23"/>
          <p:cNvSpPr txBox="true"/>
          <p:nvPr/>
        </p:nvSpPr>
        <p:spPr>
          <a:xfrm rot="0">
            <a:off x="9665777" y="3025955"/>
            <a:ext cx="7914045" cy="1076325"/>
          </a:xfrm>
          <a:prstGeom prst="rect">
            <a:avLst/>
          </a:prstGeom>
        </p:spPr>
        <p:txBody>
          <a:bodyPr anchor="t" rtlCol="false" tIns="0" lIns="0" bIns="0" rIns="0">
            <a:spAutoFit/>
          </a:bodyPr>
          <a:lstStyle/>
          <a:p>
            <a:pPr algn="l">
              <a:lnSpc>
                <a:spcPts val="2831"/>
              </a:lnSpc>
            </a:pPr>
            <a:r>
              <a:rPr lang="en-US" sz="2359" spc="-1">
                <a:solidFill>
                  <a:srgbClr val="222222"/>
                </a:solidFill>
                <a:latin typeface="Arial"/>
                <a:ea typeface="Arial"/>
                <a:cs typeface="Arial"/>
                <a:sym typeface="Arial"/>
              </a:rPr>
              <a:t>Appium </a:t>
            </a:r>
            <a:r>
              <a:rPr lang="en-US" sz="2359" spc="-1">
                <a:solidFill>
                  <a:srgbClr val="222222"/>
                </a:solidFill>
                <a:latin typeface="Arial"/>
                <a:ea typeface="Arial"/>
                <a:cs typeface="Arial"/>
                <a:sym typeface="Arial"/>
              </a:rPr>
              <a:t>Inspector là công cụ hỗ trợ quan sát cấu trúc giao diện, xem thuộc tính phần tử </a:t>
            </a:r>
            <a:r>
              <a:rPr lang="en-US" sz="2359" spc="-1">
                <a:solidFill>
                  <a:srgbClr val="222222"/>
                </a:solidFill>
                <a:latin typeface="Arial"/>
                <a:ea typeface="Arial"/>
                <a:cs typeface="Arial"/>
                <a:sym typeface="Arial"/>
              </a:rPr>
              <a:t>và thử các thao tác trên ứ</a:t>
            </a:r>
            <a:r>
              <a:rPr lang="en-US" sz="2359" spc="-1">
                <a:solidFill>
                  <a:srgbClr val="222222"/>
                </a:solidFill>
                <a:latin typeface="Arial"/>
                <a:ea typeface="Arial"/>
                <a:cs typeface="Arial"/>
                <a:sym typeface="Arial"/>
              </a:rPr>
              <a:t>ng dụng.</a:t>
            </a:r>
          </a:p>
        </p:txBody>
      </p:sp>
      <p:sp>
        <p:nvSpPr>
          <p:cNvPr name="TextBox 24" id="24"/>
          <p:cNvSpPr txBox="true"/>
          <p:nvPr/>
        </p:nvSpPr>
        <p:spPr>
          <a:xfrm rot="0">
            <a:off x="9665777" y="4349305"/>
            <a:ext cx="4822180" cy="666750"/>
          </a:xfrm>
          <a:prstGeom prst="rect">
            <a:avLst/>
          </a:prstGeom>
        </p:spPr>
        <p:txBody>
          <a:bodyPr anchor="t" rtlCol="false" tIns="0" lIns="0" bIns="0" rIns="0">
            <a:spAutoFit/>
          </a:bodyPr>
          <a:lstStyle/>
          <a:p>
            <a:pPr algn="l">
              <a:lnSpc>
                <a:spcPts val="5130"/>
              </a:lnSpc>
            </a:pPr>
            <a:r>
              <a:rPr lang="en-US" b="true" sz="4275" spc="-1">
                <a:solidFill>
                  <a:srgbClr val="1F4E79"/>
                </a:solidFill>
                <a:latin typeface="Arial Bold"/>
                <a:ea typeface="Arial Bold"/>
                <a:cs typeface="Arial Bold"/>
                <a:sym typeface="Arial Bold"/>
              </a:rPr>
              <a:t>3 tính năng chính: </a:t>
            </a:r>
          </a:p>
        </p:txBody>
      </p:sp>
      <p:sp>
        <p:nvSpPr>
          <p:cNvPr name="TextBox 25" id="25"/>
          <p:cNvSpPr txBox="true"/>
          <p:nvPr/>
        </p:nvSpPr>
        <p:spPr>
          <a:xfrm rot="0">
            <a:off x="9665777" y="2112180"/>
            <a:ext cx="6360170" cy="666750"/>
          </a:xfrm>
          <a:prstGeom prst="rect">
            <a:avLst/>
          </a:prstGeom>
        </p:spPr>
        <p:txBody>
          <a:bodyPr anchor="t" rtlCol="false" tIns="0" lIns="0" bIns="0" rIns="0">
            <a:spAutoFit/>
          </a:bodyPr>
          <a:lstStyle/>
          <a:p>
            <a:pPr algn="l">
              <a:lnSpc>
                <a:spcPts val="5130"/>
              </a:lnSpc>
            </a:pPr>
            <a:r>
              <a:rPr lang="en-US" b="true" sz="4275" spc="-1">
                <a:solidFill>
                  <a:srgbClr val="1F4E79"/>
                </a:solidFill>
                <a:latin typeface="Arial Bold"/>
                <a:ea typeface="Arial Bold"/>
                <a:cs typeface="Arial Bold"/>
                <a:sym typeface="Arial Bold"/>
              </a:rPr>
              <a:t>Appium Inspector Là gì?</a:t>
            </a:r>
          </a:p>
        </p:txBody>
      </p:sp>
      <p:sp>
        <p:nvSpPr>
          <p:cNvPr name="TextBox 211" id="211"/>
          <p:cNvSpPr txBox="true"/>
          <p:nvPr/>
        </p:nvSpPr>
        <p:spPr>
          <a:xfrm rot="0">
            <a:off x="685800" y="9998488"/>
            <a:ext cx="9144000" cy="211826"/>
          </a:xfrm>
          <a:prstGeom prst="rect">
            <a:avLst/>
          </a:prstGeom>
        </p:spPr>
        <p:txBody>
          <a:bodyPr anchor="t" rtlCol="false" tIns="0" lIns="0" bIns="0" rIns="0" wrap="square">
            <a:noAutofit/>
          </a:bodyPr>
          <a:lstStyle/>
          <a:p>
            <a:pPr algn="l">
              <a:lnSpc>
                <a:spcPts val="1620"/>
              </a:lnSpc>
            </a:pPr>
            <a:r>
              <a:rPr lang="en-US" b="true" sz="1350" spc="-1">
                <a:solidFill>
                  <a:srgbClr val="FFFFFF"/>
                </a:solidFill>
                <a:latin typeface="Arial Bold"/>
                <a:ea typeface="Arial Bold"/>
                <a:cs typeface="Arial Bold"/>
                <a:sym typeface="Arial Bold"/>
              </a:rPr>
              <a:t>8 · Appium Inspector</a:t>
            </a:r>
          </a:p>
        </p:txBody>
      </p:sp>
    </p:spTree>
  </p:cSld>
  <p:clrMapOvr>
    <a:masterClrMapping/>
  </p:clrMapOvr>
  <p:transition spd="fast">
    <p:fade/>
  </p:transition>
</p:sld>
</file>

<file path=ppt/slides/slide9.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0" y="0"/>
            <a:ext cx="18288181" cy="10287000"/>
            <a:chOff x="0" y="0"/>
            <a:chExt cx="24384241" cy="13716000"/>
          </a:xfrm>
        </p:grpSpPr>
        <p:sp>
          <p:nvSpPr>
            <p:cNvPr name="Freeform 3" id="3"/>
            <p:cNvSpPr/>
            <p:nvPr/>
          </p:nvSpPr>
          <p:spPr>
            <a:xfrm flipH="false" flipV="false" rot="0">
              <a:off x="0" y="0"/>
              <a:ext cx="24384254" cy="13716000"/>
            </a:xfrm>
            <a:custGeom>
              <a:avLst/>
              <a:gdLst/>
              <a:ahLst/>
              <a:cxnLst/>
              <a:rect r="r" b="b" t="t" l="l"/>
              <a:pathLst>
                <a:path h="13716000" w="24384254">
                  <a:moveTo>
                    <a:pt x="0" y="0"/>
                  </a:moveTo>
                  <a:lnTo>
                    <a:pt x="24384254" y="0"/>
                  </a:lnTo>
                  <a:lnTo>
                    <a:pt x="24384254" y="13716000"/>
                  </a:lnTo>
                  <a:lnTo>
                    <a:pt x="0" y="13716000"/>
                  </a:lnTo>
                  <a:lnTo>
                    <a:pt x="0" y="0"/>
                  </a:lnTo>
                  <a:close/>
                </a:path>
              </a:pathLst>
            </a:custGeom>
            <a:solidFill>
              <a:srgbClr val="FFFFFF"/>
            </a:solidFill>
          </p:spPr>
        </p:sp>
      </p:grpSp>
      <p:grpSp>
        <p:nvGrpSpPr>
          <p:cNvPr name="Group 4" id="4"/>
          <p:cNvGrpSpPr/>
          <p:nvPr/>
        </p:nvGrpSpPr>
        <p:grpSpPr>
          <a:xfrm rot="0">
            <a:off x="0" y="0"/>
            <a:ext cx="18288181" cy="10287000"/>
            <a:chOff x="0" y="0"/>
            <a:chExt cx="24384241" cy="13716000"/>
          </a:xfrm>
        </p:grpSpPr>
        <p:sp>
          <p:nvSpPr>
            <p:cNvPr name="Freeform 5" id="5"/>
            <p:cNvSpPr/>
            <p:nvPr/>
          </p:nvSpPr>
          <p:spPr>
            <a:xfrm flipH="false" flipV="false" rot="0">
              <a:off x="0" y="0"/>
              <a:ext cx="24384254" cy="13716000"/>
            </a:xfrm>
            <a:custGeom>
              <a:avLst/>
              <a:gdLst/>
              <a:ahLst/>
              <a:cxnLst/>
              <a:rect r="r" b="b" t="t" l="l"/>
              <a:pathLst>
                <a:path h="13716000" w="24384254">
                  <a:moveTo>
                    <a:pt x="0" y="0"/>
                  </a:moveTo>
                  <a:lnTo>
                    <a:pt x="24384254" y="0"/>
                  </a:lnTo>
                  <a:lnTo>
                    <a:pt x="24384254" y="13716000"/>
                  </a:lnTo>
                  <a:lnTo>
                    <a:pt x="0" y="13716000"/>
                  </a:lnTo>
                  <a:lnTo>
                    <a:pt x="0" y="0"/>
                  </a:lnTo>
                  <a:close/>
                </a:path>
              </a:pathLst>
            </a:custGeom>
            <a:solidFill>
              <a:srgbClr val="FFFFFF"/>
            </a:solidFill>
          </p:spPr>
        </p:sp>
      </p:grpSp>
      <p:grpSp>
        <p:nvGrpSpPr>
          <p:cNvPr name="Group 6" id="6"/>
          <p:cNvGrpSpPr/>
          <p:nvPr/>
        </p:nvGrpSpPr>
        <p:grpSpPr>
          <a:xfrm rot="0">
            <a:off x="0" y="0"/>
            <a:ext cx="18288181" cy="10287000"/>
            <a:chOff x="0" y="0"/>
            <a:chExt cx="24384241" cy="13716000"/>
          </a:xfrm>
        </p:grpSpPr>
        <p:sp>
          <p:nvSpPr>
            <p:cNvPr name="Freeform 7" id="7"/>
            <p:cNvSpPr/>
            <p:nvPr/>
          </p:nvSpPr>
          <p:spPr>
            <a:xfrm flipH="false" flipV="false" rot="0">
              <a:off x="0" y="0"/>
              <a:ext cx="24384254" cy="13716000"/>
            </a:xfrm>
            <a:custGeom>
              <a:avLst/>
              <a:gdLst/>
              <a:ahLst/>
              <a:cxnLst/>
              <a:rect r="r" b="b" t="t" l="l"/>
              <a:pathLst>
                <a:path h="13716000" w="24384254">
                  <a:moveTo>
                    <a:pt x="0" y="0"/>
                  </a:moveTo>
                  <a:lnTo>
                    <a:pt x="24384254" y="0"/>
                  </a:lnTo>
                  <a:lnTo>
                    <a:pt x="24384254" y="13716000"/>
                  </a:lnTo>
                  <a:lnTo>
                    <a:pt x="0" y="13716000"/>
                  </a:lnTo>
                  <a:lnTo>
                    <a:pt x="0" y="0"/>
                  </a:lnTo>
                  <a:close/>
                </a:path>
              </a:pathLst>
            </a:custGeom>
            <a:solidFill>
              <a:srgbClr val="FFFFFF"/>
            </a:solidFill>
          </p:spPr>
        </p:sp>
      </p:grpSp>
      <p:sp>
        <p:nvSpPr>
          <p:cNvPr name="TextBox 97" id="97"/>
          <p:cNvSpPr txBox="true"/>
          <p:nvPr/>
        </p:nvSpPr>
        <p:spPr>
          <a:xfrm rot="0">
            <a:off x="768096" y="868680"/>
            <a:ext cx="16843248" cy="666750"/>
          </a:xfrm>
          <a:prstGeom prst="rect">
            <a:avLst/>
          </a:prstGeom>
        </p:spPr>
        <p:txBody>
          <a:bodyPr anchor="t" rtlCol="false" tIns="0" lIns="0" bIns="0" rIns="0">
            <a:spAutoFit/>
          </a:bodyPr>
          <a:lstStyle/>
          <a:p>
            <a:pPr algn="l">
              <a:lnSpc>
                <a:spcPts val="5130"/>
              </a:lnSpc>
            </a:pPr>
            <a:r>
              <a:rPr lang="en-US" b="true" sz="4275" spc="-1">
                <a:solidFill>
                  <a:srgbClr val="1F4E79"/>
                </a:solidFill>
                <a:latin typeface="Arial Bold"/>
                <a:ea typeface="Arial Bold"/>
                <a:cs typeface="Arial Bold"/>
                <a:sym typeface="Arial Bold"/>
              </a:rPr>
              <a:t>Viết một Appium Test — Locator, Action &amp; Assertion</a:t>
            </a:r>
          </a:p>
        </p:txBody>
      </p:sp>
      <p:sp>
        <p:nvSpPr>
          <p:cNvPr id="133" name="TextBox 132"/>
          <p:cNvSpPr txBox="1"/>
          <p:nvPr/>
        </p:nvSpPr>
        <p:spPr>
          <a:xfrm>
            <a:off x="768096" y="1691640"/>
            <a:ext cx="16843248" cy="502920"/>
          </a:xfrm>
          <a:prstGeom prst="rect">
            <a:avLst/>
          </a:prstGeom>
          <a:noFill/>
        </p:spPr>
        <p:txBody>
          <a:bodyPr wrap="square" anchor="t">
            <a:spAutoFit/>
          </a:bodyPr>
          <a:lstStyle/>
          <a:p>
            <a:pPr algn="l"/>
            <a:r>
              <a:rPr sz="2200" b="1" i="0">
                <a:solidFill>
                  <a:srgbClr val="222222"/>
                </a:solidFill>
                <a:latin typeface="Arial"/>
              </a:rPr>
              <a:t>Kịch bản — Verify Cart Total: </a:t>
            </a:r>
            <a:r>
              <a:rPr sz="2200" b="0" i="0">
                <a:solidFill>
                  <a:srgbClr val="222222"/>
                </a:solidFill>
                <a:latin typeface="Arial"/>
              </a:rPr>
              <a:t>thêm </a:t>
            </a:r>
            <a:r>
              <a:rPr sz="2200" b="0" i="1">
                <a:solidFill>
                  <a:srgbClr val="222222"/>
                </a:solidFill>
                <a:latin typeface="Arial"/>
              </a:rPr>
              <a:t>iPhone 15 Pro Max</a:t>
            </a:r>
            <a:r>
              <a:rPr sz="2200" b="0" i="0">
                <a:solidFill>
                  <a:srgbClr val="222222"/>
                </a:solidFill>
                <a:latin typeface="Arial"/>
              </a:rPr>
              <a:t> (30 000 000 ₫) vào giỏ 2 lần → tổng tạm tính phải là </a:t>
            </a:r>
            <a:r>
              <a:rPr sz="2200" b="1" i="0">
                <a:solidFill>
                  <a:srgbClr val="222222"/>
                </a:solidFill>
                <a:latin typeface="Arial"/>
              </a:rPr>
              <a:t>60 000 000 ₫</a:t>
            </a:r>
            <a:r>
              <a:rPr sz="2200" b="0" i="0">
                <a:solidFill>
                  <a:srgbClr val="222222"/>
                </a:solidFill>
                <a:latin typeface="Arial"/>
              </a:rPr>
              <a:t>.</a:t>
            </a:r>
          </a:p>
        </p:txBody>
      </p:sp>
      <p:sp>
        <p:nvSpPr>
          <p:cNvPr id="134" name="Rectangle 133"/>
          <p:cNvSpPr/>
          <p:nvPr/>
        </p:nvSpPr>
        <p:spPr>
          <a:xfrm>
            <a:off x="768096" y="2377440"/>
            <a:ext cx="2673705" cy="1097280"/>
          </a:xfrm>
          <a:prstGeom prst="rect">
            <a:avLst/>
          </a:prstGeom>
          <a:solidFill>
            <a:srgbClr val="EEF3FA"/>
          </a:solidFill>
          <a:ln w="27940">
            <a:solidFill>
              <a:srgbClr val="1F4E79"/>
            </a:solid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r>
              <a:rPr sz="1800" b="1" i="0">
                <a:solidFill>
                  <a:srgbClr val="222222"/>
                </a:solidFill>
                <a:latin typeface="Arial"/>
              </a:rPr>
              <a:t>1 · Locator</a:t>
            </a:r>
          </a:p>
          <a:p>
            <a:pPr algn="ctr"/>
            <a:r>
              <a:rPr sz="1600" b="0" i="0">
                <a:solidFill>
                  <a:srgbClr val="222222"/>
                </a:solidFill>
                <a:latin typeface="Arial"/>
              </a:rPr>
              <a:t>Tìm nút “Thêm vào giỏ” (</a:t>
            </a:r>
            <a:r>
              <a:rPr sz="1500" b="0" i="0">
                <a:solidFill>
                  <a:srgbClr val="222222"/>
                </a:solidFill>
                <a:latin typeface="Courier New"/>
              </a:rPr>
              <a:t>product-add-1</a:t>
            </a:r>
            <a:r>
              <a:rPr sz="1600" b="0" i="0">
                <a:solidFill>
                  <a:srgbClr val="222222"/>
                </a:solidFill>
                <a:latin typeface="Arial"/>
              </a:rPr>
              <a:t>)</a:t>
            </a:r>
          </a:p>
        </p:txBody>
      </p:sp>
      <p:pic>
        <p:nvPicPr>
          <p:cNvPr id="135" name="Picture 134" descr="image.png"/>
          <p:cNvPicPr>
            <a:picLocks noChangeAspect="1"/>
          </p:cNvPicPr>
          <p:nvPr/>
        </p:nvPicPr>
        <p:blipFill>
          <a:blip r:embed="rId10"/>
          <a:stretch>
            <a:fillRect/>
          </a:stretch>
        </p:blipFill>
        <p:spPr>
          <a:xfrm>
            <a:off x="3533241" y="2826638"/>
            <a:ext cx="685800" cy="198882"/>
          </a:xfrm>
          <a:prstGeom prst="rect">
            <a:avLst/>
          </a:prstGeom>
        </p:spPr>
      </p:pic>
      <p:sp>
        <p:nvSpPr>
          <p:cNvPr id="136" name="Rectangle 135"/>
          <p:cNvSpPr/>
          <p:nvPr/>
        </p:nvSpPr>
        <p:spPr>
          <a:xfrm>
            <a:off x="4310481" y="2377440"/>
            <a:ext cx="2673705" cy="1097280"/>
          </a:xfrm>
          <a:prstGeom prst="rect">
            <a:avLst/>
          </a:prstGeom>
          <a:solidFill>
            <a:srgbClr val="EEF3FA"/>
          </a:solidFill>
          <a:ln w="27940">
            <a:solidFill>
              <a:srgbClr val="1F4E79"/>
            </a:solid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r>
              <a:rPr sz="1800" b="1" i="0">
                <a:solidFill>
                  <a:srgbClr val="222222"/>
                </a:solidFill>
                <a:latin typeface="Arial"/>
              </a:rPr>
              <a:t>2 · Action</a:t>
            </a:r>
          </a:p>
          <a:p>
            <a:pPr algn="ctr"/>
            <a:r>
              <a:rPr sz="1600" b="0" i="0">
                <a:solidFill>
                  <a:srgbClr val="222222"/>
                </a:solidFill>
                <a:latin typeface="Arial"/>
              </a:rPr>
              <a:t>Bấm 2 lần, mở giỏ hàng</a:t>
            </a:r>
          </a:p>
        </p:txBody>
      </p:sp>
      <p:pic>
        <p:nvPicPr>
          <p:cNvPr id="137" name="Picture 136" descr="image.png"/>
          <p:cNvPicPr>
            <a:picLocks noChangeAspect="1"/>
          </p:cNvPicPr>
          <p:nvPr/>
        </p:nvPicPr>
        <p:blipFill>
          <a:blip r:embed="rId10"/>
          <a:stretch>
            <a:fillRect/>
          </a:stretch>
        </p:blipFill>
        <p:spPr>
          <a:xfrm>
            <a:off x="7075627" y="2826638"/>
            <a:ext cx="685800" cy="198882"/>
          </a:xfrm>
          <a:prstGeom prst="rect">
            <a:avLst/>
          </a:prstGeom>
        </p:spPr>
      </p:pic>
      <p:sp>
        <p:nvSpPr>
          <p:cNvPr id="138" name="Rectangle 137"/>
          <p:cNvSpPr/>
          <p:nvPr/>
        </p:nvSpPr>
        <p:spPr>
          <a:xfrm>
            <a:off x="7852867" y="2377440"/>
            <a:ext cx="2673705" cy="1097280"/>
          </a:xfrm>
          <a:prstGeom prst="rect">
            <a:avLst/>
          </a:prstGeom>
          <a:solidFill>
            <a:srgbClr val="EEF3FA"/>
          </a:solidFill>
          <a:ln w="27940">
            <a:solidFill>
              <a:srgbClr val="1F4E79"/>
            </a:solid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r>
              <a:rPr sz="1800" b="1" i="0">
                <a:solidFill>
                  <a:srgbClr val="222222"/>
                </a:solidFill>
                <a:latin typeface="Arial"/>
              </a:rPr>
              <a:t>3 · Wait</a:t>
            </a:r>
          </a:p>
          <a:p>
            <a:pPr algn="ctr"/>
            <a:r>
              <a:rPr sz="1600" b="0" i="0">
                <a:solidFill>
                  <a:srgbClr val="222222"/>
                </a:solidFill>
                <a:latin typeface="Arial"/>
              </a:rPr>
              <a:t>Chờ dòng tổng tiền hiện ra</a:t>
            </a:r>
          </a:p>
        </p:txBody>
      </p:sp>
      <p:pic>
        <p:nvPicPr>
          <p:cNvPr id="139" name="Picture 138" descr="image.png"/>
          <p:cNvPicPr>
            <a:picLocks noChangeAspect="1"/>
          </p:cNvPicPr>
          <p:nvPr/>
        </p:nvPicPr>
        <p:blipFill>
          <a:blip r:embed="rId10"/>
          <a:stretch>
            <a:fillRect/>
          </a:stretch>
        </p:blipFill>
        <p:spPr>
          <a:xfrm>
            <a:off x="10618012" y="2826638"/>
            <a:ext cx="685800" cy="198882"/>
          </a:xfrm>
          <a:prstGeom prst="rect">
            <a:avLst/>
          </a:prstGeom>
        </p:spPr>
      </p:pic>
      <p:sp>
        <p:nvSpPr>
          <p:cNvPr id="140" name="Rectangle 139"/>
          <p:cNvSpPr/>
          <p:nvPr/>
        </p:nvSpPr>
        <p:spPr>
          <a:xfrm>
            <a:off x="11395252" y="2377440"/>
            <a:ext cx="2673705" cy="1097280"/>
          </a:xfrm>
          <a:prstGeom prst="rect">
            <a:avLst/>
          </a:prstGeom>
          <a:solidFill>
            <a:srgbClr val="EEF3FA"/>
          </a:solidFill>
          <a:ln w="27940">
            <a:solidFill>
              <a:srgbClr val="1F4E79"/>
            </a:solid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r>
              <a:rPr sz="1800" b="1" i="0">
                <a:solidFill>
                  <a:srgbClr val="222222"/>
                </a:solidFill>
                <a:latin typeface="Arial"/>
              </a:rPr>
              <a:t>4 · Assertion</a:t>
            </a:r>
          </a:p>
          <a:p>
            <a:pPr algn="ctr"/>
            <a:r>
              <a:rPr sz="1600" b="0" i="0">
                <a:solidFill>
                  <a:srgbClr val="222222"/>
                </a:solidFill>
                <a:latin typeface="Arial"/>
              </a:rPr>
              <a:t>Tổng = 60 000 000 ₫?</a:t>
            </a:r>
          </a:p>
        </p:txBody>
      </p:sp>
      <p:pic>
        <p:nvPicPr>
          <p:cNvPr id="141" name="Picture 140" descr="image.png"/>
          <p:cNvPicPr>
            <a:picLocks noChangeAspect="1"/>
          </p:cNvPicPr>
          <p:nvPr/>
        </p:nvPicPr>
        <p:blipFill>
          <a:blip r:embed="rId10"/>
          <a:stretch>
            <a:fillRect/>
          </a:stretch>
        </p:blipFill>
        <p:spPr>
          <a:xfrm>
            <a:off x="14160398" y="2826638"/>
            <a:ext cx="685800" cy="198882"/>
          </a:xfrm>
          <a:prstGeom prst="rect">
            <a:avLst/>
          </a:prstGeom>
        </p:spPr>
      </p:pic>
      <p:sp>
        <p:nvSpPr>
          <p:cNvPr id="142" name="Rectangle 141"/>
          <p:cNvSpPr/>
          <p:nvPr/>
        </p:nvSpPr>
        <p:spPr>
          <a:xfrm>
            <a:off x="14937638" y="2377440"/>
            <a:ext cx="2673705" cy="1097280"/>
          </a:xfrm>
          <a:prstGeom prst="rect">
            <a:avLst/>
          </a:prstGeom>
          <a:solidFill>
            <a:srgbClr val="EEF3FA"/>
          </a:solidFill>
          <a:ln w="27940">
            <a:solidFill>
              <a:srgbClr val="1F4E79"/>
            </a:solidFill>
          </a:ln>
          <a:effectLst/>
        </p:spPr>
        <p:style>
          <a:lnRef idx="1">
            <a:schemeClr val="accent1"/>
          </a:lnRef>
          <a:fillRef idx="3">
            <a:schemeClr val="accent1"/>
          </a:fillRef>
          <a:effectRef idx="2">
            <a:schemeClr val="accent1"/>
          </a:effectRef>
          <a:fontRef idx="minor">
            <a:schemeClr val="lt1"/>
          </a:fontRef>
        </p:style>
        <p:txBody>
          <a:bodyPr rtlCol="0" anchor="ctr" wrap="square" tIns="54864" bIns="54864"/>
          <a:lstStyle/>
          <a:p>
            <a:pPr algn="ctr"/>
            <a:r>
              <a:rPr sz="1800" b="1" i="0">
                <a:solidFill>
                  <a:srgbClr val="222222"/>
                </a:solidFill>
                <a:latin typeface="Arial"/>
              </a:rPr>
              <a:t>Test Result</a:t>
            </a:r>
          </a:p>
          <a:p>
            <a:pPr algn="ctr"/>
            <a:r>
              <a:rPr sz="1600" b="0" i="0">
                <a:solidFill>
                  <a:srgbClr val="222222"/>
                </a:solidFill>
                <a:latin typeface="Arial"/>
              </a:rPr>
              <a:t>PASS / FAIL dựa trên Assertion</a:t>
            </a:r>
          </a:p>
        </p:txBody>
      </p:sp>
      <p:sp>
        <p:nvSpPr>
          <p:cNvPr id="143" name="Rectangle 142"/>
          <p:cNvSpPr/>
          <p:nvPr/>
        </p:nvSpPr>
        <p:spPr>
          <a:xfrm>
            <a:off x="768096" y="3703320"/>
            <a:ext cx="12390120" cy="3246120"/>
          </a:xfrm>
          <a:prstGeom prst="rect">
            <a:avLst/>
          </a:prstGeom>
          <a:solidFill>
            <a:srgbClr val="F7F9FC"/>
          </a:solidFill>
          <a:ln w="9525">
            <a:solidFill>
              <a:srgbClr val="E1E6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 name="Rectangle 143"/>
          <p:cNvSpPr/>
          <p:nvPr/>
        </p:nvSpPr>
        <p:spPr>
          <a:xfrm>
            <a:off x="768096" y="3703320"/>
            <a:ext cx="64008" cy="3246120"/>
          </a:xfrm>
          <a:prstGeom prst="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 name="TextBox 144"/>
          <p:cNvSpPr txBox="1"/>
          <p:nvPr/>
        </p:nvSpPr>
        <p:spPr>
          <a:xfrm>
            <a:off x="950976" y="3776472"/>
            <a:ext cx="12161520" cy="3099815"/>
          </a:xfrm>
          <a:prstGeom prst="rect">
            <a:avLst/>
          </a:prstGeom>
          <a:noFill/>
        </p:spPr>
        <p:txBody>
          <a:bodyPr wrap="square" anchor="t" lIns="45720" rIns="45720" tIns="36576" bIns="36576">
            <a:spAutoFit/>
          </a:bodyPr>
          <a:lstStyle/>
          <a:p>
            <a:pPr algn="l">
              <a:lnSpc>
                <a:spcPct val="110000"/>
              </a:lnSpc>
            </a:pPr>
            <a:r>
              <a:rPr sz="1800" b="0" i="0">
                <a:solidFill>
                  <a:srgbClr val="222222"/>
                </a:solidFill>
                <a:latin typeface="Courier New"/>
              </a:rPr>
              <a:t>const byId = (id) =&gt; driver.$(`android=new UiSelector().resourceId("${id}")`);</a:t>
            </a:r>
          </a:p>
          <a:p>
            <a:pPr algn="l">
              <a:lnSpc>
                <a:spcPct val="110000"/>
              </a:lnSpc>
            </a:pPr>
            <a:r>
              <a:rPr sz="1800" b="0" i="0">
                <a:solidFill>
                  <a:srgbClr val="222222"/>
                </a:solidFill>
                <a:latin typeface="Courier New"/>
              </a:rPr>
              <a:t>const addBtn = await byId("product-add-1");</a:t>
            </a:r>
            <a:r>
              <a:rPr sz="1800" b="1" i="0">
                <a:solidFill>
                  <a:srgbClr val="1F4E79"/>
                </a:solidFill>
                <a:latin typeface="Courier New"/>
              </a:rPr>
              <a:t>          // 1 Locator</a:t>
            </a:r>
          </a:p>
          <a:p>
            <a:pPr algn="l">
              <a:lnSpc>
                <a:spcPct val="110000"/>
              </a:lnSpc>
            </a:pPr>
            <a:r>
              <a:rPr sz="1800" b="0" i="0">
                <a:solidFill>
                  <a:srgbClr val="222222"/>
                </a:solidFill>
                <a:latin typeface="Courier New"/>
              </a:rPr>
              <a:t>for (let i = 0; i &lt; 2; i++) {</a:t>
            </a:r>
            <a:r>
              <a:rPr sz="1800" b="1" i="0">
                <a:solidFill>
                  <a:srgbClr val="1F4E79"/>
                </a:solidFill>
                <a:latin typeface="Courier New"/>
              </a:rPr>
              <a:t>                        // 2 Action: thêm 2 lần</a:t>
            </a:r>
          </a:p>
          <a:p>
            <a:pPr algn="l">
              <a:lnSpc>
                <a:spcPct val="110000"/>
              </a:lnSpc>
            </a:pPr>
            <a:r>
              <a:rPr sz="1800" b="0" i="0">
                <a:solidFill>
                  <a:srgbClr val="222222"/>
                </a:solidFill>
                <a:latin typeface="Courier New"/>
              </a:rPr>
              <a:t>  await addBtn.click();</a:t>
            </a:r>
          </a:p>
          <a:p>
            <a:pPr algn="l">
              <a:lnSpc>
                <a:spcPct val="110000"/>
              </a:lnSpc>
            </a:pPr>
            <a:r>
              <a:rPr sz="1800" b="0" i="0">
                <a:solidFill>
                  <a:srgbClr val="222222"/>
                </a:solidFill>
                <a:latin typeface="Courier New"/>
              </a:rPr>
              <a:t>  await (await byId("android:id/button1")).click();</a:t>
            </a:r>
            <a:r>
              <a:rPr sz="1800" b="0" i="0">
                <a:solidFill>
                  <a:srgbClr val="7A8494"/>
                </a:solidFill>
                <a:latin typeface="Courier New"/>
              </a:rPr>
              <a:t>  // đóng hộp thoại "Thành công"</a:t>
            </a:r>
          </a:p>
          <a:p>
            <a:pPr algn="l">
              <a:lnSpc>
                <a:spcPct val="110000"/>
              </a:lnSpc>
            </a:pPr>
            <a:r>
              <a:rPr sz="1800" b="0" i="0">
                <a:solidFill>
                  <a:srgbClr val="222222"/>
                </a:solidFill>
                <a:latin typeface="Courier New"/>
              </a:rPr>
              <a:t>}</a:t>
            </a:r>
          </a:p>
          <a:p>
            <a:pPr algn="l">
              <a:lnSpc>
                <a:spcPct val="110000"/>
              </a:lnSpc>
            </a:pPr>
            <a:r>
              <a:rPr sz="1800" b="0" i="0">
                <a:solidFill>
                  <a:srgbClr val="222222"/>
                </a:solidFill>
                <a:latin typeface="Courier New"/>
              </a:rPr>
              <a:t>await (await byId("nav-cart")).click();</a:t>
            </a:r>
            <a:r>
              <a:rPr sz="1800" b="0" i="0">
                <a:solidFill>
                  <a:srgbClr val="7A8494"/>
                </a:solidFill>
                <a:latin typeface="Courier New"/>
              </a:rPr>
              <a:t>              // mở giỏ hàng</a:t>
            </a:r>
          </a:p>
          <a:p>
            <a:pPr algn="l">
              <a:lnSpc>
                <a:spcPct val="110000"/>
              </a:lnSpc>
            </a:pPr>
            <a:r>
              <a:rPr sz="1800" b="0" i="0">
                <a:solidFill>
                  <a:srgbClr val="222222"/>
                </a:solidFill>
                <a:latin typeface="Courier New"/>
              </a:rPr>
              <a:t>const total = await byId("cart-total");</a:t>
            </a:r>
          </a:p>
          <a:p>
            <a:pPr algn="l">
              <a:lnSpc>
                <a:spcPct val="110000"/>
              </a:lnSpc>
            </a:pPr>
            <a:r>
              <a:rPr sz="1800" b="0" i="0">
                <a:solidFill>
                  <a:srgbClr val="222222"/>
                </a:solidFill>
                <a:latin typeface="Courier New"/>
              </a:rPr>
              <a:t>await total.waitForDisplayed({ timeout: 10_000 });</a:t>
            </a:r>
            <a:r>
              <a:rPr sz="1800" b="1" i="0">
                <a:solidFill>
                  <a:srgbClr val="1F4E79"/>
                </a:solidFill>
                <a:latin typeface="Courier New"/>
              </a:rPr>
              <a:t>   // 3 Wait: chờ điều kiện</a:t>
            </a:r>
          </a:p>
          <a:p>
            <a:pPr algn="l">
              <a:lnSpc>
                <a:spcPct val="110000"/>
              </a:lnSpc>
            </a:pPr>
            <a:r>
              <a:rPr sz="1800" b="0" i="0">
                <a:solidFill>
                  <a:srgbClr val="222222"/>
                </a:solidFill>
                <a:latin typeface="Courier New"/>
              </a:rPr>
              <a:t>assert.equal((await total.getText()).replace(/\D/g, ""), "60000000");</a:t>
            </a:r>
            <a:r>
              <a:rPr sz="1800" b="1" i="0">
                <a:solidFill>
                  <a:srgbClr val="1F4E79"/>
                </a:solidFill>
                <a:latin typeface="Courier New"/>
              </a:rPr>
              <a:t>  // 4 Assertion</a:t>
            </a:r>
          </a:p>
        </p:txBody>
      </p:sp>
      <p:pic>
        <p:nvPicPr>
          <p:cNvPr id="146" name="Picture 145" descr="eshop_cart_total.png"/>
          <p:cNvPicPr>
            <a:picLocks noChangeAspect="1"/>
          </p:cNvPicPr>
          <p:nvPr/>
        </p:nvPicPr>
        <p:blipFill>
          <a:blip r:embed="rId11"/>
          <a:stretch>
            <a:fillRect/>
          </a:stretch>
        </p:blipFill>
        <p:spPr>
          <a:xfrm>
            <a:off x="13405104" y="3703320"/>
            <a:ext cx="4206240" cy="3135207"/>
          </a:xfrm>
          <a:prstGeom prst="rect">
            <a:avLst/>
          </a:prstGeom>
          <a:ln w="9525">
            <a:solidFill>
              <a:srgbClr val="CCCCCC"/>
            </a:solidFill>
          </a:ln>
        </p:spPr>
      </p:pic>
      <p:sp>
        <p:nvSpPr>
          <p:cNvPr id="147" name="TextBox 146"/>
          <p:cNvSpPr txBox="1"/>
          <p:nvPr/>
        </p:nvSpPr>
        <p:spPr>
          <a:xfrm>
            <a:off x="13405104" y="6884247"/>
            <a:ext cx="4206240" cy="457200"/>
          </a:xfrm>
          <a:prstGeom prst="rect">
            <a:avLst/>
          </a:prstGeom>
          <a:noFill/>
        </p:spPr>
        <p:txBody>
          <a:bodyPr wrap="square" anchor="t">
            <a:spAutoFit/>
          </a:bodyPr>
          <a:lstStyle/>
          <a:p>
            <a:pPr algn="l"/>
            <a:r>
              <a:rPr sz="1300" b="0" i="0">
                <a:solidFill>
                  <a:srgbClr val="555555"/>
                </a:solidFill>
                <a:latin typeface="Arial"/>
              </a:rPr>
              <a:t>Màn giỏ hàng EShop lúc test chạy trên emulator (23/10/2026).</a:t>
            </a:r>
          </a:p>
        </p:txBody>
      </p:sp>
      <p:sp>
        <p:nvSpPr>
          <p:cNvPr id="148" name="TextBox 147"/>
          <p:cNvSpPr txBox="1"/>
          <p:nvPr/>
        </p:nvSpPr>
        <p:spPr>
          <a:xfrm>
            <a:off x="768096" y="7086600"/>
            <a:ext cx="12390120" cy="548640"/>
          </a:xfrm>
          <a:prstGeom prst="rect">
            <a:avLst/>
          </a:prstGeom>
          <a:noFill/>
        </p:spPr>
        <p:txBody>
          <a:bodyPr wrap="square" anchor="t">
            <a:spAutoFit/>
          </a:bodyPr>
          <a:lstStyle/>
          <a:p>
            <a:pPr algn="l"/>
            <a:r>
              <a:rPr sz="1500" b="1" i="0">
                <a:solidFill>
                  <a:srgbClr val="555555"/>
                </a:solidFill>
                <a:latin typeface="Arial"/>
              </a:rPr>
              <a:t>Best practice: </a:t>
            </a:r>
            <a:r>
              <a:rPr sz="1500" b="0" i="0">
                <a:solidFill>
                  <a:srgbClr val="555555"/>
                </a:solidFill>
                <a:latin typeface="Arial"/>
              </a:rPr>
              <a:t>Explicit Wait — chờ điều kiện cụ thể thay vì dùng thời gian chờ cố định. Bộ test thật gom các bước này vào Page Object (</a:t>
            </a:r>
            <a:r>
              <a:rPr sz="1400" b="0" i="0">
                <a:solidFill>
                  <a:srgbClr val="555555"/>
                </a:solidFill>
                <a:latin typeface="Courier New"/>
              </a:rPr>
              <a:t>home.addToCart(1, 2)</a:t>
            </a:r>
            <a:r>
              <a:rPr sz="1500" b="0" i="0">
                <a:solidFill>
                  <a:srgbClr val="555555"/>
                </a:solidFill>
                <a:latin typeface="Arial"/>
              </a:rPr>
              <a:t>).</a:t>
            </a:r>
          </a:p>
        </p:txBody>
      </p:sp>
      <p:sp>
        <p:nvSpPr>
          <p:cNvPr id="149" name="Rectangle 148"/>
          <p:cNvSpPr/>
          <p:nvPr/>
        </p:nvSpPr>
        <p:spPr>
          <a:xfrm>
            <a:off x="768096" y="7818120"/>
            <a:ext cx="16843248" cy="960120"/>
          </a:xfrm>
          <a:prstGeom prst="rect">
            <a:avLst/>
          </a:prstGeom>
          <a:solidFill>
            <a:srgbClr val="FF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 name="Rectangle 149"/>
          <p:cNvSpPr/>
          <p:nvPr/>
        </p:nvSpPr>
        <p:spPr>
          <a:xfrm>
            <a:off x="768096" y="7818120"/>
            <a:ext cx="82296" cy="960120"/>
          </a:xfrm>
          <a:prstGeom prst="rect">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 name="TextBox 150"/>
          <p:cNvSpPr txBox="1"/>
          <p:nvPr/>
        </p:nvSpPr>
        <p:spPr>
          <a:xfrm>
            <a:off x="996695" y="7818120"/>
            <a:ext cx="16523208" cy="960120"/>
          </a:xfrm>
          <a:prstGeom prst="rect">
            <a:avLst/>
          </a:prstGeom>
          <a:noFill/>
        </p:spPr>
        <p:txBody>
          <a:bodyPr wrap="square" anchor="ctr">
            <a:spAutoFit/>
          </a:bodyPr>
          <a:lstStyle/>
          <a:p>
            <a:pPr algn="l"/>
            <a:r>
              <a:rPr sz="2000" b="1" i="0">
                <a:solidFill>
                  <a:srgbClr val="6A160D"/>
                </a:solidFill>
                <a:latin typeface="Arial"/>
              </a:rPr>
              <a:t>Test này pass vì tổng tiền đúng. Nhưng nếu dòng tổng lệch sang trái và nút thanh toán đổi màu, Appium có phát hiện được không? → Applitools Eyes</a:t>
            </a:r>
          </a:p>
        </p:txBody>
      </p:sp>
      <p:grpSp>
        <p:nvGrpSpPr>
          <p:cNvPr name="Group 126" id="126"/>
          <p:cNvGrpSpPr/>
          <p:nvPr/>
        </p:nvGrpSpPr>
        <p:grpSpPr>
          <a:xfrm rot="0">
            <a:off x="0" y="0"/>
            <a:ext cx="18288181" cy="143104"/>
            <a:chOff x="0" y="0"/>
            <a:chExt cx="24384241" cy="190805"/>
          </a:xfrm>
        </p:grpSpPr>
        <p:sp>
          <p:nvSpPr>
            <p:cNvPr name="Freeform 127" id="127"/>
            <p:cNvSpPr/>
            <p:nvPr/>
          </p:nvSpPr>
          <p:spPr>
            <a:xfrm flipH="false" flipV="false" rot="0">
              <a:off x="0" y="0"/>
              <a:ext cx="24384254" cy="190754"/>
            </a:xfrm>
            <a:custGeom>
              <a:avLst/>
              <a:gdLst/>
              <a:ahLst/>
              <a:cxnLst/>
              <a:rect r="r" b="b" t="t" l="l"/>
              <a:pathLst>
                <a:path h="190754" w="24384254">
                  <a:moveTo>
                    <a:pt x="0" y="0"/>
                  </a:moveTo>
                  <a:lnTo>
                    <a:pt x="24384254" y="0"/>
                  </a:lnTo>
                  <a:lnTo>
                    <a:pt x="24384254" y="190754"/>
                  </a:lnTo>
                  <a:lnTo>
                    <a:pt x="0" y="190754"/>
                  </a:lnTo>
                  <a:lnTo>
                    <a:pt x="0" y="0"/>
                  </a:lnTo>
                  <a:close/>
                </a:path>
              </a:pathLst>
            </a:custGeom>
            <a:solidFill>
              <a:srgbClr val="1F4E79"/>
            </a:solidFill>
          </p:spPr>
        </p:sp>
      </p:grpSp>
      <p:grpSp>
        <p:nvGrpSpPr>
          <p:cNvPr name="Group 129" id="129"/>
          <p:cNvGrpSpPr/>
          <p:nvPr/>
        </p:nvGrpSpPr>
        <p:grpSpPr>
          <a:xfrm rot="0">
            <a:off x="0" y="9943557"/>
            <a:ext cx="18288181" cy="343443"/>
            <a:chOff x="0" y="0"/>
            <a:chExt cx="24384241" cy="457924"/>
          </a:xfrm>
        </p:grpSpPr>
        <p:sp>
          <p:nvSpPr>
            <p:cNvPr name="Freeform 130" id="130"/>
            <p:cNvSpPr/>
            <p:nvPr/>
          </p:nvSpPr>
          <p:spPr>
            <a:xfrm flipH="false" flipV="false" rot="0">
              <a:off x="0" y="0"/>
              <a:ext cx="24384254" cy="457962"/>
            </a:xfrm>
            <a:custGeom>
              <a:avLst/>
              <a:gdLst/>
              <a:ahLst/>
              <a:cxnLst/>
              <a:rect r="r" b="b" t="t" l="l"/>
              <a:pathLst>
                <a:path h="457962" w="24384254">
                  <a:moveTo>
                    <a:pt x="0" y="0"/>
                  </a:moveTo>
                  <a:lnTo>
                    <a:pt x="24384254" y="0"/>
                  </a:lnTo>
                  <a:lnTo>
                    <a:pt x="24384254" y="457962"/>
                  </a:lnTo>
                  <a:lnTo>
                    <a:pt x="0" y="457962"/>
                  </a:lnTo>
                  <a:lnTo>
                    <a:pt x="0" y="0"/>
                  </a:lnTo>
                  <a:close/>
                </a:path>
              </a:pathLst>
            </a:custGeom>
            <a:solidFill>
              <a:srgbClr val="1F4E79"/>
            </a:solidFill>
          </p:spPr>
        </p:sp>
      </p:grpSp>
      <p:sp>
        <p:nvSpPr>
          <p:cNvPr name="TextBox 131" id="131"/>
          <p:cNvSpPr txBox="true"/>
          <p:nvPr/>
        </p:nvSpPr>
        <p:spPr>
          <a:xfrm rot="0">
            <a:off x="685800" y="250755"/>
            <a:ext cx="4865942" cy="215808"/>
          </a:xfrm>
          <a:prstGeom prst="rect">
            <a:avLst/>
          </a:prstGeom>
        </p:spPr>
        <p:txBody>
          <a:bodyPr anchor="t" rtlCol="false" tIns="0" lIns="0" bIns="0" rIns="0">
            <a:spAutoFit/>
          </a:bodyPr>
          <a:lstStyle/>
          <a:p>
            <a:pPr algn="l">
              <a:lnSpc>
                <a:spcPts val="1764"/>
              </a:lnSpc>
            </a:pPr>
            <a:r>
              <a:rPr lang="en-US" b="true" sz="1470" spc="-1">
                <a:solidFill>
                  <a:srgbClr val="1F4E79"/>
                </a:solidFill>
                <a:latin typeface="Arial Bold"/>
                <a:ea typeface="Arial Bold"/>
                <a:cs typeface="Arial Bold"/>
                <a:sym typeface="Arial Bold"/>
              </a:rPr>
              <a:t>2026 AI-first · Seminar T03 · Mobile Automation Testing</a:t>
            </a:r>
          </a:p>
        </p:txBody>
      </p:sp>
      <p:sp>
        <p:nvSpPr>
          <p:cNvPr name="TextBox 132" id="132"/>
          <p:cNvSpPr txBox="true"/>
          <p:nvPr/>
        </p:nvSpPr>
        <p:spPr>
          <a:xfrm rot="0">
            <a:off x="685800" y="9998488"/>
            <a:ext cx="9144000" cy="211826"/>
          </a:xfrm>
          <a:prstGeom prst="rect">
            <a:avLst/>
          </a:prstGeom>
        </p:spPr>
        <p:txBody>
          <a:bodyPr anchor="t" rtlCol="false" tIns="0" lIns="0" bIns="0" rIns="0" wrap="square">
            <a:noAutofit/>
          </a:bodyPr>
          <a:lstStyle/>
          <a:p>
            <a:pPr algn="l">
              <a:lnSpc>
                <a:spcPts val="1620"/>
              </a:lnSpc>
            </a:pPr>
            <a:r>
              <a:rPr lang="en-US" b="true" sz="1350" spc="-1">
                <a:solidFill>
                  <a:srgbClr val="FFFFFF"/>
                </a:solidFill>
                <a:latin typeface="Arial Bold"/>
                <a:ea typeface="Arial Bold"/>
                <a:cs typeface="Arial Bold"/>
                <a:sym typeface="Arial Bold"/>
              </a:rPr>
              <a:t>9 · Viết test</a:t>
            </a:r>
          </a:p>
        </p:txBody>
      </p:sp>
    </p:spTree>
  </p:cSld>
  <p:clrMapOvr>
    <a:masterClrMapping/>
  </p:clrMapOvr>
  <p:transition spd="fast">
    <p:fade/>
  </p:transition>
</p:sld>
</file>

<file path=ppt/slides/slide10.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0" y="0"/>
            <a:ext cx="18288181" cy="10287000"/>
            <a:chOff x="0" y="0"/>
            <a:chExt cx="24384241" cy="13716000"/>
          </a:xfrm>
        </p:grpSpPr>
        <p:sp>
          <p:nvSpPr>
            <p:cNvPr name="Freeform 3" id="3"/>
            <p:cNvSpPr/>
            <p:nvPr/>
          </p:nvSpPr>
          <p:spPr>
            <a:xfrm flipH="false" flipV="false" rot="0">
              <a:off x="0" y="0"/>
              <a:ext cx="24384254" cy="13716000"/>
            </a:xfrm>
            <a:custGeom>
              <a:avLst/>
              <a:gdLst/>
              <a:ahLst/>
              <a:cxnLst/>
              <a:rect r="r" b="b" t="t" l="l"/>
              <a:pathLst>
                <a:path h="13716000" w="24384254">
                  <a:moveTo>
                    <a:pt x="0" y="0"/>
                  </a:moveTo>
                  <a:lnTo>
                    <a:pt x="24384254" y="0"/>
                  </a:lnTo>
                  <a:lnTo>
                    <a:pt x="24384254" y="13716000"/>
                  </a:lnTo>
                  <a:lnTo>
                    <a:pt x="0" y="13716000"/>
                  </a:lnTo>
                  <a:lnTo>
                    <a:pt x="0" y="0"/>
                  </a:lnTo>
                  <a:close/>
                </a:path>
              </a:pathLst>
            </a:custGeom>
            <a:solidFill>
              <a:srgbClr val="FFFFFF"/>
            </a:solidFill>
          </p:spPr>
        </p:sp>
      </p:grpSp>
      <p:grpSp>
        <p:nvGrpSpPr>
          <p:cNvPr name="Group 4" id="4"/>
          <p:cNvGrpSpPr/>
          <p:nvPr/>
        </p:nvGrpSpPr>
        <p:grpSpPr>
          <a:xfrm rot="0">
            <a:off x="0" y="0"/>
            <a:ext cx="18288181" cy="10287000"/>
            <a:chOff x="0" y="0"/>
            <a:chExt cx="24384241" cy="13716000"/>
          </a:xfrm>
        </p:grpSpPr>
        <p:sp>
          <p:nvSpPr>
            <p:cNvPr name="Freeform 5" id="5"/>
            <p:cNvSpPr/>
            <p:nvPr/>
          </p:nvSpPr>
          <p:spPr>
            <a:xfrm flipH="false" flipV="false" rot="0">
              <a:off x="0" y="0"/>
              <a:ext cx="24384254" cy="13716000"/>
            </a:xfrm>
            <a:custGeom>
              <a:avLst/>
              <a:gdLst/>
              <a:ahLst/>
              <a:cxnLst/>
              <a:rect r="r" b="b" t="t" l="l"/>
              <a:pathLst>
                <a:path h="13716000" w="24384254">
                  <a:moveTo>
                    <a:pt x="0" y="0"/>
                  </a:moveTo>
                  <a:lnTo>
                    <a:pt x="24384254" y="0"/>
                  </a:lnTo>
                  <a:lnTo>
                    <a:pt x="24384254" y="13716000"/>
                  </a:lnTo>
                  <a:lnTo>
                    <a:pt x="0" y="13716000"/>
                  </a:lnTo>
                  <a:lnTo>
                    <a:pt x="0" y="0"/>
                  </a:lnTo>
                  <a:close/>
                </a:path>
              </a:pathLst>
            </a:custGeom>
            <a:solidFill>
              <a:srgbClr val="FFFFFF"/>
            </a:solidFill>
          </p:spPr>
        </p:sp>
      </p:grpSp>
      <p:grpSp>
        <p:nvGrpSpPr>
          <p:cNvPr name="Group 6" id="6"/>
          <p:cNvGrpSpPr/>
          <p:nvPr/>
        </p:nvGrpSpPr>
        <p:grpSpPr>
          <a:xfrm rot="0">
            <a:off x="0" y="0"/>
            <a:ext cx="18288181" cy="10287000"/>
            <a:chOff x="0" y="0"/>
            <a:chExt cx="24384241" cy="13716000"/>
          </a:xfrm>
        </p:grpSpPr>
        <p:sp>
          <p:nvSpPr>
            <p:cNvPr name="Freeform 7" id="7"/>
            <p:cNvSpPr/>
            <p:nvPr/>
          </p:nvSpPr>
          <p:spPr>
            <a:xfrm flipH="false" flipV="false" rot="0">
              <a:off x="0" y="0"/>
              <a:ext cx="24384254" cy="13716000"/>
            </a:xfrm>
            <a:custGeom>
              <a:avLst/>
              <a:gdLst/>
              <a:ahLst/>
              <a:cxnLst/>
              <a:rect r="r" b="b" t="t" l="l"/>
              <a:pathLst>
                <a:path h="13716000" w="24384254">
                  <a:moveTo>
                    <a:pt x="0" y="0"/>
                  </a:moveTo>
                  <a:lnTo>
                    <a:pt x="24384254" y="0"/>
                  </a:lnTo>
                  <a:lnTo>
                    <a:pt x="24384254" y="13716000"/>
                  </a:lnTo>
                  <a:lnTo>
                    <a:pt x="0" y="13716000"/>
                  </a:lnTo>
                  <a:lnTo>
                    <a:pt x="0" y="0"/>
                  </a:lnTo>
                  <a:close/>
                </a:path>
              </a:pathLst>
            </a:custGeom>
            <a:solidFill>
              <a:srgbClr val="FFFFFF"/>
            </a:solidFill>
          </p:spPr>
        </p:sp>
      </p:grpSp>
      <p:grpSp>
        <p:nvGrpSpPr>
          <p:cNvPr name="Group 8" id="8"/>
          <p:cNvGrpSpPr/>
          <p:nvPr/>
        </p:nvGrpSpPr>
        <p:grpSpPr>
          <a:xfrm rot="0">
            <a:off x="685257" y="7228980"/>
            <a:ext cx="16917124" cy="486537"/>
            <a:chOff x="0" y="0"/>
            <a:chExt cx="22556165" cy="648716"/>
          </a:xfrm>
        </p:grpSpPr>
        <p:sp>
          <p:nvSpPr>
            <p:cNvPr name="Freeform 9" id="9"/>
            <p:cNvSpPr/>
            <p:nvPr/>
          </p:nvSpPr>
          <p:spPr>
            <a:xfrm flipH="false" flipV="false" rot="0">
              <a:off x="0" y="0"/>
              <a:ext cx="22556215" cy="648716"/>
            </a:xfrm>
            <a:custGeom>
              <a:avLst/>
              <a:gdLst/>
              <a:ahLst/>
              <a:cxnLst/>
              <a:rect r="r" b="b" t="t" l="l"/>
              <a:pathLst>
                <a:path h="648716" w="22556215">
                  <a:moveTo>
                    <a:pt x="0" y="0"/>
                  </a:moveTo>
                  <a:lnTo>
                    <a:pt x="22556215" y="0"/>
                  </a:lnTo>
                  <a:lnTo>
                    <a:pt x="22556215" y="648716"/>
                  </a:lnTo>
                  <a:lnTo>
                    <a:pt x="0" y="648716"/>
                  </a:lnTo>
                  <a:lnTo>
                    <a:pt x="0" y="0"/>
                  </a:lnTo>
                  <a:close/>
                </a:path>
              </a:pathLst>
            </a:custGeom>
            <a:solidFill>
              <a:srgbClr val="1F4E79"/>
            </a:solidFill>
          </p:spPr>
        </p:sp>
      </p:grpSp>
      <p:sp>
        <p:nvSpPr>
          <p:cNvPr name="Freeform 10" id="10"/>
          <p:cNvSpPr/>
          <p:nvPr/>
        </p:nvSpPr>
        <p:spPr>
          <a:xfrm flipH="false" flipV="false" rot="0">
            <a:off x="728462" y="3957123"/>
            <a:ext cx="86401" cy="86401"/>
          </a:xfrm>
          <a:custGeom>
            <a:avLst/>
            <a:gdLst/>
            <a:ahLst/>
            <a:cxnLst/>
            <a:rect r="r" b="b" t="t" l="l"/>
            <a:pathLst>
              <a:path h="86401" w="86401">
                <a:moveTo>
                  <a:pt x="0" y="0"/>
                </a:moveTo>
                <a:lnTo>
                  <a:pt x="86402" y="0"/>
                </a:lnTo>
                <a:lnTo>
                  <a:pt x="86402" y="86401"/>
                </a:lnTo>
                <a:lnTo>
                  <a:pt x="0" y="86401"/>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TextBox 11" id="11"/>
          <p:cNvSpPr txBox="true"/>
          <p:nvPr/>
        </p:nvSpPr>
        <p:spPr>
          <a:xfrm rot="0">
            <a:off x="685800" y="2690127"/>
            <a:ext cx="8491499" cy="625469"/>
          </a:xfrm>
          <a:prstGeom prst="rect">
            <a:avLst/>
          </a:prstGeom>
        </p:spPr>
        <p:txBody>
          <a:bodyPr anchor="t" rtlCol="false" tIns="0" lIns="0" bIns="0" rIns="0">
            <a:spAutoFit/>
          </a:bodyPr>
          <a:lstStyle/>
          <a:p>
            <a:pPr algn="l">
              <a:lnSpc>
                <a:spcPts val="5130"/>
              </a:lnSpc>
            </a:pPr>
            <a:r>
              <a:rPr lang="en-US" b="true" sz="4275" spc="-1">
                <a:solidFill>
                  <a:srgbClr val="1F4E79"/>
                </a:solidFill>
                <a:latin typeface="Arial Bold"/>
                <a:ea typeface="Arial Bold"/>
                <a:cs typeface="Arial Bold"/>
                <a:sym typeface="Arial Bold"/>
              </a:rPr>
              <a:t>Visual testing và Applitools Eyes</a:t>
            </a:r>
          </a:p>
        </p:txBody>
      </p:sp>
      <p:sp>
        <p:nvSpPr>
          <p:cNvPr name="TextBox 12" id="12"/>
          <p:cNvSpPr txBox="true"/>
          <p:nvPr/>
        </p:nvSpPr>
        <p:spPr>
          <a:xfrm rot="0">
            <a:off x="1000077" y="3805037"/>
            <a:ext cx="7599959" cy="346481"/>
          </a:xfrm>
          <a:prstGeom prst="rect">
            <a:avLst/>
          </a:prstGeom>
        </p:spPr>
        <p:txBody>
          <a:bodyPr anchor="t" rtlCol="false" tIns="0" lIns="0" bIns="0" rIns="0">
            <a:spAutoFit/>
          </a:bodyPr>
          <a:lstStyle/>
          <a:p>
            <a:pPr algn="l">
              <a:lnSpc>
                <a:spcPts val="2844"/>
              </a:lnSpc>
            </a:pPr>
            <a:r>
              <a:rPr lang="en-US" b="true" sz="2370" spc="-1">
                <a:solidFill>
                  <a:srgbClr val="222222"/>
                </a:solidFill>
                <a:latin typeface="Arial Bold"/>
                <a:ea typeface="Arial Bold"/>
                <a:cs typeface="Arial Bold"/>
                <a:sym typeface="Arial Bold"/>
              </a:rPr>
              <a:t>Checkpoint </a:t>
            </a:r>
            <a:r>
              <a:rPr lang="en-US" sz="2370" spc="-1">
                <a:solidFill>
                  <a:srgbClr val="222222"/>
                </a:solidFill>
                <a:latin typeface="Arial"/>
                <a:ea typeface="Arial"/>
                <a:cs typeface="Arial"/>
                <a:sym typeface="Arial"/>
              </a:rPr>
              <a:t>= ảnh chụp tại một bước; </a:t>
            </a:r>
            <a:r>
              <a:rPr lang="en-US" b="true" sz="2370" spc="-1">
                <a:solidFill>
                  <a:srgbClr val="222222"/>
                </a:solidFill>
                <a:latin typeface="Arial Bold"/>
                <a:ea typeface="Arial Bold"/>
                <a:cs typeface="Arial Bold"/>
                <a:sym typeface="Arial Bold"/>
              </a:rPr>
              <a:t>baseline </a:t>
            </a:r>
            <a:r>
              <a:rPr lang="en-US" sz="2370" spc="-1">
                <a:solidFill>
                  <a:srgbClr val="222222"/>
                </a:solidFill>
                <a:latin typeface="Arial"/>
                <a:ea typeface="Arial"/>
                <a:cs typeface="Arial"/>
                <a:sym typeface="Arial"/>
              </a:rPr>
              <a:t>= ảnh đã</a:t>
            </a:r>
          </a:p>
        </p:txBody>
      </p:sp>
      <p:sp>
        <p:nvSpPr>
          <p:cNvPr name="TextBox 13" id="13"/>
          <p:cNvSpPr txBox="true"/>
          <p:nvPr/>
        </p:nvSpPr>
        <p:spPr>
          <a:xfrm rot="0">
            <a:off x="1000077" y="4191133"/>
            <a:ext cx="7967701" cy="346481"/>
          </a:xfrm>
          <a:prstGeom prst="rect">
            <a:avLst/>
          </a:prstGeom>
        </p:spPr>
        <p:txBody>
          <a:bodyPr anchor="t" rtlCol="false" tIns="0" lIns="0" bIns="0" rIns="0">
            <a:spAutoFit/>
          </a:bodyPr>
          <a:lstStyle/>
          <a:p>
            <a:pPr algn="l">
              <a:lnSpc>
                <a:spcPts val="2844"/>
              </a:lnSpc>
            </a:pPr>
            <a:r>
              <a:rPr lang="en-US" sz="2370" spc="-1">
                <a:solidFill>
                  <a:srgbClr val="222222"/>
                </a:solidFill>
                <a:latin typeface="Arial"/>
                <a:ea typeface="Arial"/>
                <a:cs typeface="Arial"/>
                <a:sym typeface="Arial"/>
              </a:rPr>
              <a:t>được người duyệt. Visual AI so cấu trúc và bỏ nhiễu render,</a:t>
            </a:r>
          </a:p>
        </p:txBody>
      </p:sp>
      <p:sp>
        <p:nvSpPr>
          <p:cNvPr name="Freeform 14" id="14"/>
          <p:cNvSpPr/>
          <p:nvPr/>
        </p:nvSpPr>
        <p:spPr>
          <a:xfrm flipH="false" flipV="false" rot="0">
            <a:off x="728462" y="5200202"/>
            <a:ext cx="86401" cy="86401"/>
          </a:xfrm>
          <a:custGeom>
            <a:avLst/>
            <a:gdLst/>
            <a:ahLst/>
            <a:cxnLst/>
            <a:rect r="r" b="b" t="t" l="l"/>
            <a:pathLst>
              <a:path h="86401" w="86401">
                <a:moveTo>
                  <a:pt x="0" y="0"/>
                </a:moveTo>
                <a:lnTo>
                  <a:pt x="86402" y="0"/>
                </a:lnTo>
                <a:lnTo>
                  <a:pt x="86402" y="86402"/>
                </a:lnTo>
                <a:lnTo>
                  <a:pt x="0" y="86402"/>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TextBox 15" id="15"/>
          <p:cNvSpPr txBox="true"/>
          <p:nvPr/>
        </p:nvSpPr>
        <p:spPr>
          <a:xfrm rot="0">
            <a:off x="1000077" y="4576696"/>
            <a:ext cx="2614136" cy="346481"/>
          </a:xfrm>
          <a:prstGeom prst="rect">
            <a:avLst/>
          </a:prstGeom>
        </p:spPr>
        <p:txBody>
          <a:bodyPr anchor="t" rtlCol="false" tIns="0" lIns="0" bIns="0" rIns="0">
            <a:spAutoFit/>
          </a:bodyPr>
          <a:lstStyle/>
          <a:p>
            <a:pPr algn="l">
              <a:lnSpc>
                <a:spcPts val="2844"/>
              </a:lnSpc>
            </a:pPr>
            <a:r>
              <a:rPr lang="en-US" sz="2370" spc="-1">
                <a:solidFill>
                  <a:srgbClr val="222222"/>
                </a:solidFill>
                <a:latin typeface="Arial"/>
                <a:ea typeface="Arial"/>
                <a:cs typeface="Arial"/>
                <a:sym typeface="Arial"/>
              </a:rPr>
              <a:t>không so từng pixel</a:t>
            </a:r>
          </a:p>
        </p:txBody>
      </p:sp>
      <p:sp>
        <p:nvSpPr>
          <p:cNvPr name="TextBox 16" id="16"/>
          <p:cNvSpPr txBox="true"/>
          <p:nvPr/>
        </p:nvSpPr>
        <p:spPr>
          <a:xfrm rot="0">
            <a:off x="1000077" y="5048117"/>
            <a:ext cx="7467124" cy="346481"/>
          </a:xfrm>
          <a:prstGeom prst="rect">
            <a:avLst/>
          </a:prstGeom>
        </p:spPr>
        <p:txBody>
          <a:bodyPr anchor="t" rtlCol="false" tIns="0" lIns="0" bIns="0" rIns="0">
            <a:spAutoFit/>
          </a:bodyPr>
          <a:lstStyle/>
          <a:p>
            <a:pPr algn="l">
              <a:lnSpc>
                <a:spcPts val="2844"/>
              </a:lnSpc>
            </a:pPr>
            <a:r>
              <a:rPr lang="en-US" b="true" sz="2370" spc="-1">
                <a:solidFill>
                  <a:srgbClr val="222222"/>
                </a:solidFill>
                <a:latin typeface="Arial Bold"/>
                <a:ea typeface="Arial Bold"/>
                <a:cs typeface="Arial Bold"/>
                <a:sym typeface="Arial Bold"/>
              </a:rPr>
              <a:t>Match level </a:t>
            </a:r>
            <a:r>
              <a:rPr lang="en-US" sz="2370" spc="-1">
                <a:solidFill>
                  <a:srgbClr val="222222"/>
                </a:solidFill>
                <a:latin typeface="Arial"/>
                <a:ea typeface="Arial"/>
                <a:cs typeface="Arial"/>
                <a:sym typeface="Arial"/>
              </a:rPr>
              <a:t>(Strict, Layout…) và </a:t>
            </a:r>
            <a:r>
              <a:rPr lang="en-US" b="true" sz="2370" spc="-1">
                <a:solidFill>
                  <a:srgbClr val="222222"/>
                </a:solidFill>
                <a:latin typeface="Arial Bold"/>
                <a:ea typeface="Arial Bold"/>
                <a:cs typeface="Arial Bold"/>
                <a:sym typeface="Arial Bold"/>
              </a:rPr>
              <a:t>ignore / layout region</a:t>
            </a:r>
          </a:p>
        </p:txBody>
      </p:sp>
      <p:sp>
        <p:nvSpPr>
          <p:cNvPr name="Freeform 17" id="17"/>
          <p:cNvSpPr/>
          <p:nvPr/>
        </p:nvSpPr>
        <p:spPr>
          <a:xfrm flipH="false" flipV="false" rot="0">
            <a:off x="728462" y="6057719"/>
            <a:ext cx="86401" cy="86401"/>
          </a:xfrm>
          <a:custGeom>
            <a:avLst/>
            <a:gdLst/>
            <a:ahLst/>
            <a:cxnLst/>
            <a:rect r="r" b="b" t="t" l="l"/>
            <a:pathLst>
              <a:path h="86401" w="86401">
                <a:moveTo>
                  <a:pt x="0" y="0"/>
                </a:moveTo>
                <a:lnTo>
                  <a:pt x="86402" y="0"/>
                </a:lnTo>
                <a:lnTo>
                  <a:pt x="86402" y="86401"/>
                </a:lnTo>
                <a:lnTo>
                  <a:pt x="0" y="86401"/>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TextBox 18" id="18"/>
          <p:cNvSpPr txBox="true"/>
          <p:nvPr/>
        </p:nvSpPr>
        <p:spPr>
          <a:xfrm rot="0">
            <a:off x="1000077" y="5433679"/>
            <a:ext cx="4429077" cy="346481"/>
          </a:xfrm>
          <a:prstGeom prst="rect">
            <a:avLst/>
          </a:prstGeom>
        </p:spPr>
        <p:txBody>
          <a:bodyPr anchor="t" rtlCol="false" tIns="0" lIns="0" bIns="0" rIns="0">
            <a:spAutoFit/>
          </a:bodyPr>
          <a:lstStyle/>
          <a:p>
            <a:pPr algn="l">
              <a:lnSpc>
                <a:spcPts val="2844"/>
              </a:lnSpc>
            </a:pPr>
            <a:r>
              <a:rPr lang="en-US" sz="2370" spc="-1">
                <a:solidFill>
                  <a:srgbClr val="222222"/>
                </a:solidFill>
                <a:latin typeface="Arial"/>
                <a:ea typeface="Arial"/>
                <a:cs typeface="Arial"/>
                <a:sym typeface="Arial"/>
              </a:rPr>
              <a:t>cho vùng động (đồng hồ, banner)</a:t>
            </a:r>
          </a:p>
        </p:txBody>
      </p:sp>
      <p:sp>
        <p:nvSpPr>
          <p:cNvPr name="TextBox 19" id="19"/>
          <p:cNvSpPr txBox="true"/>
          <p:nvPr/>
        </p:nvSpPr>
        <p:spPr>
          <a:xfrm rot="0">
            <a:off x="1000077" y="5905633"/>
            <a:ext cx="7316457" cy="346481"/>
          </a:xfrm>
          <a:prstGeom prst="rect">
            <a:avLst/>
          </a:prstGeom>
        </p:spPr>
        <p:txBody>
          <a:bodyPr anchor="t" rtlCol="false" tIns="0" lIns="0" bIns="0" rIns="0">
            <a:spAutoFit/>
          </a:bodyPr>
          <a:lstStyle/>
          <a:p>
            <a:pPr algn="l">
              <a:lnSpc>
                <a:spcPts val="2844"/>
              </a:lnSpc>
            </a:pPr>
            <a:r>
              <a:rPr lang="en-US" sz="2370" spc="-1">
                <a:solidFill>
                  <a:srgbClr val="222222"/>
                </a:solidFill>
                <a:latin typeface="Arial"/>
                <a:ea typeface="Arial"/>
                <a:cs typeface="Arial"/>
                <a:sym typeface="Arial"/>
              </a:rPr>
              <a:t>Kết quả </a:t>
            </a:r>
            <a:r>
              <a:rPr lang="en-US" b="true" sz="2370" spc="-1">
                <a:solidFill>
                  <a:srgbClr val="222222"/>
                </a:solidFill>
                <a:latin typeface="Arial Bold"/>
                <a:ea typeface="Arial Bold"/>
                <a:cs typeface="Arial Bold"/>
                <a:sym typeface="Arial Bold"/>
              </a:rPr>
              <a:t>Passed / Unresolved </a:t>
            </a:r>
            <a:r>
              <a:rPr lang="en-US" sz="2370" spc="-1">
                <a:solidFill>
                  <a:srgbClr val="222222"/>
                </a:solidFill>
                <a:latin typeface="Arial"/>
                <a:ea typeface="Arial"/>
                <a:cs typeface="Arial"/>
                <a:sym typeface="Arial"/>
              </a:rPr>
              <a:t>→ người </a:t>
            </a:r>
            <a:r>
              <a:rPr lang="en-US" b="true" sz="2370" spc="-1">
                <a:solidFill>
                  <a:srgbClr val="222222"/>
                </a:solidFill>
                <a:latin typeface="Arial Bold"/>
                <a:ea typeface="Arial Bold"/>
                <a:cs typeface="Arial Bold"/>
                <a:sym typeface="Arial Bold"/>
              </a:rPr>
              <a:t>Accept </a:t>
            </a:r>
            <a:r>
              <a:rPr lang="en-US" sz="2370" spc="-1">
                <a:solidFill>
                  <a:srgbClr val="222222"/>
                </a:solidFill>
                <a:latin typeface="Arial"/>
                <a:ea typeface="Arial"/>
                <a:cs typeface="Arial"/>
                <a:sym typeface="Arial"/>
              </a:rPr>
              <a:t>(thành</a:t>
            </a:r>
          </a:p>
        </p:txBody>
      </p:sp>
      <p:sp>
        <p:nvSpPr>
          <p:cNvPr name="TextBox 20" id="20"/>
          <p:cNvSpPr txBox="true"/>
          <p:nvPr/>
        </p:nvSpPr>
        <p:spPr>
          <a:xfrm rot="0">
            <a:off x="1000077" y="6291196"/>
            <a:ext cx="7647480" cy="346481"/>
          </a:xfrm>
          <a:prstGeom prst="rect">
            <a:avLst/>
          </a:prstGeom>
        </p:spPr>
        <p:txBody>
          <a:bodyPr anchor="t" rtlCol="false" tIns="0" lIns="0" bIns="0" rIns="0">
            <a:spAutoFit/>
          </a:bodyPr>
          <a:lstStyle/>
          <a:p>
            <a:pPr algn="l">
              <a:lnSpc>
                <a:spcPts val="2844"/>
              </a:lnSpc>
            </a:pPr>
            <a:r>
              <a:rPr lang="en-US" sz="2370" spc="-1">
                <a:solidFill>
                  <a:srgbClr val="222222"/>
                </a:solidFill>
                <a:latin typeface="Arial"/>
                <a:ea typeface="Arial"/>
                <a:cs typeface="Arial"/>
                <a:sym typeface="Arial"/>
              </a:rPr>
              <a:t>baseline mới) hoặc </a:t>
            </a:r>
            <a:r>
              <a:rPr lang="en-US" b="true" sz="2370" spc="-1">
                <a:solidFill>
                  <a:srgbClr val="222222"/>
                </a:solidFill>
                <a:latin typeface="Arial Bold"/>
                <a:ea typeface="Arial Bold"/>
                <a:cs typeface="Arial Bold"/>
                <a:sym typeface="Arial Bold"/>
              </a:rPr>
              <a:t>Reject </a:t>
            </a:r>
            <a:r>
              <a:rPr lang="en-US" sz="2370" spc="-1">
                <a:solidFill>
                  <a:srgbClr val="222222"/>
                </a:solidFill>
                <a:latin typeface="Arial"/>
                <a:ea typeface="Arial"/>
                <a:cs typeface="Arial"/>
                <a:sym typeface="Arial"/>
              </a:rPr>
              <a:t>(bug). Công cụ chỉ báo "khác",</a:t>
            </a:r>
          </a:p>
        </p:txBody>
      </p:sp>
      <p:grpSp>
        <p:nvGrpSpPr>
          <p:cNvPr name="Group 21" id="21"/>
          <p:cNvGrpSpPr/>
          <p:nvPr/>
        </p:nvGrpSpPr>
        <p:grpSpPr>
          <a:xfrm rot="0">
            <a:off x="9315002" y="3843176"/>
            <a:ext cx="8287379" cy="486004"/>
            <a:chOff x="0" y="0"/>
            <a:chExt cx="11049838" cy="648005"/>
          </a:xfrm>
        </p:grpSpPr>
        <p:sp>
          <p:nvSpPr>
            <p:cNvPr name="Freeform 22" id="22"/>
            <p:cNvSpPr/>
            <p:nvPr/>
          </p:nvSpPr>
          <p:spPr>
            <a:xfrm flipH="false" flipV="false" rot="0">
              <a:off x="0" y="0"/>
              <a:ext cx="11049889" cy="647954"/>
            </a:xfrm>
            <a:custGeom>
              <a:avLst/>
              <a:gdLst/>
              <a:ahLst/>
              <a:cxnLst/>
              <a:rect r="r" b="b" t="t" l="l"/>
              <a:pathLst>
                <a:path h="647954" w="11049889">
                  <a:moveTo>
                    <a:pt x="0" y="0"/>
                  </a:moveTo>
                  <a:lnTo>
                    <a:pt x="11049889" y="0"/>
                  </a:lnTo>
                  <a:lnTo>
                    <a:pt x="11049889" y="647954"/>
                  </a:lnTo>
                  <a:lnTo>
                    <a:pt x="0" y="647954"/>
                  </a:lnTo>
                  <a:lnTo>
                    <a:pt x="0" y="0"/>
                  </a:lnTo>
                  <a:close/>
                </a:path>
              </a:pathLst>
            </a:custGeom>
            <a:solidFill>
              <a:srgbClr val="C00000"/>
            </a:solidFill>
          </p:spPr>
        </p:sp>
      </p:grpSp>
      <p:sp>
        <p:nvSpPr>
          <p:cNvPr name="Freeform 23" id="23"/>
          <p:cNvSpPr/>
          <p:nvPr/>
        </p:nvSpPr>
        <p:spPr>
          <a:xfrm flipH="false" flipV="false" rot="0">
            <a:off x="9343615" y="4421524"/>
            <a:ext cx="8251736" cy="1129684"/>
          </a:xfrm>
          <a:custGeom>
            <a:avLst/>
            <a:gdLst/>
            <a:ahLst/>
            <a:cxnLst/>
            <a:rect r="r" b="b" t="t" l="l"/>
            <a:pathLst>
              <a:path h="1129684" w="8251736">
                <a:moveTo>
                  <a:pt x="0" y="0"/>
                </a:moveTo>
                <a:lnTo>
                  <a:pt x="8251737" y="0"/>
                </a:lnTo>
                <a:lnTo>
                  <a:pt x="8251737" y="1129684"/>
                </a:lnTo>
                <a:lnTo>
                  <a:pt x="0" y="1129684"/>
                </a:lnTo>
                <a:lnTo>
                  <a:pt x="0" y="0"/>
                </a:lnTo>
                <a:close/>
              </a:path>
            </a:pathLst>
          </a:custGeom>
          <a:blipFill>
            <a:blip r:embed="rId8">
              <a:extLst>
                <a:ext uri="{96DAC541-7B7A-43D3-8B79-37D633B846F1}">
                  <asvg:svgBlip xmlns:asvg="http://schemas.microsoft.com/office/drawing/2016/SVG/main" r:embed="rId9"/>
                </a:ext>
              </a:extLst>
            </a:blip>
            <a:stretch>
              <a:fillRect l="0" t="0" r="0" b="0"/>
            </a:stretch>
          </a:blipFill>
        </p:spPr>
      </p:sp>
      <p:grpSp>
        <p:nvGrpSpPr>
          <p:cNvPr name="Group 24" id="24"/>
          <p:cNvGrpSpPr/>
          <p:nvPr/>
        </p:nvGrpSpPr>
        <p:grpSpPr>
          <a:xfrm rot="0">
            <a:off x="9315002" y="4414504"/>
            <a:ext cx="8287379" cy="1143724"/>
            <a:chOff x="0" y="0"/>
            <a:chExt cx="11049838" cy="1524965"/>
          </a:xfrm>
        </p:grpSpPr>
        <p:sp>
          <p:nvSpPr>
            <p:cNvPr name="Freeform 25" id="25"/>
            <p:cNvSpPr/>
            <p:nvPr/>
          </p:nvSpPr>
          <p:spPr>
            <a:xfrm flipH="false" flipV="false" rot="0">
              <a:off x="0" y="0"/>
              <a:ext cx="11049889" cy="1525016"/>
            </a:xfrm>
            <a:custGeom>
              <a:avLst/>
              <a:gdLst/>
              <a:ahLst/>
              <a:cxnLst/>
              <a:rect r="r" b="b" t="t" l="l"/>
              <a:pathLst>
                <a:path h="1525016" w="11049889">
                  <a:moveTo>
                    <a:pt x="0" y="0"/>
                  </a:moveTo>
                  <a:lnTo>
                    <a:pt x="11049889" y="0"/>
                  </a:lnTo>
                  <a:lnTo>
                    <a:pt x="11049889" y="1525016"/>
                  </a:lnTo>
                  <a:lnTo>
                    <a:pt x="0" y="1525016"/>
                  </a:lnTo>
                  <a:lnTo>
                    <a:pt x="0" y="0"/>
                  </a:lnTo>
                  <a:close/>
                </a:path>
              </a:pathLst>
            </a:custGeom>
            <a:solidFill>
              <a:srgbClr val="D1D9E0"/>
            </a:solidFill>
          </p:spPr>
        </p:sp>
      </p:grpSp>
      <p:grpSp>
        <p:nvGrpSpPr>
          <p:cNvPr name="Group 26" id="26"/>
          <p:cNvGrpSpPr/>
          <p:nvPr/>
        </p:nvGrpSpPr>
        <p:grpSpPr>
          <a:xfrm rot="0">
            <a:off x="9315002" y="4414504"/>
            <a:ext cx="8287379" cy="1143724"/>
            <a:chOff x="0" y="0"/>
            <a:chExt cx="11049838" cy="1524965"/>
          </a:xfrm>
        </p:grpSpPr>
        <p:sp>
          <p:nvSpPr>
            <p:cNvPr name="Freeform 27" id="27"/>
            <p:cNvSpPr/>
            <p:nvPr/>
          </p:nvSpPr>
          <p:spPr>
            <a:xfrm flipH="false" flipV="false" rot="0">
              <a:off x="0" y="0"/>
              <a:ext cx="11049889" cy="1525016"/>
            </a:xfrm>
            <a:custGeom>
              <a:avLst/>
              <a:gdLst/>
              <a:ahLst/>
              <a:cxnLst/>
              <a:rect r="r" b="b" t="t" l="l"/>
              <a:pathLst>
                <a:path h="1525016" w="11049889">
                  <a:moveTo>
                    <a:pt x="0" y="0"/>
                  </a:moveTo>
                  <a:lnTo>
                    <a:pt x="11049889" y="0"/>
                  </a:lnTo>
                  <a:lnTo>
                    <a:pt x="11049889" y="1525016"/>
                  </a:lnTo>
                  <a:lnTo>
                    <a:pt x="0" y="1525016"/>
                  </a:lnTo>
                  <a:lnTo>
                    <a:pt x="0" y="0"/>
                  </a:lnTo>
                  <a:close/>
                </a:path>
              </a:pathLst>
            </a:custGeom>
            <a:solidFill>
              <a:srgbClr val="D1D9E0"/>
            </a:solidFill>
          </p:spPr>
        </p:sp>
      </p:grpSp>
      <p:grpSp>
        <p:nvGrpSpPr>
          <p:cNvPr name="Group 28" id="28"/>
          <p:cNvGrpSpPr/>
          <p:nvPr/>
        </p:nvGrpSpPr>
        <p:grpSpPr>
          <a:xfrm rot="0">
            <a:off x="9315002" y="4414504"/>
            <a:ext cx="8287379" cy="1143724"/>
            <a:chOff x="0" y="0"/>
            <a:chExt cx="11049838" cy="1524965"/>
          </a:xfrm>
        </p:grpSpPr>
        <p:sp>
          <p:nvSpPr>
            <p:cNvPr name="Freeform 29" id="29"/>
            <p:cNvSpPr/>
            <p:nvPr/>
          </p:nvSpPr>
          <p:spPr>
            <a:xfrm flipH="false" flipV="false" rot="0">
              <a:off x="0" y="0"/>
              <a:ext cx="11049889" cy="1525016"/>
            </a:xfrm>
            <a:custGeom>
              <a:avLst/>
              <a:gdLst/>
              <a:ahLst/>
              <a:cxnLst/>
              <a:rect r="r" b="b" t="t" l="l"/>
              <a:pathLst>
                <a:path h="1525016" w="11049889">
                  <a:moveTo>
                    <a:pt x="0" y="0"/>
                  </a:moveTo>
                  <a:lnTo>
                    <a:pt x="11049889" y="0"/>
                  </a:lnTo>
                  <a:lnTo>
                    <a:pt x="11049889" y="1525016"/>
                  </a:lnTo>
                  <a:lnTo>
                    <a:pt x="0" y="1525016"/>
                  </a:lnTo>
                  <a:lnTo>
                    <a:pt x="0" y="0"/>
                  </a:lnTo>
                  <a:close/>
                </a:path>
              </a:pathLst>
            </a:custGeom>
            <a:solidFill>
              <a:srgbClr val="D1D9E0"/>
            </a:solidFill>
          </p:spPr>
        </p:sp>
      </p:grpSp>
      <p:grpSp>
        <p:nvGrpSpPr>
          <p:cNvPr name="Group 30" id="30"/>
          <p:cNvGrpSpPr/>
          <p:nvPr/>
        </p:nvGrpSpPr>
        <p:grpSpPr>
          <a:xfrm rot="0">
            <a:off x="9315002" y="4414504"/>
            <a:ext cx="8287379" cy="1143724"/>
            <a:chOff x="0" y="0"/>
            <a:chExt cx="11049838" cy="1524965"/>
          </a:xfrm>
        </p:grpSpPr>
        <p:sp>
          <p:nvSpPr>
            <p:cNvPr name="Freeform 31" id="31"/>
            <p:cNvSpPr/>
            <p:nvPr/>
          </p:nvSpPr>
          <p:spPr>
            <a:xfrm flipH="false" flipV="false" rot="0">
              <a:off x="0" y="0"/>
              <a:ext cx="11049889" cy="1525016"/>
            </a:xfrm>
            <a:custGeom>
              <a:avLst/>
              <a:gdLst/>
              <a:ahLst/>
              <a:cxnLst/>
              <a:rect r="r" b="b" t="t" l="l"/>
              <a:pathLst>
                <a:path h="1525016" w="11049889">
                  <a:moveTo>
                    <a:pt x="0" y="0"/>
                  </a:moveTo>
                  <a:lnTo>
                    <a:pt x="11049889" y="0"/>
                  </a:lnTo>
                  <a:lnTo>
                    <a:pt x="11049889" y="1525016"/>
                  </a:lnTo>
                  <a:lnTo>
                    <a:pt x="0" y="1525016"/>
                  </a:lnTo>
                  <a:lnTo>
                    <a:pt x="0" y="0"/>
                  </a:lnTo>
                  <a:close/>
                </a:path>
              </a:pathLst>
            </a:custGeom>
            <a:solidFill>
              <a:srgbClr val="1F4E79"/>
            </a:solidFill>
          </p:spPr>
        </p:sp>
      </p:grpSp>
      <p:sp>
        <p:nvSpPr>
          <p:cNvPr name="TextBox 32" id="32"/>
          <p:cNvSpPr txBox="true"/>
          <p:nvPr/>
        </p:nvSpPr>
        <p:spPr>
          <a:xfrm rot="0">
            <a:off x="1000077" y="6676758"/>
            <a:ext cx="2826363" cy="346481"/>
          </a:xfrm>
          <a:prstGeom prst="rect">
            <a:avLst/>
          </a:prstGeom>
        </p:spPr>
        <p:txBody>
          <a:bodyPr anchor="t" rtlCol="false" tIns="0" lIns="0" bIns="0" rIns="0">
            <a:spAutoFit/>
          </a:bodyPr>
          <a:lstStyle/>
          <a:p>
            <a:pPr algn="l">
              <a:lnSpc>
                <a:spcPts val="2844"/>
              </a:lnSpc>
            </a:pPr>
            <a:r>
              <a:rPr lang="en-US" sz="2370" spc="-1">
                <a:solidFill>
                  <a:srgbClr val="222222"/>
                </a:solidFill>
                <a:latin typeface="Arial"/>
                <a:ea typeface="Arial"/>
                <a:cs typeface="Arial"/>
                <a:sym typeface="Arial"/>
              </a:rPr>
              <a:t>con người quyết định</a:t>
            </a:r>
          </a:p>
        </p:txBody>
      </p:sp>
      <p:sp>
        <p:nvSpPr>
          <p:cNvPr name="TextBox 33" id="33"/>
          <p:cNvSpPr txBox="true"/>
          <p:nvPr/>
        </p:nvSpPr>
        <p:spPr>
          <a:xfrm rot="0">
            <a:off x="9730264" y="3916813"/>
            <a:ext cx="7483316" cy="314087"/>
          </a:xfrm>
          <a:prstGeom prst="rect">
            <a:avLst/>
          </a:prstGeom>
        </p:spPr>
        <p:txBody>
          <a:bodyPr anchor="t" rtlCol="false" tIns="0" lIns="0" bIns="0" rIns="0">
            <a:spAutoFit/>
          </a:bodyPr>
          <a:lstStyle/>
          <a:p>
            <a:pPr algn="l">
              <a:lnSpc>
                <a:spcPts val="2574"/>
              </a:lnSpc>
            </a:pPr>
            <a:r>
              <a:rPr lang="en-US" b="true" sz="2145" spc="-1">
                <a:solidFill>
                  <a:srgbClr val="FFFFFF"/>
                </a:solidFill>
                <a:latin typeface="Arial Bold"/>
                <a:ea typeface="Arial Bold"/>
                <a:cs typeface="Arial Bold"/>
                <a:sym typeface="Arial Bold"/>
              </a:rPr>
              <a:t>Gắn vào Appium: cùng session, chụp sau khi assert xong</a:t>
            </a:r>
          </a:p>
        </p:txBody>
      </p:sp>
      <p:sp>
        <p:nvSpPr>
          <p:cNvPr name="TextBox 34" id="34"/>
          <p:cNvSpPr txBox="true"/>
          <p:nvPr/>
        </p:nvSpPr>
        <p:spPr>
          <a:xfrm rot="0">
            <a:off x="9543964" y="4540167"/>
            <a:ext cx="7810024" cy="209131"/>
          </a:xfrm>
          <a:prstGeom prst="rect">
            <a:avLst/>
          </a:prstGeom>
        </p:spPr>
        <p:txBody>
          <a:bodyPr anchor="t" rtlCol="false" tIns="0" lIns="0" bIns="0" rIns="0">
            <a:spAutoFit/>
          </a:bodyPr>
          <a:lstStyle/>
          <a:p>
            <a:pPr algn="l">
              <a:lnSpc>
                <a:spcPts val="1584"/>
              </a:lnSpc>
            </a:pPr>
            <a:r>
              <a:rPr lang="en-US" sz="1320" spc="-1">
                <a:solidFill>
                  <a:srgbClr val="CF222E"/>
                </a:solidFill>
                <a:latin typeface="Courier New"/>
                <a:ea typeface="Courier New"/>
                <a:cs typeface="Courier New"/>
                <a:sym typeface="Courier New"/>
              </a:rPr>
              <a:t>const</a:t>
            </a:r>
            <a:r>
              <a:rPr lang="en-US" sz="1320" spc="-1">
                <a:solidFill>
                  <a:srgbClr val="1F2328"/>
                </a:solidFill>
                <a:latin typeface="Courier New"/>
                <a:ea typeface="Courier New"/>
                <a:cs typeface="Courier New"/>
                <a:sym typeface="Courier New"/>
              </a:rPr>
              <a:t> eyes = </a:t>
            </a:r>
            <a:r>
              <a:rPr lang="en-US" sz="1320" spc="-1">
                <a:solidFill>
                  <a:srgbClr val="6639BA"/>
                </a:solidFill>
                <a:latin typeface="Courier New"/>
                <a:ea typeface="Courier New"/>
                <a:cs typeface="Courier New"/>
                <a:sym typeface="Courier New"/>
              </a:rPr>
              <a:t>createEyes</a:t>
            </a:r>
            <a:r>
              <a:rPr lang="en-US" sz="1320" spc="-1">
                <a:solidFill>
                  <a:srgbClr val="1F2328"/>
                </a:solidFill>
                <a:latin typeface="Courier New"/>
                <a:ea typeface="Courier New"/>
                <a:cs typeface="Courier New"/>
                <a:sym typeface="Courier New"/>
              </a:rPr>
              <a:t>();      </a:t>
            </a:r>
            <a:r>
              <a:rPr lang="en-US" sz="1320" spc="-1">
                <a:solidFill>
                  <a:srgbClr val="59636E"/>
                </a:solidFill>
                <a:latin typeface="Courier New"/>
                <a:ea typeface="Courier New"/>
                <a:cs typeface="Courier New"/>
                <a:sym typeface="Courier New"/>
              </a:rPr>
              <a:t>// null nếu không có khoá → chỉ còn functional</a:t>
            </a:r>
          </a:p>
        </p:txBody>
      </p:sp>
      <p:sp>
        <p:nvSpPr>
          <p:cNvPr name="TextBox 35" id="35"/>
          <p:cNvSpPr txBox="true"/>
          <p:nvPr/>
        </p:nvSpPr>
        <p:spPr>
          <a:xfrm rot="0">
            <a:off x="9543964" y="4756166"/>
            <a:ext cx="5103000" cy="209131"/>
          </a:xfrm>
          <a:prstGeom prst="rect">
            <a:avLst/>
          </a:prstGeom>
        </p:spPr>
        <p:txBody>
          <a:bodyPr anchor="t" rtlCol="false" tIns="0" lIns="0" bIns="0" rIns="0">
            <a:spAutoFit/>
          </a:bodyPr>
          <a:lstStyle/>
          <a:p>
            <a:pPr algn="l">
              <a:lnSpc>
                <a:spcPts val="1584"/>
              </a:lnSpc>
            </a:pPr>
            <a:r>
              <a:rPr lang="en-US" sz="1320" spc="-1">
                <a:solidFill>
                  <a:srgbClr val="CF222E"/>
                </a:solidFill>
                <a:latin typeface="Courier New"/>
                <a:ea typeface="Courier New"/>
                <a:cs typeface="Courier New"/>
                <a:sym typeface="Courier New"/>
              </a:rPr>
              <a:t>await</a:t>
            </a:r>
            <a:r>
              <a:rPr lang="en-US" sz="1320" spc="-1">
                <a:solidFill>
                  <a:srgbClr val="1F2328"/>
                </a:solidFill>
                <a:latin typeface="Courier New"/>
                <a:ea typeface="Courier New"/>
                <a:cs typeface="Courier New"/>
                <a:sym typeface="Courier New"/>
              </a:rPr>
              <a:t> </a:t>
            </a:r>
            <a:r>
              <a:rPr lang="en-US" sz="1320" spc="-1">
                <a:solidFill>
                  <a:srgbClr val="6639BA"/>
                </a:solidFill>
                <a:latin typeface="Courier New"/>
                <a:ea typeface="Courier New"/>
                <a:cs typeface="Courier New"/>
                <a:sym typeface="Courier New"/>
              </a:rPr>
              <a:t>openEyes</a:t>
            </a:r>
            <a:r>
              <a:rPr lang="en-US" sz="1320" spc="-1">
                <a:solidFill>
                  <a:srgbClr val="1F2328"/>
                </a:solidFill>
                <a:latin typeface="Courier New"/>
                <a:ea typeface="Courier New"/>
                <a:cs typeface="Courier New"/>
                <a:sym typeface="Courier New"/>
              </a:rPr>
              <a:t>(eyes, driver, </a:t>
            </a:r>
            <a:r>
              <a:rPr lang="en-US" sz="1320" spc="-1">
                <a:solidFill>
                  <a:srgbClr val="0A3069"/>
                </a:solidFill>
                <a:latin typeface="Courier New"/>
                <a:ea typeface="Courier New"/>
                <a:cs typeface="Courier New"/>
                <a:sym typeface="Courier New"/>
              </a:rPr>
              <a:t>"Cart add and total"</a:t>
            </a:r>
            <a:r>
              <a:rPr lang="en-US" sz="1320" spc="-1">
                <a:solidFill>
                  <a:srgbClr val="1F2328"/>
                </a:solidFill>
                <a:latin typeface="Courier New"/>
                <a:ea typeface="Courier New"/>
                <a:cs typeface="Courier New"/>
                <a:sym typeface="Courier New"/>
              </a:rPr>
              <a:t>);</a:t>
            </a:r>
          </a:p>
        </p:txBody>
      </p:sp>
      <p:sp>
        <p:nvSpPr>
          <p:cNvPr name="TextBox 36" id="36"/>
          <p:cNvSpPr txBox="true"/>
          <p:nvPr/>
        </p:nvSpPr>
        <p:spPr>
          <a:xfrm rot="0">
            <a:off x="9543964" y="4972174"/>
            <a:ext cx="6699237" cy="209131"/>
          </a:xfrm>
          <a:prstGeom prst="rect">
            <a:avLst/>
          </a:prstGeom>
        </p:spPr>
        <p:txBody>
          <a:bodyPr anchor="t" rtlCol="false" tIns="0" lIns="0" bIns="0" rIns="0">
            <a:spAutoFit/>
          </a:bodyPr>
          <a:lstStyle/>
          <a:p>
            <a:pPr algn="l">
              <a:lnSpc>
                <a:spcPts val="1584"/>
              </a:lnSpc>
            </a:pPr>
            <a:r>
              <a:rPr lang="en-US" sz="1320" spc="-1">
                <a:solidFill>
                  <a:srgbClr val="CF222E"/>
                </a:solidFill>
                <a:latin typeface="Courier New"/>
                <a:ea typeface="Courier New"/>
                <a:cs typeface="Courier New"/>
                <a:sym typeface="Courier New"/>
              </a:rPr>
              <a:t>await</a:t>
            </a:r>
            <a:r>
              <a:rPr lang="en-US" sz="1320" spc="-1">
                <a:solidFill>
                  <a:srgbClr val="1F2328"/>
                </a:solidFill>
                <a:latin typeface="Courier New"/>
                <a:ea typeface="Courier New"/>
                <a:cs typeface="Courier New"/>
                <a:sym typeface="Courier New"/>
              </a:rPr>
              <a:t> </a:t>
            </a:r>
            <a:r>
              <a:rPr lang="en-US" sz="1320" spc="-1">
                <a:solidFill>
                  <a:srgbClr val="6639BA"/>
                </a:solidFill>
                <a:latin typeface="Courier New"/>
                <a:ea typeface="Courier New"/>
                <a:cs typeface="Courier New"/>
                <a:sym typeface="Courier New"/>
              </a:rPr>
              <a:t>checkpointAs</a:t>
            </a:r>
            <a:r>
              <a:rPr lang="en-US" sz="1320" spc="-1">
                <a:solidFill>
                  <a:srgbClr val="1F2328"/>
                </a:solidFill>
                <a:latin typeface="Courier New"/>
                <a:ea typeface="Courier New"/>
                <a:cs typeface="Courier New"/>
                <a:sym typeface="Courier New"/>
              </a:rPr>
              <a:t>(eyes, </a:t>
            </a:r>
            <a:r>
              <a:rPr lang="en-US" sz="1320" spc="-1">
                <a:solidFill>
                  <a:srgbClr val="0A3069"/>
                </a:solidFill>
                <a:latin typeface="Courier New"/>
                <a:ea typeface="Courier New"/>
                <a:cs typeface="Courier New"/>
                <a:sym typeface="Courier New"/>
              </a:rPr>
              <a:t>"cartFilled"</a:t>
            </a:r>
            <a:r>
              <a:rPr lang="en-US" sz="1320" spc="-1">
                <a:solidFill>
                  <a:srgbClr val="1F2328"/>
                </a:solidFill>
                <a:latin typeface="Courier New"/>
                <a:ea typeface="Courier New"/>
                <a:cs typeface="Courier New"/>
                <a:sym typeface="Courier New"/>
              </a:rPr>
              <a:t>, </a:t>
            </a:r>
            <a:r>
              <a:rPr lang="en-US" sz="1320" spc="-1">
                <a:solidFill>
                  <a:srgbClr val="0A3069"/>
                </a:solidFill>
                <a:latin typeface="Courier New"/>
                <a:ea typeface="Courier New"/>
                <a:cs typeface="Courier New"/>
                <a:sym typeface="Courier New"/>
              </a:rPr>
              <a:t>"Cart - 1 item with total"</a:t>
            </a:r>
            <a:r>
              <a:rPr lang="en-US" sz="1320" spc="-1">
                <a:solidFill>
                  <a:srgbClr val="1F2328"/>
                </a:solidFill>
                <a:latin typeface="Courier New"/>
                <a:ea typeface="Courier New"/>
                <a:cs typeface="Courier New"/>
                <a:sym typeface="Courier New"/>
              </a:rPr>
              <a:t>);</a:t>
            </a:r>
          </a:p>
        </p:txBody>
      </p:sp>
      <p:sp>
        <p:nvSpPr>
          <p:cNvPr name="TextBox 37" id="37"/>
          <p:cNvSpPr txBox="true"/>
          <p:nvPr/>
        </p:nvSpPr>
        <p:spPr>
          <a:xfrm rot="0">
            <a:off x="9543964" y="5200593"/>
            <a:ext cx="7307285" cy="209131"/>
          </a:xfrm>
          <a:prstGeom prst="rect">
            <a:avLst/>
          </a:prstGeom>
        </p:spPr>
        <p:txBody>
          <a:bodyPr anchor="t" rtlCol="false" tIns="0" lIns="0" bIns="0" rIns="0">
            <a:spAutoFit/>
          </a:bodyPr>
          <a:lstStyle/>
          <a:p>
            <a:pPr algn="l">
              <a:lnSpc>
                <a:spcPts val="1584"/>
              </a:lnSpc>
            </a:pPr>
            <a:r>
              <a:rPr lang="en-US" sz="1320" spc="-1">
                <a:solidFill>
                  <a:srgbClr val="CF222E"/>
                </a:solidFill>
                <a:latin typeface="Courier New"/>
                <a:ea typeface="Courier New"/>
                <a:cs typeface="Courier New"/>
                <a:sym typeface="Courier New"/>
              </a:rPr>
              <a:t>await</a:t>
            </a:r>
            <a:r>
              <a:rPr lang="en-US" sz="1320" spc="-1">
                <a:solidFill>
                  <a:srgbClr val="1F2328"/>
                </a:solidFill>
                <a:latin typeface="Courier New"/>
                <a:ea typeface="Courier New"/>
                <a:cs typeface="Courier New"/>
                <a:sym typeface="Courier New"/>
              </a:rPr>
              <a:t> </a:t>
            </a:r>
            <a:r>
              <a:rPr lang="en-US" sz="1320" spc="-1">
                <a:solidFill>
                  <a:srgbClr val="6639BA"/>
                </a:solidFill>
                <a:latin typeface="Courier New"/>
                <a:ea typeface="Courier New"/>
                <a:cs typeface="Courier New"/>
                <a:sym typeface="Courier New"/>
              </a:rPr>
              <a:t>closeEyes</a:t>
            </a:r>
            <a:r>
              <a:rPr lang="en-US" sz="1320" spc="-1">
                <a:solidFill>
                  <a:srgbClr val="1F2328"/>
                </a:solidFill>
                <a:latin typeface="Courier New"/>
                <a:ea typeface="Courier New"/>
                <a:cs typeface="Courier New"/>
                <a:sym typeface="Courier New"/>
              </a:rPr>
              <a:t>(eyes);          </a:t>
            </a:r>
            <a:r>
              <a:rPr lang="en-US" sz="1320" spc="-1">
                <a:solidFill>
                  <a:srgbClr val="59636E"/>
                </a:solidFill>
                <a:latin typeface="Courier New"/>
                <a:ea typeface="Courier New"/>
                <a:cs typeface="Courier New"/>
                <a:sym typeface="Courier New"/>
              </a:rPr>
              <a:t>// in "Eyes: Passed | … | link dashboard"</a:t>
            </a:r>
          </a:p>
        </p:txBody>
      </p:sp>
      <p:sp>
        <p:nvSpPr>
          <p:cNvPr name="TextBox 38" id="38"/>
          <p:cNvSpPr txBox="true"/>
          <p:nvPr/>
        </p:nvSpPr>
        <p:spPr>
          <a:xfrm rot="0">
            <a:off x="9315536" y="5662632"/>
            <a:ext cx="8082182" cy="346481"/>
          </a:xfrm>
          <a:prstGeom prst="rect">
            <a:avLst/>
          </a:prstGeom>
        </p:spPr>
        <p:txBody>
          <a:bodyPr anchor="t" rtlCol="false" tIns="0" lIns="0" bIns="0" rIns="0">
            <a:spAutoFit/>
          </a:bodyPr>
          <a:lstStyle/>
          <a:p>
            <a:pPr algn="l">
              <a:lnSpc>
                <a:spcPts val="2844"/>
              </a:lnSpc>
            </a:pPr>
            <a:r>
              <a:rPr lang="en-US" sz="2370" spc="-1">
                <a:solidFill>
                  <a:srgbClr val="222222"/>
                </a:solidFill>
                <a:latin typeface="Arial"/>
                <a:ea typeface="Arial"/>
                <a:cs typeface="Arial"/>
                <a:sym typeface="Arial"/>
              </a:rPr>
              <a:t>Eyes là </a:t>
            </a:r>
            <a:r>
              <a:rPr lang="en-US" b="true" sz="2370" spc="-1">
                <a:solidFill>
                  <a:srgbClr val="222222"/>
                </a:solidFill>
                <a:latin typeface="Arial Bold"/>
                <a:ea typeface="Arial Bold"/>
                <a:cs typeface="Arial Bold"/>
                <a:sym typeface="Arial Bold"/>
              </a:rPr>
              <a:t>lớp cộng thêm</a:t>
            </a:r>
            <a:r>
              <a:rPr lang="en-US" sz="2370" spc="-1">
                <a:solidFill>
                  <a:srgbClr val="222222"/>
                </a:solidFill>
                <a:latin typeface="Arial"/>
                <a:ea typeface="Arial"/>
                <a:cs typeface="Arial"/>
                <a:sym typeface="Arial"/>
              </a:rPr>
              <a:t>: hết trial hay mất mạng thì 8 kiểm tra</a:t>
            </a:r>
          </a:p>
        </p:txBody>
      </p:sp>
      <p:sp>
        <p:nvSpPr>
          <p:cNvPr name="TextBox 39" id="39"/>
          <p:cNvSpPr txBox="true"/>
          <p:nvPr/>
        </p:nvSpPr>
        <p:spPr>
          <a:xfrm rot="0">
            <a:off x="9315536" y="6048194"/>
            <a:ext cx="3114723" cy="346481"/>
          </a:xfrm>
          <a:prstGeom prst="rect">
            <a:avLst/>
          </a:prstGeom>
        </p:spPr>
        <p:txBody>
          <a:bodyPr anchor="t" rtlCol="false" tIns="0" lIns="0" bIns="0" rIns="0">
            <a:spAutoFit/>
          </a:bodyPr>
          <a:lstStyle/>
          <a:p>
            <a:pPr algn="l">
              <a:lnSpc>
                <a:spcPts val="2844"/>
              </a:lnSpc>
            </a:pPr>
            <a:r>
              <a:rPr lang="en-US" sz="2370" spc="-1">
                <a:solidFill>
                  <a:srgbClr val="222222"/>
                </a:solidFill>
                <a:latin typeface="Arial"/>
                <a:ea typeface="Arial"/>
                <a:cs typeface="Arial"/>
                <a:sym typeface="Arial"/>
              </a:rPr>
              <a:t>chức năng vẫn chạy đủ</a:t>
            </a:r>
          </a:p>
        </p:txBody>
      </p:sp>
      <p:grpSp>
        <p:nvGrpSpPr>
          <p:cNvPr name="Group 40" id="40"/>
          <p:cNvGrpSpPr/>
          <p:nvPr/>
        </p:nvGrpSpPr>
        <p:grpSpPr>
          <a:xfrm rot="0">
            <a:off x="0" y="0"/>
            <a:ext cx="18288181" cy="143104"/>
            <a:chOff x="0" y="0"/>
            <a:chExt cx="24384241" cy="190805"/>
          </a:xfrm>
        </p:grpSpPr>
        <p:sp>
          <p:nvSpPr>
            <p:cNvPr name="Freeform 41" id="41"/>
            <p:cNvSpPr/>
            <p:nvPr/>
          </p:nvSpPr>
          <p:spPr>
            <a:xfrm flipH="false" flipV="false" rot="0">
              <a:off x="0" y="0"/>
              <a:ext cx="24384254" cy="190754"/>
            </a:xfrm>
            <a:custGeom>
              <a:avLst/>
              <a:gdLst/>
              <a:ahLst/>
              <a:cxnLst/>
              <a:rect r="r" b="b" t="t" l="l"/>
              <a:pathLst>
                <a:path h="190754" w="24384254">
                  <a:moveTo>
                    <a:pt x="0" y="0"/>
                  </a:moveTo>
                  <a:lnTo>
                    <a:pt x="24384254" y="0"/>
                  </a:lnTo>
                  <a:lnTo>
                    <a:pt x="24384254" y="190754"/>
                  </a:lnTo>
                  <a:lnTo>
                    <a:pt x="0" y="190754"/>
                  </a:lnTo>
                  <a:lnTo>
                    <a:pt x="0" y="0"/>
                  </a:lnTo>
                  <a:close/>
                </a:path>
              </a:pathLst>
            </a:custGeom>
            <a:solidFill>
              <a:srgbClr val="1F4E79"/>
            </a:solidFill>
          </p:spPr>
        </p:sp>
      </p:grpSp>
      <p:sp>
        <p:nvSpPr>
          <p:cNvPr name="TextBox 42" id="42"/>
          <p:cNvSpPr txBox="true"/>
          <p:nvPr/>
        </p:nvSpPr>
        <p:spPr>
          <a:xfrm rot="0">
            <a:off x="2377078" y="7303151"/>
            <a:ext cx="13572896" cy="314087"/>
          </a:xfrm>
          <a:prstGeom prst="rect">
            <a:avLst/>
          </a:prstGeom>
        </p:spPr>
        <p:txBody>
          <a:bodyPr anchor="t" rtlCol="false" tIns="0" lIns="0" bIns="0" rIns="0">
            <a:spAutoFit/>
          </a:bodyPr>
          <a:lstStyle/>
          <a:p>
            <a:pPr algn="l">
              <a:lnSpc>
                <a:spcPts val="2574"/>
              </a:lnSpc>
            </a:pPr>
            <a:r>
              <a:rPr lang="en-US" b="true" sz="2145" spc="-1">
                <a:solidFill>
                  <a:srgbClr val="FFFFFF"/>
                </a:solidFill>
                <a:latin typeface="Arial Bold"/>
                <a:ea typeface="Arial Bold"/>
                <a:cs typeface="Arial Bold"/>
                <a:sym typeface="Arial Bold"/>
              </a:rPr>
              <a:t>Luồng làm việc: chạy base → Accept baseline trên dashboard → chạy bản mới → triage từng checkpoint</a:t>
            </a:r>
          </a:p>
        </p:txBody>
      </p:sp>
      <p:grpSp>
        <p:nvGrpSpPr>
          <p:cNvPr name="Group 43" id="43"/>
          <p:cNvGrpSpPr/>
          <p:nvPr/>
        </p:nvGrpSpPr>
        <p:grpSpPr>
          <a:xfrm rot="0">
            <a:off x="0" y="9943557"/>
            <a:ext cx="18288181" cy="343443"/>
            <a:chOff x="0" y="0"/>
            <a:chExt cx="24384241" cy="457924"/>
          </a:xfrm>
        </p:grpSpPr>
        <p:sp>
          <p:nvSpPr>
            <p:cNvPr name="Freeform 44" id="44"/>
            <p:cNvSpPr/>
            <p:nvPr/>
          </p:nvSpPr>
          <p:spPr>
            <a:xfrm flipH="false" flipV="false" rot="0">
              <a:off x="0" y="0"/>
              <a:ext cx="24384254" cy="457962"/>
            </a:xfrm>
            <a:custGeom>
              <a:avLst/>
              <a:gdLst/>
              <a:ahLst/>
              <a:cxnLst/>
              <a:rect r="r" b="b" t="t" l="l"/>
              <a:pathLst>
                <a:path h="457962" w="24384254">
                  <a:moveTo>
                    <a:pt x="0" y="0"/>
                  </a:moveTo>
                  <a:lnTo>
                    <a:pt x="24384254" y="0"/>
                  </a:lnTo>
                  <a:lnTo>
                    <a:pt x="24384254" y="457962"/>
                  </a:lnTo>
                  <a:lnTo>
                    <a:pt x="0" y="457962"/>
                  </a:lnTo>
                  <a:lnTo>
                    <a:pt x="0" y="0"/>
                  </a:lnTo>
                  <a:close/>
                </a:path>
              </a:pathLst>
            </a:custGeom>
            <a:solidFill>
              <a:srgbClr val="1F4E79"/>
            </a:solidFill>
          </p:spPr>
        </p:sp>
      </p:grpSp>
      <p:sp>
        <p:nvSpPr>
          <p:cNvPr name="TextBox 45" id="45"/>
          <p:cNvSpPr txBox="true"/>
          <p:nvPr/>
        </p:nvSpPr>
        <p:spPr>
          <a:xfrm rot="0">
            <a:off x="685800" y="250755"/>
            <a:ext cx="4865942" cy="215808"/>
          </a:xfrm>
          <a:prstGeom prst="rect">
            <a:avLst/>
          </a:prstGeom>
        </p:spPr>
        <p:txBody>
          <a:bodyPr anchor="t" rtlCol="false" tIns="0" lIns="0" bIns="0" rIns="0">
            <a:spAutoFit/>
          </a:bodyPr>
          <a:lstStyle/>
          <a:p>
            <a:pPr algn="l">
              <a:lnSpc>
                <a:spcPts val="1764"/>
              </a:lnSpc>
            </a:pPr>
            <a:r>
              <a:rPr lang="en-US" b="true" sz="1470" spc="-1">
                <a:solidFill>
                  <a:srgbClr val="1F4E79"/>
                </a:solidFill>
                <a:latin typeface="Arial Bold"/>
                <a:ea typeface="Arial Bold"/>
                <a:cs typeface="Arial Bold"/>
                <a:sym typeface="Arial Bold"/>
              </a:rPr>
              <a:t>2026 AI-first · Seminar T03 · Mobile Automation Testing</a:t>
            </a:r>
          </a:p>
        </p:txBody>
      </p:sp>
      <p:sp>
        <p:nvSpPr>
          <p:cNvPr name="TextBox 46" id="46"/>
          <p:cNvSpPr txBox="true"/>
          <p:nvPr/>
        </p:nvSpPr>
        <p:spPr>
          <a:xfrm rot="0">
            <a:off x="685800" y="9998488"/>
            <a:ext cx="9144000" cy="211826"/>
          </a:xfrm>
          <a:prstGeom prst="rect">
            <a:avLst/>
          </a:prstGeom>
        </p:spPr>
        <p:txBody>
          <a:bodyPr anchor="t" rtlCol="false" tIns="0" lIns="0" bIns="0" rIns="0" wrap="square">
            <a:noAutofit/>
          </a:bodyPr>
          <a:lstStyle/>
          <a:p>
            <a:pPr algn="l">
              <a:lnSpc>
                <a:spcPts val="1620"/>
              </a:lnSpc>
            </a:pPr>
            <a:r>
              <a:rPr lang="en-US" b="true" sz="1350" spc="-1">
                <a:solidFill>
                  <a:srgbClr val="FFFFFF"/>
                </a:solidFill>
                <a:latin typeface="Arial Bold"/>
                <a:ea typeface="Arial Bold"/>
                <a:cs typeface="Arial Bold"/>
                <a:sym typeface="Arial Bold"/>
              </a:rPr>
              <a:t>10 · Visual testing và Eyes</a:t>
            </a:r>
          </a:p>
        </p:txBody>
      </p:sp>
    </p:spTree>
  </p:cSld>
  <p:clrMapOvr>
    <a:masterClrMapping/>
  </p:clrMapOvr>
  <p:transition spd="fast">
    <p:fade/>
  </p:transition>
</p:sld>
</file>

<file path=ppt/slides/slide11.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0" y="0"/>
            <a:ext cx="18288181" cy="10287000"/>
            <a:chOff x="0" y="0"/>
            <a:chExt cx="24384241" cy="13716000"/>
          </a:xfrm>
        </p:grpSpPr>
        <p:sp>
          <p:nvSpPr>
            <p:cNvPr name="Freeform 3" id="3"/>
            <p:cNvSpPr/>
            <p:nvPr/>
          </p:nvSpPr>
          <p:spPr>
            <a:xfrm flipH="false" flipV="false" rot="0">
              <a:off x="0" y="0"/>
              <a:ext cx="24384254" cy="13716000"/>
            </a:xfrm>
            <a:custGeom>
              <a:avLst/>
              <a:gdLst/>
              <a:ahLst/>
              <a:cxnLst/>
              <a:rect r="r" b="b" t="t" l="l"/>
              <a:pathLst>
                <a:path h="13716000" w="24384254">
                  <a:moveTo>
                    <a:pt x="0" y="0"/>
                  </a:moveTo>
                  <a:lnTo>
                    <a:pt x="24384254" y="0"/>
                  </a:lnTo>
                  <a:lnTo>
                    <a:pt x="24384254" y="13716000"/>
                  </a:lnTo>
                  <a:lnTo>
                    <a:pt x="0" y="13716000"/>
                  </a:lnTo>
                  <a:lnTo>
                    <a:pt x="0" y="0"/>
                  </a:lnTo>
                  <a:close/>
                </a:path>
              </a:pathLst>
            </a:custGeom>
            <a:solidFill>
              <a:srgbClr val="FFFFFF"/>
            </a:solidFill>
          </p:spPr>
        </p:sp>
      </p:grpSp>
      <p:grpSp>
        <p:nvGrpSpPr>
          <p:cNvPr name="Group 4" id="4"/>
          <p:cNvGrpSpPr/>
          <p:nvPr/>
        </p:nvGrpSpPr>
        <p:grpSpPr>
          <a:xfrm rot="0">
            <a:off x="0" y="0"/>
            <a:ext cx="18288181" cy="10287000"/>
            <a:chOff x="0" y="0"/>
            <a:chExt cx="24384241" cy="13716000"/>
          </a:xfrm>
        </p:grpSpPr>
        <p:sp>
          <p:nvSpPr>
            <p:cNvPr name="Freeform 5" id="5"/>
            <p:cNvSpPr/>
            <p:nvPr/>
          </p:nvSpPr>
          <p:spPr>
            <a:xfrm flipH="false" flipV="false" rot="0">
              <a:off x="0" y="0"/>
              <a:ext cx="24384254" cy="13716000"/>
            </a:xfrm>
            <a:custGeom>
              <a:avLst/>
              <a:gdLst/>
              <a:ahLst/>
              <a:cxnLst/>
              <a:rect r="r" b="b" t="t" l="l"/>
              <a:pathLst>
                <a:path h="13716000" w="24384254">
                  <a:moveTo>
                    <a:pt x="0" y="0"/>
                  </a:moveTo>
                  <a:lnTo>
                    <a:pt x="24384254" y="0"/>
                  </a:lnTo>
                  <a:lnTo>
                    <a:pt x="24384254" y="13716000"/>
                  </a:lnTo>
                  <a:lnTo>
                    <a:pt x="0" y="13716000"/>
                  </a:lnTo>
                  <a:lnTo>
                    <a:pt x="0" y="0"/>
                  </a:lnTo>
                  <a:close/>
                </a:path>
              </a:pathLst>
            </a:custGeom>
            <a:solidFill>
              <a:srgbClr val="FFFFFF"/>
            </a:solidFill>
          </p:spPr>
        </p:sp>
      </p:grpSp>
      <p:grpSp>
        <p:nvGrpSpPr>
          <p:cNvPr name="Group 6" id="6"/>
          <p:cNvGrpSpPr/>
          <p:nvPr/>
        </p:nvGrpSpPr>
        <p:grpSpPr>
          <a:xfrm rot="0">
            <a:off x="0" y="0"/>
            <a:ext cx="18288181" cy="10287000"/>
            <a:chOff x="0" y="0"/>
            <a:chExt cx="24384241" cy="13716000"/>
          </a:xfrm>
        </p:grpSpPr>
        <p:sp>
          <p:nvSpPr>
            <p:cNvPr name="Freeform 7" id="7"/>
            <p:cNvSpPr/>
            <p:nvPr/>
          </p:nvSpPr>
          <p:spPr>
            <a:xfrm flipH="false" flipV="false" rot="0">
              <a:off x="0" y="0"/>
              <a:ext cx="24384254" cy="13716000"/>
            </a:xfrm>
            <a:custGeom>
              <a:avLst/>
              <a:gdLst/>
              <a:ahLst/>
              <a:cxnLst/>
              <a:rect r="r" b="b" t="t" l="l"/>
              <a:pathLst>
                <a:path h="13716000" w="24384254">
                  <a:moveTo>
                    <a:pt x="0" y="0"/>
                  </a:moveTo>
                  <a:lnTo>
                    <a:pt x="24384254" y="0"/>
                  </a:lnTo>
                  <a:lnTo>
                    <a:pt x="24384254" y="13716000"/>
                  </a:lnTo>
                  <a:lnTo>
                    <a:pt x="0" y="13716000"/>
                  </a:lnTo>
                  <a:lnTo>
                    <a:pt x="0" y="0"/>
                  </a:lnTo>
                  <a:close/>
                </a:path>
              </a:pathLst>
            </a:custGeom>
            <a:solidFill>
              <a:srgbClr val="FFFFFF"/>
            </a:solidFill>
          </p:spPr>
        </p:sp>
      </p:grpSp>
      <p:grpSp>
        <p:nvGrpSpPr>
          <p:cNvPr name="Group 8" id="8"/>
          <p:cNvGrpSpPr/>
          <p:nvPr/>
        </p:nvGrpSpPr>
        <p:grpSpPr>
          <a:xfrm rot="0">
            <a:off x="699840" y="2971619"/>
            <a:ext cx="929345" cy="500577"/>
            <a:chOff x="0" y="0"/>
            <a:chExt cx="1239126" cy="667436"/>
          </a:xfrm>
        </p:grpSpPr>
        <p:sp>
          <p:nvSpPr>
            <p:cNvPr name="Freeform 9" id="9"/>
            <p:cNvSpPr/>
            <p:nvPr/>
          </p:nvSpPr>
          <p:spPr>
            <a:xfrm flipH="false" flipV="false" rot="0">
              <a:off x="0" y="0"/>
              <a:ext cx="1239139" cy="667385"/>
            </a:xfrm>
            <a:custGeom>
              <a:avLst/>
              <a:gdLst/>
              <a:ahLst/>
              <a:cxnLst/>
              <a:rect r="r" b="b" t="t" l="l"/>
              <a:pathLst>
                <a:path h="667385" w="1239139">
                  <a:moveTo>
                    <a:pt x="0" y="0"/>
                  </a:moveTo>
                  <a:lnTo>
                    <a:pt x="1239139" y="0"/>
                  </a:lnTo>
                  <a:lnTo>
                    <a:pt x="1239139" y="667385"/>
                  </a:lnTo>
                  <a:lnTo>
                    <a:pt x="0" y="667385"/>
                  </a:lnTo>
                  <a:lnTo>
                    <a:pt x="0" y="0"/>
                  </a:lnTo>
                  <a:close/>
                </a:path>
              </a:pathLst>
            </a:custGeom>
            <a:solidFill>
              <a:srgbClr val="FFFFFF"/>
            </a:solidFill>
          </p:spPr>
        </p:sp>
      </p:grpSp>
      <p:grpSp>
        <p:nvGrpSpPr>
          <p:cNvPr name="Group 10" id="10"/>
          <p:cNvGrpSpPr/>
          <p:nvPr/>
        </p:nvGrpSpPr>
        <p:grpSpPr>
          <a:xfrm rot="0">
            <a:off x="1628642" y="2971619"/>
            <a:ext cx="5044145" cy="500577"/>
            <a:chOff x="0" y="0"/>
            <a:chExt cx="6725526" cy="667436"/>
          </a:xfrm>
        </p:grpSpPr>
        <p:sp>
          <p:nvSpPr>
            <p:cNvPr name="Freeform 11" id="11"/>
            <p:cNvSpPr/>
            <p:nvPr/>
          </p:nvSpPr>
          <p:spPr>
            <a:xfrm flipH="false" flipV="false" rot="0">
              <a:off x="0" y="0"/>
              <a:ext cx="6725539" cy="667385"/>
            </a:xfrm>
            <a:custGeom>
              <a:avLst/>
              <a:gdLst/>
              <a:ahLst/>
              <a:cxnLst/>
              <a:rect r="r" b="b" t="t" l="l"/>
              <a:pathLst>
                <a:path h="667385" w="6725539">
                  <a:moveTo>
                    <a:pt x="0" y="0"/>
                  </a:moveTo>
                  <a:lnTo>
                    <a:pt x="6725539" y="0"/>
                  </a:lnTo>
                  <a:lnTo>
                    <a:pt x="6725539" y="667385"/>
                  </a:lnTo>
                  <a:lnTo>
                    <a:pt x="0" y="667385"/>
                  </a:lnTo>
                  <a:lnTo>
                    <a:pt x="0" y="0"/>
                  </a:lnTo>
                  <a:close/>
                </a:path>
              </a:pathLst>
            </a:custGeom>
            <a:solidFill>
              <a:srgbClr val="FFFFFF"/>
            </a:solidFill>
          </p:spPr>
        </p:sp>
      </p:grpSp>
      <p:grpSp>
        <p:nvGrpSpPr>
          <p:cNvPr name="Group 12" id="12"/>
          <p:cNvGrpSpPr/>
          <p:nvPr/>
        </p:nvGrpSpPr>
        <p:grpSpPr>
          <a:xfrm rot="0">
            <a:off x="6672243" y="2971619"/>
            <a:ext cx="1300324" cy="500577"/>
            <a:chOff x="0" y="0"/>
            <a:chExt cx="1733766" cy="667436"/>
          </a:xfrm>
        </p:grpSpPr>
        <p:sp>
          <p:nvSpPr>
            <p:cNvPr name="Freeform 13" id="13"/>
            <p:cNvSpPr/>
            <p:nvPr/>
          </p:nvSpPr>
          <p:spPr>
            <a:xfrm flipH="false" flipV="false" rot="0">
              <a:off x="0" y="0"/>
              <a:ext cx="1733804" cy="667385"/>
            </a:xfrm>
            <a:custGeom>
              <a:avLst/>
              <a:gdLst/>
              <a:ahLst/>
              <a:cxnLst/>
              <a:rect r="r" b="b" t="t" l="l"/>
              <a:pathLst>
                <a:path h="667385" w="1733804">
                  <a:moveTo>
                    <a:pt x="0" y="0"/>
                  </a:moveTo>
                  <a:lnTo>
                    <a:pt x="1733804" y="0"/>
                  </a:lnTo>
                  <a:lnTo>
                    <a:pt x="1733804" y="667385"/>
                  </a:lnTo>
                  <a:lnTo>
                    <a:pt x="0" y="667385"/>
                  </a:lnTo>
                  <a:lnTo>
                    <a:pt x="0" y="0"/>
                  </a:lnTo>
                  <a:close/>
                </a:path>
              </a:pathLst>
            </a:custGeom>
            <a:solidFill>
              <a:srgbClr val="FFFFFF"/>
            </a:solidFill>
          </p:spPr>
        </p:sp>
      </p:grpSp>
      <p:grpSp>
        <p:nvGrpSpPr>
          <p:cNvPr name="Group 14" id="14"/>
          <p:cNvGrpSpPr/>
          <p:nvPr/>
        </p:nvGrpSpPr>
        <p:grpSpPr>
          <a:xfrm rot="0">
            <a:off x="7972015" y="2971619"/>
            <a:ext cx="2072516" cy="500577"/>
            <a:chOff x="0" y="0"/>
            <a:chExt cx="2763355" cy="667436"/>
          </a:xfrm>
        </p:grpSpPr>
        <p:sp>
          <p:nvSpPr>
            <p:cNvPr name="Freeform 15" id="15"/>
            <p:cNvSpPr/>
            <p:nvPr/>
          </p:nvSpPr>
          <p:spPr>
            <a:xfrm flipH="false" flipV="false" rot="0">
              <a:off x="0" y="0"/>
              <a:ext cx="2763393" cy="667385"/>
            </a:xfrm>
            <a:custGeom>
              <a:avLst/>
              <a:gdLst/>
              <a:ahLst/>
              <a:cxnLst/>
              <a:rect r="r" b="b" t="t" l="l"/>
              <a:pathLst>
                <a:path h="667385" w="2763393">
                  <a:moveTo>
                    <a:pt x="0" y="0"/>
                  </a:moveTo>
                  <a:lnTo>
                    <a:pt x="2763393" y="0"/>
                  </a:lnTo>
                  <a:lnTo>
                    <a:pt x="2763393" y="667385"/>
                  </a:lnTo>
                  <a:lnTo>
                    <a:pt x="0" y="667385"/>
                  </a:lnTo>
                  <a:lnTo>
                    <a:pt x="0" y="0"/>
                  </a:lnTo>
                  <a:close/>
                </a:path>
              </a:pathLst>
            </a:custGeom>
            <a:solidFill>
              <a:srgbClr val="FFFFFF"/>
            </a:solidFill>
          </p:spPr>
        </p:sp>
      </p:grpSp>
      <p:grpSp>
        <p:nvGrpSpPr>
          <p:cNvPr name="Group 16" id="16"/>
          <p:cNvGrpSpPr/>
          <p:nvPr/>
        </p:nvGrpSpPr>
        <p:grpSpPr>
          <a:xfrm rot="0">
            <a:off x="699840" y="2971619"/>
            <a:ext cx="929345" cy="500577"/>
            <a:chOff x="0" y="0"/>
            <a:chExt cx="1239126" cy="667436"/>
          </a:xfrm>
        </p:grpSpPr>
        <p:sp>
          <p:nvSpPr>
            <p:cNvPr name="Freeform 17" id="17"/>
            <p:cNvSpPr/>
            <p:nvPr/>
          </p:nvSpPr>
          <p:spPr>
            <a:xfrm flipH="false" flipV="false" rot="0">
              <a:off x="0" y="0"/>
              <a:ext cx="1239139" cy="667385"/>
            </a:xfrm>
            <a:custGeom>
              <a:avLst/>
              <a:gdLst/>
              <a:ahLst/>
              <a:cxnLst/>
              <a:rect r="r" b="b" t="t" l="l"/>
              <a:pathLst>
                <a:path h="667385" w="1239139">
                  <a:moveTo>
                    <a:pt x="0" y="0"/>
                  </a:moveTo>
                  <a:lnTo>
                    <a:pt x="1239139" y="0"/>
                  </a:lnTo>
                  <a:lnTo>
                    <a:pt x="1239139" y="667385"/>
                  </a:lnTo>
                  <a:lnTo>
                    <a:pt x="0" y="667385"/>
                  </a:lnTo>
                  <a:lnTo>
                    <a:pt x="0" y="0"/>
                  </a:lnTo>
                  <a:close/>
                </a:path>
              </a:pathLst>
            </a:custGeom>
            <a:solidFill>
              <a:srgbClr val="1F4E79"/>
            </a:solidFill>
          </p:spPr>
        </p:sp>
      </p:grpSp>
      <p:grpSp>
        <p:nvGrpSpPr>
          <p:cNvPr name="Group 18" id="18"/>
          <p:cNvGrpSpPr/>
          <p:nvPr/>
        </p:nvGrpSpPr>
        <p:grpSpPr>
          <a:xfrm rot="0">
            <a:off x="1628642" y="2971619"/>
            <a:ext cx="5044145" cy="500577"/>
            <a:chOff x="0" y="0"/>
            <a:chExt cx="6725526" cy="667436"/>
          </a:xfrm>
        </p:grpSpPr>
        <p:sp>
          <p:nvSpPr>
            <p:cNvPr name="Freeform 19" id="19"/>
            <p:cNvSpPr/>
            <p:nvPr/>
          </p:nvSpPr>
          <p:spPr>
            <a:xfrm flipH="false" flipV="false" rot="0">
              <a:off x="0" y="0"/>
              <a:ext cx="6725539" cy="667385"/>
            </a:xfrm>
            <a:custGeom>
              <a:avLst/>
              <a:gdLst/>
              <a:ahLst/>
              <a:cxnLst/>
              <a:rect r="r" b="b" t="t" l="l"/>
              <a:pathLst>
                <a:path h="667385" w="6725539">
                  <a:moveTo>
                    <a:pt x="0" y="0"/>
                  </a:moveTo>
                  <a:lnTo>
                    <a:pt x="6725539" y="0"/>
                  </a:lnTo>
                  <a:lnTo>
                    <a:pt x="6725539" y="667385"/>
                  </a:lnTo>
                  <a:lnTo>
                    <a:pt x="0" y="667385"/>
                  </a:lnTo>
                  <a:lnTo>
                    <a:pt x="0" y="0"/>
                  </a:lnTo>
                  <a:close/>
                </a:path>
              </a:pathLst>
            </a:custGeom>
            <a:solidFill>
              <a:srgbClr val="1F4E79"/>
            </a:solidFill>
          </p:spPr>
        </p:sp>
      </p:grpSp>
      <p:grpSp>
        <p:nvGrpSpPr>
          <p:cNvPr name="Group 20" id="20"/>
          <p:cNvGrpSpPr/>
          <p:nvPr/>
        </p:nvGrpSpPr>
        <p:grpSpPr>
          <a:xfrm rot="0">
            <a:off x="6672243" y="2971619"/>
            <a:ext cx="1300324" cy="500577"/>
            <a:chOff x="0" y="0"/>
            <a:chExt cx="1733766" cy="667436"/>
          </a:xfrm>
        </p:grpSpPr>
        <p:sp>
          <p:nvSpPr>
            <p:cNvPr name="Freeform 21" id="21"/>
            <p:cNvSpPr/>
            <p:nvPr/>
          </p:nvSpPr>
          <p:spPr>
            <a:xfrm flipH="false" flipV="false" rot="0">
              <a:off x="0" y="0"/>
              <a:ext cx="1733804" cy="667385"/>
            </a:xfrm>
            <a:custGeom>
              <a:avLst/>
              <a:gdLst/>
              <a:ahLst/>
              <a:cxnLst/>
              <a:rect r="r" b="b" t="t" l="l"/>
              <a:pathLst>
                <a:path h="667385" w="1733804">
                  <a:moveTo>
                    <a:pt x="0" y="0"/>
                  </a:moveTo>
                  <a:lnTo>
                    <a:pt x="1733804" y="0"/>
                  </a:lnTo>
                  <a:lnTo>
                    <a:pt x="1733804" y="667385"/>
                  </a:lnTo>
                  <a:lnTo>
                    <a:pt x="0" y="667385"/>
                  </a:lnTo>
                  <a:lnTo>
                    <a:pt x="0" y="0"/>
                  </a:lnTo>
                  <a:close/>
                </a:path>
              </a:pathLst>
            </a:custGeom>
            <a:solidFill>
              <a:srgbClr val="1F4E79"/>
            </a:solidFill>
          </p:spPr>
        </p:sp>
      </p:grpSp>
      <p:grpSp>
        <p:nvGrpSpPr>
          <p:cNvPr name="Group 22" id="22"/>
          <p:cNvGrpSpPr/>
          <p:nvPr/>
        </p:nvGrpSpPr>
        <p:grpSpPr>
          <a:xfrm rot="0">
            <a:off x="7972015" y="2971619"/>
            <a:ext cx="2072516" cy="500577"/>
            <a:chOff x="0" y="0"/>
            <a:chExt cx="2763355" cy="667436"/>
          </a:xfrm>
        </p:grpSpPr>
        <p:sp>
          <p:nvSpPr>
            <p:cNvPr name="Freeform 23" id="23"/>
            <p:cNvSpPr/>
            <p:nvPr/>
          </p:nvSpPr>
          <p:spPr>
            <a:xfrm flipH="false" flipV="false" rot="0">
              <a:off x="0" y="0"/>
              <a:ext cx="2763393" cy="667385"/>
            </a:xfrm>
            <a:custGeom>
              <a:avLst/>
              <a:gdLst/>
              <a:ahLst/>
              <a:cxnLst/>
              <a:rect r="r" b="b" t="t" l="l"/>
              <a:pathLst>
                <a:path h="667385" w="2763393">
                  <a:moveTo>
                    <a:pt x="0" y="0"/>
                  </a:moveTo>
                  <a:lnTo>
                    <a:pt x="2763393" y="0"/>
                  </a:lnTo>
                  <a:lnTo>
                    <a:pt x="2763393" y="667385"/>
                  </a:lnTo>
                  <a:lnTo>
                    <a:pt x="0" y="667385"/>
                  </a:lnTo>
                  <a:lnTo>
                    <a:pt x="0" y="0"/>
                  </a:lnTo>
                  <a:close/>
                </a:path>
              </a:pathLst>
            </a:custGeom>
            <a:solidFill>
              <a:srgbClr val="1F4E79"/>
            </a:solidFill>
          </p:spPr>
        </p:sp>
      </p:grpSp>
      <p:grpSp>
        <p:nvGrpSpPr>
          <p:cNvPr name="Group 24" id="24"/>
          <p:cNvGrpSpPr/>
          <p:nvPr/>
        </p:nvGrpSpPr>
        <p:grpSpPr>
          <a:xfrm rot="0">
            <a:off x="699840" y="3471662"/>
            <a:ext cx="929345" cy="814864"/>
            <a:chOff x="0" y="0"/>
            <a:chExt cx="1239126" cy="1086485"/>
          </a:xfrm>
        </p:grpSpPr>
        <p:sp>
          <p:nvSpPr>
            <p:cNvPr name="Freeform 25" id="25"/>
            <p:cNvSpPr/>
            <p:nvPr/>
          </p:nvSpPr>
          <p:spPr>
            <a:xfrm flipH="false" flipV="false" rot="0">
              <a:off x="0" y="0"/>
              <a:ext cx="1239139" cy="1086485"/>
            </a:xfrm>
            <a:custGeom>
              <a:avLst/>
              <a:gdLst/>
              <a:ahLst/>
              <a:cxnLst/>
              <a:rect r="r" b="b" t="t" l="l"/>
              <a:pathLst>
                <a:path h="1086485" w="1239139">
                  <a:moveTo>
                    <a:pt x="0" y="0"/>
                  </a:moveTo>
                  <a:lnTo>
                    <a:pt x="1239139" y="0"/>
                  </a:lnTo>
                  <a:lnTo>
                    <a:pt x="1239139" y="1086485"/>
                  </a:lnTo>
                  <a:lnTo>
                    <a:pt x="0" y="1086485"/>
                  </a:lnTo>
                  <a:lnTo>
                    <a:pt x="0" y="0"/>
                  </a:lnTo>
                  <a:close/>
                </a:path>
              </a:pathLst>
            </a:custGeom>
            <a:solidFill>
              <a:srgbClr val="FFFFFF"/>
            </a:solidFill>
          </p:spPr>
        </p:sp>
      </p:grpSp>
      <p:grpSp>
        <p:nvGrpSpPr>
          <p:cNvPr name="Group 26" id="26"/>
          <p:cNvGrpSpPr/>
          <p:nvPr/>
        </p:nvGrpSpPr>
        <p:grpSpPr>
          <a:xfrm rot="0">
            <a:off x="1628642" y="3471662"/>
            <a:ext cx="5044145" cy="814864"/>
            <a:chOff x="0" y="0"/>
            <a:chExt cx="6725526" cy="1086485"/>
          </a:xfrm>
        </p:grpSpPr>
        <p:sp>
          <p:nvSpPr>
            <p:cNvPr name="Freeform 27" id="27"/>
            <p:cNvSpPr/>
            <p:nvPr/>
          </p:nvSpPr>
          <p:spPr>
            <a:xfrm flipH="false" flipV="false" rot="0">
              <a:off x="0" y="0"/>
              <a:ext cx="6725539" cy="1086485"/>
            </a:xfrm>
            <a:custGeom>
              <a:avLst/>
              <a:gdLst/>
              <a:ahLst/>
              <a:cxnLst/>
              <a:rect r="r" b="b" t="t" l="l"/>
              <a:pathLst>
                <a:path h="1086485" w="6725539">
                  <a:moveTo>
                    <a:pt x="0" y="0"/>
                  </a:moveTo>
                  <a:lnTo>
                    <a:pt x="6725539" y="0"/>
                  </a:lnTo>
                  <a:lnTo>
                    <a:pt x="6725539" y="1086485"/>
                  </a:lnTo>
                  <a:lnTo>
                    <a:pt x="0" y="1086485"/>
                  </a:lnTo>
                  <a:lnTo>
                    <a:pt x="0" y="0"/>
                  </a:lnTo>
                  <a:close/>
                </a:path>
              </a:pathLst>
            </a:custGeom>
            <a:solidFill>
              <a:srgbClr val="FFFFFF"/>
            </a:solidFill>
          </p:spPr>
        </p:sp>
      </p:grpSp>
      <p:grpSp>
        <p:nvGrpSpPr>
          <p:cNvPr name="Group 28" id="28"/>
          <p:cNvGrpSpPr/>
          <p:nvPr/>
        </p:nvGrpSpPr>
        <p:grpSpPr>
          <a:xfrm rot="0">
            <a:off x="6672243" y="3471662"/>
            <a:ext cx="1300324" cy="814864"/>
            <a:chOff x="0" y="0"/>
            <a:chExt cx="1733766" cy="1086485"/>
          </a:xfrm>
        </p:grpSpPr>
        <p:sp>
          <p:nvSpPr>
            <p:cNvPr name="Freeform 29" id="29"/>
            <p:cNvSpPr/>
            <p:nvPr/>
          </p:nvSpPr>
          <p:spPr>
            <a:xfrm flipH="false" flipV="false" rot="0">
              <a:off x="0" y="0"/>
              <a:ext cx="1733804" cy="1086485"/>
            </a:xfrm>
            <a:custGeom>
              <a:avLst/>
              <a:gdLst/>
              <a:ahLst/>
              <a:cxnLst/>
              <a:rect r="r" b="b" t="t" l="l"/>
              <a:pathLst>
                <a:path h="1086485" w="1733804">
                  <a:moveTo>
                    <a:pt x="0" y="0"/>
                  </a:moveTo>
                  <a:lnTo>
                    <a:pt x="1733804" y="0"/>
                  </a:lnTo>
                  <a:lnTo>
                    <a:pt x="1733804" y="1086485"/>
                  </a:lnTo>
                  <a:lnTo>
                    <a:pt x="0" y="1086485"/>
                  </a:lnTo>
                  <a:lnTo>
                    <a:pt x="0" y="0"/>
                  </a:lnTo>
                  <a:close/>
                </a:path>
              </a:pathLst>
            </a:custGeom>
            <a:solidFill>
              <a:srgbClr val="FFFFFF"/>
            </a:solidFill>
          </p:spPr>
        </p:sp>
      </p:grpSp>
      <p:grpSp>
        <p:nvGrpSpPr>
          <p:cNvPr name="Group 30" id="30"/>
          <p:cNvGrpSpPr/>
          <p:nvPr/>
        </p:nvGrpSpPr>
        <p:grpSpPr>
          <a:xfrm rot="0">
            <a:off x="7972015" y="3471662"/>
            <a:ext cx="2072516" cy="814864"/>
            <a:chOff x="0" y="0"/>
            <a:chExt cx="2763355" cy="1086485"/>
          </a:xfrm>
        </p:grpSpPr>
        <p:sp>
          <p:nvSpPr>
            <p:cNvPr name="Freeform 31" id="31"/>
            <p:cNvSpPr/>
            <p:nvPr/>
          </p:nvSpPr>
          <p:spPr>
            <a:xfrm flipH="false" flipV="false" rot="0">
              <a:off x="0" y="0"/>
              <a:ext cx="2763393" cy="1086485"/>
            </a:xfrm>
            <a:custGeom>
              <a:avLst/>
              <a:gdLst/>
              <a:ahLst/>
              <a:cxnLst/>
              <a:rect r="r" b="b" t="t" l="l"/>
              <a:pathLst>
                <a:path h="1086485" w="2763393">
                  <a:moveTo>
                    <a:pt x="0" y="0"/>
                  </a:moveTo>
                  <a:lnTo>
                    <a:pt x="2763393" y="0"/>
                  </a:lnTo>
                  <a:lnTo>
                    <a:pt x="2763393" y="1086485"/>
                  </a:lnTo>
                  <a:lnTo>
                    <a:pt x="0" y="1086485"/>
                  </a:lnTo>
                  <a:lnTo>
                    <a:pt x="0" y="0"/>
                  </a:lnTo>
                  <a:close/>
                </a:path>
              </a:pathLst>
            </a:custGeom>
            <a:solidFill>
              <a:srgbClr val="FFFFFF"/>
            </a:solidFill>
          </p:spPr>
        </p:sp>
      </p:grpSp>
      <p:grpSp>
        <p:nvGrpSpPr>
          <p:cNvPr name="Group 32" id="32"/>
          <p:cNvGrpSpPr/>
          <p:nvPr/>
        </p:nvGrpSpPr>
        <p:grpSpPr>
          <a:xfrm rot="0">
            <a:off x="699840" y="4285983"/>
            <a:ext cx="929345" cy="814864"/>
            <a:chOff x="0" y="0"/>
            <a:chExt cx="1239126" cy="1086485"/>
          </a:xfrm>
        </p:grpSpPr>
        <p:sp>
          <p:nvSpPr>
            <p:cNvPr name="Freeform 33" id="33"/>
            <p:cNvSpPr/>
            <p:nvPr/>
          </p:nvSpPr>
          <p:spPr>
            <a:xfrm flipH="false" flipV="false" rot="0">
              <a:off x="0" y="0"/>
              <a:ext cx="1239139" cy="1086485"/>
            </a:xfrm>
            <a:custGeom>
              <a:avLst/>
              <a:gdLst/>
              <a:ahLst/>
              <a:cxnLst/>
              <a:rect r="r" b="b" t="t" l="l"/>
              <a:pathLst>
                <a:path h="1086485" w="1239139">
                  <a:moveTo>
                    <a:pt x="0" y="0"/>
                  </a:moveTo>
                  <a:lnTo>
                    <a:pt x="1239139" y="0"/>
                  </a:lnTo>
                  <a:lnTo>
                    <a:pt x="1239139" y="1086485"/>
                  </a:lnTo>
                  <a:lnTo>
                    <a:pt x="0" y="1086485"/>
                  </a:lnTo>
                  <a:lnTo>
                    <a:pt x="0" y="0"/>
                  </a:lnTo>
                  <a:close/>
                </a:path>
              </a:pathLst>
            </a:custGeom>
            <a:solidFill>
              <a:srgbClr val="F6F8FA"/>
            </a:solidFill>
          </p:spPr>
        </p:sp>
      </p:grpSp>
      <p:grpSp>
        <p:nvGrpSpPr>
          <p:cNvPr name="Group 34" id="34"/>
          <p:cNvGrpSpPr/>
          <p:nvPr/>
        </p:nvGrpSpPr>
        <p:grpSpPr>
          <a:xfrm rot="0">
            <a:off x="1628642" y="4285983"/>
            <a:ext cx="5044145" cy="814864"/>
            <a:chOff x="0" y="0"/>
            <a:chExt cx="6725526" cy="1086485"/>
          </a:xfrm>
        </p:grpSpPr>
        <p:sp>
          <p:nvSpPr>
            <p:cNvPr name="Freeform 35" id="35"/>
            <p:cNvSpPr/>
            <p:nvPr/>
          </p:nvSpPr>
          <p:spPr>
            <a:xfrm flipH="false" flipV="false" rot="0">
              <a:off x="0" y="0"/>
              <a:ext cx="6725539" cy="1086485"/>
            </a:xfrm>
            <a:custGeom>
              <a:avLst/>
              <a:gdLst/>
              <a:ahLst/>
              <a:cxnLst/>
              <a:rect r="r" b="b" t="t" l="l"/>
              <a:pathLst>
                <a:path h="1086485" w="6725539">
                  <a:moveTo>
                    <a:pt x="0" y="0"/>
                  </a:moveTo>
                  <a:lnTo>
                    <a:pt x="6725539" y="0"/>
                  </a:lnTo>
                  <a:lnTo>
                    <a:pt x="6725539" y="1086485"/>
                  </a:lnTo>
                  <a:lnTo>
                    <a:pt x="0" y="1086485"/>
                  </a:lnTo>
                  <a:lnTo>
                    <a:pt x="0" y="0"/>
                  </a:lnTo>
                  <a:close/>
                </a:path>
              </a:pathLst>
            </a:custGeom>
            <a:solidFill>
              <a:srgbClr val="F6F8FA"/>
            </a:solidFill>
          </p:spPr>
        </p:sp>
      </p:grpSp>
      <p:grpSp>
        <p:nvGrpSpPr>
          <p:cNvPr name="Group 36" id="36"/>
          <p:cNvGrpSpPr/>
          <p:nvPr/>
        </p:nvGrpSpPr>
        <p:grpSpPr>
          <a:xfrm rot="0">
            <a:off x="6672243" y="4285983"/>
            <a:ext cx="1300324" cy="814864"/>
            <a:chOff x="0" y="0"/>
            <a:chExt cx="1733766" cy="1086485"/>
          </a:xfrm>
        </p:grpSpPr>
        <p:sp>
          <p:nvSpPr>
            <p:cNvPr name="Freeform 37" id="37"/>
            <p:cNvSpPr/>
            <p:nvPr/>
          </p:nvSpPr>
          <p:spPr>
            <a:xfrm flipH="false" flipV="false" rot="0">
              <a:off x="0" y="0"/>
              <a:ext cx="1733804" cy="1086485"/>
            </a:xfrm>
            <a:custGeom>
              <a:avLst/>
              <a:gdLst/>
              <a:ahLst/>
              <a:cxnLst/>
              <a:rect r="r" b="b" t="t" l="l"/>
              <a:pathLst>
                <a:path h="1086485" w="1733804">
                  <a:moveTo>
                    <a:pt x="0" y="0"/>
                  </a:moveTo>
                  <a:lnTo>
                    <a:pt x="1733804" y="0"/>
                  </a:lnTo>
                  <a:lnTo>
                    <a:pt x="1733804" y="1086485"/>
                  </a:lnTo>
                  <a:lnTo>
                    <a:pt x="0" y="1086485"/>
                  </a:lnTo>
                  <a:lnTo>
                    <a:pt x="0" y="0"/>
                  </a:lnTo>
                  <a:close/>
                </a:path>
              </a:pathLst>
            </a:custGeom>
            <a:solidFill>
              <a:srgbClr val="F6F8FA"/>
            </a:solidFill>
          </p:spPr>
        </p:sp>
      </p:grpSp>
      <p:grpSp>
        <p:nvGrpSpPr>
          <p:cNvPr name="Group 38" id="38"/>
          <p:cNvGrpSpPr/>
          <p:nvPr/>
        </p:nvGrpSpPr>
        <p:grpSpPr>
          <a:xfrm rot="0">
            <a:off x="7972015" y="4285983"/>
            <a:ext cx="2072516" cy="814864"/>
            <a:chOff x="0" y="0"/>
            <a:chExt cx="2763355" cy="1086485"/>
          </a:xfrm>
        </p:grpSpPr>
        <p:sp>
          <p:nvSpPr>
            <p:cNvPr name="Freeform 39" id="39"/>
            <p:cNvSpPr/>
            <p:nvPr/>
          </p:nvSpPr>
          <p:spPr>
            <a:xfrm flipH="false" flipV="false" rot="0">
              <a:off x="0" y="0"/>
              <a:ext cx="2763393" cy="1086485"/>
            </a:xfrm>
            <a:custGeom>
              <a:avLst/>
              <a:gdLst/>
              <a:ahLst/>
              <a:cxnLst/>
              <a:rect r="r" b="b" t="t" l="l"/>
              <a:pathLst>
                <a:path h="1086485" w="2763393">
                  <a:moveTo>
                    <a:pt x="0" y="0"/>
                  </a:moveTo>
                  <a:lnTo>
                    <a:pt x="2763393" y="0"/>
                  </a:lnTo>
                  <a:lnTo>
                    <a:pt x="2763393" y="1086485"/>
                  </a:lnTo>
                  <a:lnTo>
                    <a:pt x="0" y="1086485"/>
                  </a:lnTo>
                  <a:lnTo>
                    <a:pt x="0" y="0"/>
                  </a:lnTo>
                  <a:close/>
                </a:path>
              </a:pathLst>
            </a:custGeom>
            <a:solidFill>
              <a:srgbClr val="F6F8FA"/>
            </a:solidFill>
          </p:spPr>
        </p:sp>
      </p:grpSp>
      <p:grpSp>
        <p:nvGrpSpPr>
          <p:cNvPr name="Group 40" id="40"/>
          <p:cNvGrpSpPr/>
          <p:nvPr/>
        </p:nvGrpSpPr>
        <p:grpSpPr>
          <a:xfrm rot="0">
            <a:off x="699840" y="4285983"/>
            <a:ext cx="929345" cy="814864"/>
            <a:chOff x="0" y="0"/>
            <a:chExt cx="1239126" cy="1086485"/>
          </a:xfrm>
        </p:grpSpPr>
        <p:sp>
          <p:nvSpPr>
            <p:cNvPr name="Freeform 41" id="41"/>
            <p:cNvSpPr/>
            <p:nvPr/>
          </p:nvSpPr>
          <p:spPr>
            <a:xfrm flipH="false" flipV="false" rot="0">
              <a:off x="0" y="0"/>
              <a:ext cx="1239139" cy="1086485"/>
            </a:xfrm>
            <a:custGeom>
              <a:avLst/>
              <a:gdLst/>
              <a:ahLst/>
              <a:cxnLst/>
              <a:rect r="r" b="b" t="t" l="l"/>
              <a:pathLst>
                <a:path h="1086485" w="1239139">
                  <a:moveTo>
                    <a:pt x="0" y="0"/>
                  </a:moveTo>
                  <a:lnTo>
                    <a:pt x="1239139" y="0"/>
                  </a:lnTo>
                  <a:lnTo>
                    <a:pt x="1239139" y="1086485"/>
                  </a:lnTo>
                  <a:lnTo>
                    <a:pt x="0" y="1086485"/>
                  </a:lnTo>
                  <a:lnTo>
                    <a:pt x="0" y="0"/>
                  </a:lnTo>
                  <a:close/>
                </a:path>
              </a:pathLst>
            </a:custGeom>
            <a:solidFill>
              <a:srgbClr val="EEF3FA"/>
            </a:solidFill>
          </p:spPr>
        </p:sp>
      </p:grpSp>
      <p:grpSp>
        <p:nvGrpSpPr>
          <p:cNvPr name="Group 42" id="42"/>
          <p:cNvGrpSpPr/>
          <p:nvPr/>
        </p:nvGrpSpPr>
        <p:grpSpPr>
          <a:xfrm rot="0">
            <a:off x="1628642" y="4285983"/>
            <a:ext cx="5044145" cy="814864"/>
            <a:chOff x="0" y="0"/>
            <a:chExt cx="6725526" cy="1086485"/>
          </a:xfrm>
        </p:grpSpPr>
        <p:sp>
          <p:nvSpPr>
            <p:cNvPr name="Freeform 43" id="43"/>
            <p:cNvSpPr/>
            <p:nvPr/>
          </p:nvSpPr>
          <p:spPr>
            <a:xfrm flipH="false" flipV="false" rot="0">
              <a:off x="0" y="0"/>
              <a:ext cx="6725539" cy="1086485"/>
            </a:xfrm>
            <a:custGeom>
              <a:avLst/>
              <a:gdLst/>
              <a:ahLst/>
              <a:cxnLst/>
              <a:rect r="r" b="b" t="t" l="l"/>
              <a:pathLst>
                <a:path h="1086485" w="6725539">
                  <a:moveTo>
                    <a:pt x="0" y="0"/>
                  </a:moveTo>
                  <a:lnTo>
                    <a:pt x="6725539" y="0"/>
                  </a:lnTo>
                  <a:lnTo>
                    <a:pt x="6725539" y="1086485"/>
                  </a:lnTo>
                  <a:lnTo>
                    <a:pt x="0" y="1086485"/>
                  </a:lnTo>
                  <a:lnTo>
                    <a:pt x="0" y="0"/>
                  </a:lnTo>
                  <a:close/>
                </a:path>
              </a:pathLst>
            </a:custGeom>
            <a:solidFill>
              <a:srgbClr val="EEF3FA"/>
            </a:solidFill>
          </p:spPr>
        </p:sp>
      </p:grpSp>
      <p:grpSp>
        <p:nvGrpSpPr>
          <p:cNvPr name="Group 44" id="44"/>
          <p:cNvGrpSpPr/>
          <p:nvPr/>
        </p:nvGrpSpPr>
        <p:grpSpPr>
          <a:xfrm rot="0">
            <a:off x="6672243" y="4285983"/>
            <a:ext cx="1300324" cy="814864"/>
            <a:chOff x="0" y="0"/>
            <a:chExt cx="1733766" cy="1086485"/>
          </a:xfrm>
        </p:grpSpPr>
        <p:sp>
          <p:nvSpPr>
            <p:cNvPr name="Freeform 45" id="45"/>
            <p:cNvSpPr/>
            <p:nvPr/>
          </p:nvSpPr>
          <p:spPr>
            <a:xfrm flipH="false" flipV="false" rot="0">
              <a:off x="0" y="0"/>
              <a:ext cx="1733804" cy="1086485"/>
            </a:xfrm>
            <a:custGeom>
              <a:avLst/>
              <a:gdLst/>
              <a:ahLst/>
              <a:cxnLst/>
              <a:rect r="r" b="b" t="t" l="l"/>
              <a:pathLst>
                <a:path h="1086485" w="1733804">
                  <a:moveTo>
                    <a:pt x="0" y="0"/>
                  </a:moveTo>
                  <a:lnTo>
                    <a:pt x="1733804" y="0"/>
                  </a:lnTo>
                  <a:lnTo>
                    <a:pt x="1733804" y="1086485"/>
                  </a:lnTo>
                  <a:lnTo>
                    <a:pt x="0" y="1086485"/>
                  </a:lnTo>
                  <a:lnTo>
                    <a:pt x="0" y="0"/>
                  </a:lnTo>
                  <a:close/>
                </a:path>
              </a:pathLst>
            </a:custGeom>
            <a:solidFill>
              <a:srgbClr val="EEF3FA"/>
            </a:solidFill>
          </p:spPr>
        </p:sp>
      </p:grpSp>
      <p:grpSp>
        <p:nvGrpSpPr>
          <p:cNvPr name="Group 46" id="46"/>
          <p:cNvGrpSpPr/>
          <p:nvPr/>
        </p:nvGrpSpPr>
        <p:grpSpPr>
          <a:xfrm rot="0">
            <a:off x="7972015" y="4285983"/>
            <a:ext cx="2072516" cy="814864"/>
            <a:chOff x="0" y="0"/>
            <a:chExt cx="2763355" cy="1086485"/>
          </a:xfrm>
        </p:grpSpPr>
        <p:sp>
          <p:nvSpPr>
            <p:cNvPr name="Freeform 47" id="47"/>
            <p:cNvSpPr/>
            <p:nvPr/>
          </p:nvSpPr>
          <p:spPr>
            <a:xfrm flipH="false" flipV="false" rot="0">
              <a:off x="0" y="0"/>
              <a:ext cx="2763393" cy="1086485"/>
            </a:xfrm>
            <a:custGeom>
              <a:avLst/>
              <a:gdLst/>
              <a:ahLst/>
              <a:cxnLst/>
              <a:rect r="r" b="b" t="t" l="l"/>
              <a:pathLst>
                <a:path h="1086485" w="2763393">
                  <a:moveTo>
                    <a:pt x="0" y="0"/>
                  </a:moveTo>
                  <a:lnTo>
                    <a:pt x="2763393" y="0"/>
                  </a:lnTo>
                  <a:lnTo>
                    <a:pt x="2763393" y="1086485"/>
                  </a:lnTo>
                  <a:lnTo>
                    <a:pt x="0" y="1086485"/>
                  </a:lnTo>
                  <a:lnTo>
                    <a:pt x="0" y="0"/>
                  </a:lnTo>
                  <a:close/>
                </a:path>
              </a:pathLst>
            </a:custGeom>
            <a:solidFill>
              <a:srgbClr val="EEF3FA"/>
            </a:solidFill>
          </p:spPr>
        </p:sp>
      </p:grpSp>
      <p:grpSp>
        <p:nvGrpSpPr>
          <p:cNvPr name="Group 48" id="48"/>
          <p:cNvGrpSpPr/>
          <p:nvPr/>
        </p:nvGrpSpPr>
        <p:grpSpPr>
          <a:xfrm rot="0">
            <a:off x="699840" y="5100304"/>
            <a:ext cx="929345" cy="829437"/>
            <a:chOff x="0" y="0"/>
            <a:chExt cx="1239126" cy="1105916"/>
          </a:xfrm>
        </p:grpSpPr>
        <p:sp>
          <p:nvSpPr>
            <p:cNvPr name="Freeform 49" id="49"/>
            <p:cNvSpPr/>
            <p:nvPr/>
          </p:nvSpPr>
          <p:spPr>
            <a:xfrm flipH="false" flipV="false" rot="0">
              <a:off x="0" y="0"/>
              <a:ext cx="1239139" cy="1105916"/>
            </a:xfrm>
            <a:custGeom>
              <a:avLst/>
              <a:gdLst/>
              <a:ahLst/>
              <a:cxnLst/>
              <a:rect r="r" b="b" t="t" l="l"/>
              <a:pathLst>
                <a:path h="1105916" w="1239139">
                  <a:moveTo>
                    <a:pt x="0" y="0"/>
                  </a:moveTo>
                  <a:lnTo>
                    <a:pt x="1239139" y="0"/>
                  </a:lnTo>
                  <a:lnTo>
                    <a:pt x="1239139" y="1105916"/>
                  </a:lnTo>
                  <a:lnTo>
                    <a:pt x="0" y="1105916"/>
                  </a:lnTo>
                  <a:lnTo>
                    <a:pt x="0" y="0"/>
                  </a:lnTo>
                  <a:close/>
                </a:path>
              </a:pathLst>
            </a:custGeom>
            <a:solidFill>
              <a:srgbClr val="FFFFFF"/>
            </a:solidFill>
          </p:spPr>
        </p:sp>
      </p:grpSp>
      <p:grpSp>
        <p:nvGrpSpPr>
          <p:cNvPr name="Group 50" id="50"/>
          <p:cNvGrpSpPr/>
          <p:nvPr/>
        </p:nvGrpSpPr>
        <p:grpSpPr>
          <a:xfrm rot="0">
            <a:off x="1628642" y="5100304"/>
            <a:ext cx="5044145" cy="829437"/>
            <a:chOff x="0" y="0"/>
            <a:chExt cx="6725526" cy="1105916"/>
          </a:xfrm>
        </p:grpSpPr>
        <p:sp>
          <p:nvSpPr>
            <p:cNvPr name="Freeform 51" id="51"/>
            <p:cNvSpPr/>
            <p:nvPr/>
          </p:nvSpPr>
          <p:spPr>
            <a:xfrm flipH="false" flipV="false" rot="0">
              <a:off x="0" y="0"/>
              <a:ext cx="6725539" cy="1105916"/>
            </a:xfrm>
            <a:custGeom>
              <a:avLst/>
              <a:gdLst/>
              <a:ahLst/>
              <a:cxnLst/>
              <a:rect r="r" b="b" t="t" l="l"/>
              <a:pathLst>
                <a:path h="1105916" w="6725539">
                  <a:moveTo>
                    <a:pt x="0" y="0"/>
                  </a:moveTo>
                  <a:lnTo>
                    <a:pt x="6725539" y="0"/>
                  </a:lnTo>
                  <a:lnTo>
                    <a:pt x="6725539" y="1105916"/>
                  </a:lnTo>
                  <a:lnTo>
                    <a:pt x="0" y="1105916"/>
                  </a:lnTo>
                  <a:lnTo>
                    <a:pt x="0" y="0"/>
                  </a:lnTo>
                  <a:close/>
                </a:path>
              </a:pathLst>
            </a:custGeom>
            <a:solidFill>
              <a:srgbClr val="FFFFFF"/>
            </a:solidFill>
          </p:spPr>
        </p:sp>
      </p:grpSp>
      <p:grpSp>
        <p:nvGrpSpPr>
          <p:cNvPr name="Group 52" id="52"/>
          <p:cNvGrpSpPr/>
          <p:nvPr/>
        </p:nvGrpSpPr>
        <p:grpSpPr>
          <a:xfrm rot="0">
            <a:off x="6672243" y="5100304"/>
            <a:ext cx="1300324" cy="829437"/>
            <a:chOff x="0" y="0"/>
            <a:chExt cx="1733766" cy="1105916"/>
          </a:xfrm>
        </p:grpSpPr>
        <p:sp>
          <p:nvSpPr>
            <p:cNvPr name="Freeform 53" id="53"/>
            <p:cNvSpPr/>
            <p:nvPr/>
          </p:nvSpPr>
          <p:spPr>
            <a:xfrm flipH="false" flipV="false" rot="0">
              <a:off x="0" y="0"/>
              <a:ext cx="1733804" cy="1105916"/>
            </a:xfrm>
            <a:custGeom>
              <a:avLst/>
              <a:gdLst/>
              <a:ahLst/>
              <a:cxnLst/>
              <a:rect r="r" b="b" t="t" l="l"/>
              <a:pathLst>
                <a:path h="1105916" w="1733804">
                  <a:moveTo>
                    <a:pt x="0" y="0"/>
                  </a:moveTo>
                  <a:lnTo>
                    <a:pt x="1733804" y="0"/>
                  </a:lnTo>
                  <a:lnTo>
                    <a:pt x="1733804" y="1105916"/>
                  </a:lnTo>
                  <a:lnTo>
                    <a:pt x="0" y="1105916"/>
                  </a:lnTo>
                  <a:lnTo>
                    <a:pt x="0" y="0"/>
                  </a:lnTo>
                  <a:close/>
                </a:path>
              </a:pathLst>
            </a:custGeom>
            <a:solidFill>
              <a:srgbClr val="FFFFFF"/>
            </a:solidFill>
          </p:spPr>
        </p:sp>
      </p:grpSp>
      <p:grpSp>
        <p:nvGrpSpPr>
          <p:cNvPr name="Group 54" id="54"/>
          <p:cNvGrpSpPr/>
          <p:nvPr/>
        </p:nvGrpSpPr>
        <p:grpSpPr>
          <a:xfrm rot="0">
            <a:off x="7972015" y="5100304"/>
            <a:ext cx="2072516" cy="829437"/>
            <a:chOff x="0" y="0"/>
            <a:chExt cx="2763355" cy="1105916"/>
          </a:xfrm>
        </p:grpSpPr>
        <p:sp>
          <p:nvSpPr>
            <p:cNvPr name="Freeform 55" id="55"/>
            <p:cNvSpPr/>
            <p:nvPr/>
          </p:nvSpPr>
          <p:spPr>
            <a:xfrm flipH="false" flipV="false" rot="0">
              <a:off x="0" y="0"/>
              <a:ext cx="2763393" cy="1105916"/>
            </a:xfrm>
            <a:custGeom>
              <a:avLst/>
              <a:gdLst/>
              <a:ahLst/>
              <a:cxnLst/>
              <a:rect r="r" b="b" t="t" l="l"/>
              <a:pathLst>
                <a:path h="1105916" w="2763393">
                  <a:moveTo>
                    <a:pt x="0" y="0"/>
                  </a:moveTo>
                  <a:lnTo>
                    <a:pt x="2763393" y="0"/>
                  </a:lnTo>
                  <a:lnTo>
                    <a:pt x="2763393" y="1105916"/>
                  </a:lnTo>
                  <a:lnTo>
                    <a:pt x="0" y="1105916"/>
                  </a:lnTo>
                  <a:lnTo>
                    <a:pt x="0" y="0"/>
                  </a:lnTo>
                  <a:close/>
                </a:path>
              </a:pathLst>
            </a:custGeom>
            <a:solidFill>
              <a:srgbClr val="FFFFFF"/>
            </a:solidFill>
          </p:spPr>
        </p:sp>
      </p:grpSp>
      <p:grpSp>
        <p:nvGrpSpPr>
          <p:cNvPr name="Group 56" id="56"/>
          <p:cNvGrpSpPr/>
          <p:nvPr/>
        </p:nvGrpSpPr>
        <p:grpSpPr>
          <a:xfrm rot="0">
            <a:off x="685257" y="2957036"/>
            <a:ext cx="15116" cy="529199"/>
            <a:chOff x="0" y="0"/>
            <a:chExt cx="20155" cy="705599"/>
          </a:xfrm>
        </p:grpSpPr>
        <p:sp>
          <p:nvSpPr>
            <p:cNvPr name="Freeform 57" id="57"/>
            <p:cNvSpPr/>
            <p:nvPr/>
          </p:nvSpPr>
          <p:spPr>
            <a:xfrm flipH="false" flipV="false" rot="0">
              <a:off x="0" y="0"/>
              <a:ext cx="20193" cy="705612"/>
            </a:xfrm>
            <a:custGeom>
              <a:avLst/>
              <a:gdLst/>
              <a:ahLst/>
              <a:cxnLst/>
              <a:rect r="r" b="b" t="t" l="l"/>
              <a:pathLst>
                <a:path h="705612" w="20193">
                  <a:moveTo>
                    <a:pt x="0" y="0"/>
                  </a:moveTo>
                  <a:lnTo>
                    <a:pt x="20193" y="0"/>
                  </a:lnTo>
                  <a:lnTo>
                    <a:pt x="20193" y="705612"/>
                  </a:lnTo>
                  <a:lnTo>
                    <a:pt x="0" y="705612"/>
                  </a:lnTo>
                  <a:lnTo>
                    <a:pt x="0" y="0"/>
                  </a:lnTo>
                  <a:close/>
                </a:path>
              </a:pathLst>
            </a:custGeom>
            <a:solidFill>
              <a:srgbClr val="D1D9E0"/>
            </a:solidFill>
          </p:spPr>
        </p:sp>
      </p:grpSp>
      <p:grpSp>
        <p:nvGrpSpPr>
          <p:cNvPr name="Group 58" id="58"/>
          <p:cNvGrpSpPr/>
          <p:nvPr/>
        </p:nvGrpSpPr>
        <p:grpSpPr>
          <a:xfrm rot="0">
            <a:off x="685257" y="2957036"/>
            <a:ext cx="957958" cy="15116"/>
            <a:chOff x="0" y="0"/>
            <a:chExt cx="1277277" cy="20155"/>
          </a:xfrm>
        </p:grpSpPr>
        <p:sp>
          <p:nvSpPr>
            <p:cNvPr name="Freeform 59" id="59"/>
            <p:cNvSpPr/>
            <p:nvPr/>
          </p:nvSpPr>
          <p:spPr>
            <a:xfrm flipH="false" flipV="false" rot="0">
              <a:off x="0" y="0"/>
              <a:ext cx="1277239" cy="20193"/>
            </a:xfrm>
            <a:custGeom>
              <a:avLst/>
              <a:gdLst/>
              <a:ahLst/>
              <a:cxnLst/>
              <a:rect r="r" b="b" t="t" l="l"/>
              <a:pathLst>
                <a:path h="20193" w="1277239">
                  <a:moveTo>
                    <a:pt x="0" y="0"/>
                  </a:moveTo>
                  <a:lnTo>
                    <a:pt x="1277239" y="0"/>
                  </a:lnTo>
                  <a:lnTo>
                    <a:pt x="1277239" y="20193"/>
                  </a:lnTo>
                  <a:lnTo>
                    <a:pt x="0" y="20193"/>
                  </a:lnTo>
                  <a:lnTo>
                    <a:pt x="0" y="0"/>
                  </a:lnTo>
                  <a:close/>
                </a:path>
              </a:pathLst>
            </a:custGeom>
            <a:solidFill>
              <a:srgbClr val="D1D9E0"/>
            </a:solidFill>
          </p:spPr>
        </p:sp>
      </p:grpSp>
      <p:grpSp>
        <p:nvGrpSpPr>
          <p:cNvPr name="Group 60" id="60"/>
          <p:cNvGrpSpPr/>
          <p:nvPr/>
        </p:nvGrpSpPr>
        <p:grpSpPr>
          <a:xfrm rot="0">
            <a:off x="1628642" y="2957036"/>
            <a:ext cx="14583" cy="529199"/>
            <a:chOff x="0" y="0"/>
            <a:chExt cx="19444" cy="705599"/>
          </a:xfrm>
        </p:grpSpPr>
        <p:sp>
          <p:nvSpPr>
            <p:cNvPr name="Freeform 61" id="61"/>
            <p:cNvSpPr/>
            <p:nvPr/>
          </p:nvSpPr>
          <p:spPr>
            <a:xfrm flipH="false" flipV="false" rot="0">
              <a:off x="0" y="0"/>
              <a:ext cx="19431" cy="705612"/>
            </a:xfrm>
            <a:custGeom>
              <a:avLst/>
              <a:gdLst/>
              <a:ahLst/>
              <a:cxnLst/>
              <a:rect r="r" b="b" t="t" l="l"/>
              <a:pathLst>
                <a:path h="705612" w="19431">
                  <a:moveTo>
                    <a:pt x="0" y="0"/>
                  </a:moveTo>
                  <a:lnTo>
                    <a:pt x="19431" y="0"/>
                  </a:lnTo>
                  <a:lnTo>
                    <a:pt x="19431" y="705612"/>
                  </a:lnTo>
                  <a:lnTo>
                    <a:pt x="0" y="705612"/>
                  </a:lnTo>
                  <a:lnTo>
                    <a:pt x="0" y="0"/>
                  </a:lnTo>
                  <a:close/>
                </a:path>
              </a:pathLst>
            </a:custGeom>
            <a:solidFill>
              <a:srgbClr val="D1D9E0"/>
            </a:solidFill>
          </p:spPr>
        </p:sp>
      </p:grpSp>
      <p:grpSp>
        <p:nvGrpSpPr>
          <p:cNvPr name="Group 62" id="62"/>
          <p:cNvGrpSpPr/>
          <p:nvPr/>
        </p:nvGrpSpPr>
        <p:grpSpPr>
          <a:xfrm rot="0">
            <a:off x="1642682" y="2957036"/>
            <a:ext cx="5030095" cy="15116"/>
            <a:chOff x="0" y="0"/>
            <a:chExt cx="6706794" cy="20155"/>
          </a:xfrm>
        </p:grpSpPr>
        <p:sp>
          <p:nvSpPr>
            <p:cNvPr name="Freeform 63" id="63"/>
            <p:cNvSpPr/>
            <p:nvPr/>
          </p:nvSpPr>
          <p:spPr>
            <a:xfrm flipH="false" flipV="false" rot="0">
              <a:off x="0" y="0"/>
              <a:ext cx="6706743" cy="20193"/>
            </a:xfrm>
            <a:custGeom>
              <a:avLst/>
              <a:gdLst/>
              <a:ahLst/>
              <a:cxnLst/>
              <a:rect r="r" b="b" t="t" l="l"/>
              <a:pathLst>
                <a:path h="20193" w="6706743">
                  <a:moveTo>
                    <a:pt x="0" y="0"/>
                  </a:moveTo>
                  <a:lnTo>
                    <a:pt x="6706743" y="0"/>
                  </a:lnTo>
                  <a:lnTo>
                    <a:pt x="6706743" y="20193"/>
                  </a:lnTo>
                  <a:lnTo>
                    <a:pt x="0" y="20193"/>
                  </a:lnTo>
                  <a:lnTo>
                    <a:pt x="0" y="0"/>
                  </a:lnTo>
                  <a:close/>
                </a:path>
              </a:pathLst>
            </a:custGeom>
            <a:solidFill>
              <a:srgbClr val="D1D9E0"/>
            </a:solidFill>
          </p:spPr>
        </p:sp>
      </p:grpSp>
      <p:grpSp>
        <p:nvGrpSpPr>
          <p:cNvPr name="Group 64" id="64"/>
          <p:cNvGrpSpPr/>
          <p:nvPr/>
        </p:nvGrpSpPr>
        <p:grpSpPr>
          <a:xfrm rot="0">
            <a:off x="6657661" y="2957036"/>
            <a:ext cx="15116" cy="529199"/>
            <a:chOff x="0" y="0"/>
            <a:chExt cx="20155" cy="705599"/>
          </a:xfrm>
        </p:grpSpPr>
        <p:sp>
          <p:nvSpPr>
            <p:cNvPr name="Freeform 65" id="65"/>
            <p:cNvSpPr/>
            <p:nvPr/>
          </p:nvSpPr>
          <p:spPr>
            <a:xfrm flipH="false" flipV="false" rot="0">
              <a:off x="0" y="0"/>
              <a:ext cx="20193" cy="705612"/>
            </a:xfrm>
            <a:custGeom>
              <a:avLst/>
              <a:gdLst/>
              <a:ahLst/>
              <a:cxnLst/>
              <a:rect r="r" b="b" t="t" l="l"/>
              <a:pathLst>
                <a:path h="705612" w="20193">
                  <a:moveTo>
                    <a:pt x="0" y="0"/>
                  </a:moveTo>
                  <a:lnTo>
                    <a:pt x="20193" y="0"/>
                  </a:lnTo>
                  <a:lnTo>
                    <a:pt x="20193" y="705612"/>
                  </a:lnTo>
                  <a:lnTo>
                    <a:pt x="0" y="705612"/>
                  </a:lnTo>
                  <a:lnTo>
                    <a:pt x="0" y="0"/>
                  </a:lnTo>
                  <a:close/>
                </a:path>
              </a:pathLst>
            </a:custGeom>
            <a:solidFill>
              <a:srgbClr val="D1D9E0"/>
            </a:solidFill>
          </p:spPr>
        </p:sp>
      </p:grpSp>
      <p:grpSp>
        <p:nvGrpSpPr>
          <p:cNvPr name="Group 66" id="66"/>
          <p:cNvGrpSpPr/>
          <p:nvPr/>
        </p:nvGrpSpPr>
        <p:grpSpPr>
          <a:xfrm rot="0">
            <a:off x="6672243" y="2957036"/>
            <a:ext cx="1300324" cy="15116"/>
            <a:chOff x="0" y="0"/>
            <a:chExt cx="1733766" cy="20155"/>
          </a:xfrm>
        </p:grpSpPr>
        <p:sp>
          <p:nvSpPr>
            <p:cNvPr name="Freeform 67" id="67"/>
            <p:cNvSpPr/>
            <p:nvPr/>
          </p:nvSpPr>
          <p:spPr>
            <a:xfrm flipH="false" flipV="false" rot="0">
              <a:off x="0" y="0"/>
              <a:ext cx="1733804" cy="20193"/>
            </a:xfrm>
            <a:custGeom>
              <a:avLst/>
              <a:gdLst/>
              <a:ahLst/>
              <a:cxnLst/>
              <a:rect r="r" b="b" t="t" l="l"/>
              <a:pathLst>
                <a:path h="20193" w="1733804">
                  <a:moveTo>
                    <a:pt x="0" y="0"/>
                  </a:moveTo>
                  <a:lnTo>
                    <a:pt x="1733804" y="0"/>
                  </a:lnTo>
                  <a:lnTo>
                    <a:pt x="1733804" y="20193"/>
                  </a:lnTo>
                  <a:lnTo>
                    <a:pt x="0" y="20193"/>
                  </a:lnTo>
                  <a:lnTo>
                    <a:pt x="0" y="0"/>
                  </a:lnTo>
                  <a:close/>
                </a:path>
              </a:pathLst>
            </a:custGeom>
            <a:solidFill>
              <a:srgbClr val="D1D9E0"/>
            </a:solidFill>
          </p:spPr>
        </p:sp>
      </p:grpSp>
      <p:grpSp>
        <p:nvGrpSpPr>
          <p:cNvPr name="Group 68" id="68"/>
          <p:cNvGrpSpPr/>
          <p:nvPr/>
        </p:nvGrpSpPr>
        <p:grpSpPr>
          <a:xfrm rot="0">
            <a:off x="7957976" y="2957036"/>
            <a:ext cx="14583" cy="529199"/>
            <a:chOff x="0" y="0"/>
            <a:chExt cx="19444" cy="705599"/>
          </a:xfrm>
        </p:grpSpPr>
        <p:sp>
          <p:nvSpPr>
            <p:cNvPr name="Freeform 69" id="69"/>
            <p:cNvSpPr/>
            <p:nvPr/>
          </p:nvSpPr>
          <p:spPr>
            <a:xfrm flipH="false" flipV="false" rot="0">
              <a:off x="0" y="0"/>
              <a:ext cx="19431" cy="705612"/>
            </a:xfrm>
            <a:custGeom>
              <a:avLst/>
              <a:gdLst/>
              <a:ahLst/>
              <a:cxnLst/>
              <a:rect r="r" b="b" t="t" l="l"/>
              <a:pathLst>
                <a:path h="705612" w="19431">
                  <a:moveTo>
                    <a:pt x="0" y="0"/>
                  </a:moveTo>
                  <a:lnTo>
                    <a:pt x="19431" y="0"/>
                  </a:lnTo>
                  <a:lnTo>
                    <a:pt x="19431" y="705612"/>
                  </a:lnTo>
                  <a:lnTo>
                    <a:pt x="0" y="705612"/>
                  </a:lnTo>
                  <a:lnTo>
                    <a:pt x="0" y="0"/>
                  </a:lnTo>
                  <a:close/>
                </a:path>
              </a:pathLst>
            </a:custGeom>
            <a:solidFill>
              <a:srgbClr val="D1D9E0"/>
            </a:solidFill>
          </p:spPr>
        </p:sp>
      </p:grpSp>
      <p:grpSp>
        <p:nvGrpSpPr>
          <p:cNvPr name="Group 70" id="70"/>
          <p:cNvGrpSpPr/>
          <p:nvPr/>
        </p:nvGrpSpPr>
        <p:grpSpPr>
          <a:xfrm rot="0">
            <a:off x="7972015" y="2957036"/>
            <a:ext cx="2086556" cy="15116"/>
            <a:chOff x="0" y="0"/>
            <a:chExt cx="2782075" cy="20155"/>
          </a:xfrm>
        </p:grpSpPr>
        <p:sp>
          <p:nvSpPr>
            <p:cNvPr name="Freeform 71" id="71"/>
            <p:cNvSpPr/>
            <p:nvPr/>
          </p:nvSpPr>
          <p:spPr>
            <a:xfrm flipH="false" flipV="false" rot="0">
              <a:off x="0" y="0"/>
              <a:ext cx="2782062" cy="20193"/>
            </a:xfrm>
            <a:custGeom>
              <a:avLst/>
              <a:gdLst/>
              <a:ahLst/>
              <a:cxnLst/>
              <a:rect r="r" b="b" t="t" l="l"/>
              <a:pathLst>
                <a:path h="20193" w="2782062">
                  <a:moveTo>
                    <a:pt x="0" y="0"/>
                  </a:moveTo>
                  <a:lnTo>
                    <a:pt x="2782062" y="0"/>
                  </a:lnTo>
                  <a:lnTo>
                    <a:pt x="2782062" y="20193"/>
                  </a:lnTo>
                  <a:lnTo>
                    <a:pt x="0" y="20193"/>
                  </a:lnTo>
                  <a:lnTo>
                    <a:pt x="0" y="0"/>
                  </a:lnTo>
                  <a:close/>
                </a:path>
              </a:pathLst>
            </a:custGeom>
            <a:solidFill>
              <a:srgbClr val="D1D9E0"/>
            </a:solidFill>
          </p:spPr>
        </p:sp>
      </p:grpSp>
      <p:grpSp>
        <p:nvGrpSpPr>
          <p:cNvPr name="Group 72" id="72"/>
          <p:cNvGrpSpPr/>
          <p:nvPr/>
        </p:nvGrpSpPr>
        <p:grpSpPr>
          <a:xfrm rot="0">
            <a:off x="10043998" y="2957036"/>
            <a:ext cx="14583" cy="529199"/>
            <a:chOff x="0" y="0"/>
            <a:chExt cx="19444" cy="705599"/>
          </a:xfrm>
        </p:grpSpPr>
        <p:sp>
          <p:nvSpPr>
            <p:cNvPr name="Freeform 73" id="73"/>
            <p:cNvSpPr/>
            <p:nvPr/>
          </p:nvSpPr>
          <p:spPr>
            <a:xfrm flipH="false" flipV="false" rot="0">
              <a:off x="0" y="0"/>
              <a:ext cx="19431" cy="705612"/>
            </a:xfrm>
            <a:custGeom>
              <a:avLst/>
              <a:gdLst/>
              <a:ahLst/>
              <a:cxnLst/>
              <a:rect r="r" b="b" t="t" l="l"/>
              <a:pathLst>
                <a:path h="705612" w="19431">
                  <a:moveTo>
                    <a:pt x="0" y="0"/>
                  </a:moveTo>
                  <a:lnTo>
                    <a:pt x="19431" y="0"/>
                  </a:lnTo>
                  <a:lnTo>
                    <a:pt x="19431" y="705612"/>
                  </a:lnTo>
                  <a:lnTo>
                    <a:pt x="0" y="705612"/>
                  </a:lnTo>
                  <a:lnTo>
                    <a:pt x="0" y="0"/>
                  </a:lnTo>
                  <a:close/>
                </a:path>
              </a:pathLst>
            </a:custGeom>
            <a:solidFill>
              <a:srgbClr val="D1D9E0"/>
            </a:solidFill>
          </p:spPr>
        </p:sp>
      </p:grpSp>
      <p:grpSp>
        <p:nvGrpSpPr>
          <p:cNvPr name="Group 74" id="74"/>
          <p:cNvGrpSpPr/>
          <p:nvPr/>
        </p:nvGrpSpPr>
        <p:grpSpPr>
          <a:xfrm rot="0">
            <a:off x="685257" y="3471662"/>
            <a:ext cx="957958" cy="14583"/>
            <a:chOff x="0" y="0"/>
            <a:chExt cx="1277277" cy="19444"/>
          </a:xfrm>
        </p:grpSpPr>
        <p:sp>
          <p:nvSpPr>
            <p:cNvPr name="Freeform 75" id="75"/>
            <p:cNvSpPr/>
            <p:nvPr/>
          </p:nvSpPr>
          <p:spPr>
            <a:xfrm flipH="false" flipV="false" rot="0">
              <a:off x="0" y="0"/>
              <a:ext cx="1277239" cy="19431"/>
            </a:xfrm>
            <a:custGeom>
              <a:avLst/>
              <a:gdLst/>
              <a:ahLst/>
              <a:cxnLst/>
              <a:rect r="r" b="b" t="t" l="l"/>
              <a:pathLst>
                <a:path h="19431" w="1277239">
                  <a:moveTo>
                    <a:pt x="0" y="0"/>
                  </a:moveTo>
                  <a:lnTo>
                    <a:pt x="1277239" y="0"/>
                  </a:lnTo>
                  <a:lnTo>
                    <a:pt x="1277239" y="19431"/>
                  </a:lnTo>
                  <a:lnTo>
                    <a:pt x="0" y="19431"/>
                  </a:lnTo>
                  <a:lnTo>
                    <a:pt x="0" y="0"/>
                  </a:lnTo>
                  <a:close/>
                </a:path>
              </a:pathLst>
            </a:custGeom>
            <a:solidFill>
              <a:srgbClr val="D1D9E0"/>
            </a:solidFill>
          </p:spPr>
        </p:sp>
      </p:grpSp>
      <p:grpSp>
        <p:nvGrpSpPr>
          <p:cNvPr name="Group 76" id="76"/>
          <p:cNvGrpSpPr/>
          <p:nvPr/>
        </p:nvGrpSpPr>
        <p:grpSpPr>
          <a:xfrm rot="0">
            <a:off x="1642682" y="3471662"/>
            <a:ext cx="5030095" cy="14583"/>
            <a:chOff x="0" y="0"/>
            <a:chExt cx="6706794" cy="19444"/>
          </a:xfrm>
        </p:grpSpPr>
        <p:sp>
          <p:nvSpPr>
            <p:cNvPr name="Freeform 77" id="77"/>
            <p:cNvSpPr/>
            <p:nvPr/>
          </p:nvSpPr>
          <p:spPr>
            <a:xfrm flipH="false" flipV="false" rot="0">
              <a:off x="0" y="0"/>
              <a:ext cx="6706743" cy="19431"/>
            </a:xfrm>
            <a:custGeom>
              <a:avLst/>
              <a:gdLst/>
              <a:ahLst/>
              <a:cxnLst/>
              <a:rect r="r" b="b" t="t" l="l"/>
              <a:pathLst>
                <a:path h="19431" w="6706743">
                  <a:moveTo>
                    <a:pt x="0" y="0"/>
                  </a:moveTo>
                  <a:lnTo>
                    <a:pt x="6706743" y="0"/>
                  </a:lnTo>
                  <a:lnTo>
                    <a:pt x="6706743" y="19431"/>
                  </a:lnTo>
                  <a:lnTo>
                    <a:pt x="0" y="19431"/>
                  </a:lnTo>
                  <a:lnTo>
                    <a:pt x="0" y="0"/>
                  </a:lnTo>
                  <a:close/>
                </a:path>
              </a:pathLst>
            </a:custGeom>
            <a:solidFill>
              <a:srgbClr val="D1D9E0"/>
            </a:solidFill>
          </p:spPr>
        </p:sp>
      </p:grpSp>
      <p:grpSp>
        <p:nvGrpSpPr>
          <p:cNvPr name="Group 78" id="78"/>
          <p:cNvGrpSpPr/>
          <p:nvPr/>
        </p:nvGrpSpPr>
        <p:grpSpPr>
          <a:xfrm rot="0">
            <a:off x="6672243" y="3471662"/>
            <a:ext cx="1300324" cy="14583"/>
            <a:chOff x="0" y="0"/>
            <a:chExt cx="1733766" cy="19444"/>
          </a:xfrm>
        </p:grpSpPr>
        <p:sp>
          <p:nvSpPr>
            <p:cNvPr name="Freeform 79" id="79"/>
            <p:cNvSpPr/>
            <p:nvPr/>
          </p:nvSpPr>
          <p:spPr>
            <a:xfrm flipH="false" flipV="false" rot="0">
              <a:off x="0" y="0"/>
              <a:ext cx="1733804" cy="19431"/>
            </a:xfrm>
            <a:custGeom>
              <a:avLst/>
              <a:gdLst/>
              <a:ahLst/>
              <a:cxnLst/>
              <a:rect r="r" b="b" t="t" l="l"/>
              <a:pathLst>
                <a:path h="19431" w="1733804">
                  <a:moveTo>
                    <a:pt x="0" y="0"/>
                  </a:moveTo>
                  <a:lnTo>
                    <a:pt x="1733804" y="0"/>
                  </a:lnTo>
                  <a:lnTo>
                    <a:pt x="1733804" y="19431"/>
                  </a:lnTo>
                  <a:lnTo>
                    <a:pt x="0" y="19431"/>
                  </a:lnTo>
                  <a:lnTo>
                    <a:pt x="0" y="0"/>
                  </a:lnTo>
                  <a:close/>
                </a:path>
              </a:pathLst>
            </a:custGeom>
            <a:solidFill>
              <a:srgbClr val="D1D9E0"/>
            </a:solidFill>
          </p:spPr>
        </p:sp>
      </p:grpSp>
      <p:grpSp>
        <p:nvGrpSpPr>
          <p:cNvPr name="Group 80" id="80"/>
          <p:cNvGrpSpPr/>
          <p:nvPr/>
        </p:nvGrpSpPr>
        <p:grpSpPr>
          <a:xfrm rot="0">
            <a:off x="7972015" y="3471662"/>
            <a:ext cx="2086556" cy="14583"/>
            <a:chOff x="0" y="0"/>
            <a:chExt cx="2782075" cy="19444"/>
          </a:xfrm>
        </p:grpSpPr>
        <p:sp>
          <p:nvSpPr>
            <p:cNvPr name="Freeform 81" id="81"/>
            <p:cNvSpPr/>
            <p:nvPr/>
          </p:nvSpPr>
          <p:spPr>
            <a:xfrm flipH="false" flipV="false" rot="0">
              <a:off x="0" y="0"/>
              <a:ext cx="2782062" cy="19431"/>
            </a:xfrm>
            <a:custGeom>
              <a:avLst/>
              <a:gdLst/>
              <a:ahLst/>
              <a:cxnLst/>
              <a:rect r="r" b="b" t="t" l="l"/>
              <a:pathLst>
                <a:path h="19431" w="2782062">
                  <a:moveTo>
                    <a:pt x="0" y="0"/>
                  </a:moveTo>
                  <a:lnTo>
                    <a:pt x="2782062" y="0"/>
                  </a:lnTo>
                  <a:lnTo>
                    <a:pt x="2782062" y="19431"/>
                  </a:lnTo>
                  <a:lnTo>
                    <a:pt x="0" y="19431"/>
                  </a:lnTo>
                  <a:lnTo>
                    <a:pt x="0" y="0"/>
                  </a:lnTo>
                  <a:close/>
                </a:path>
              </a:pathLst>
            </a:custGeom>
            <a:solidFill>
              <a:srgbClr val="D1D9E0"/>
            </a:solidFill>
          </p:spPr>
        </p:sp>
      </p:grpSp>
      <p:grpSp>
        <p:nvGrpSpPr>
          <p:cNvPr name="Group 82" id="82"/>
          <p:cNvGrpSpPr/>
          <p:nvPr/>
        </p:nvGrpSpPr>
        <p:grpSpPr>
          <a:xfrm rot="0">
            <a:off x="685257" y="3485702"/>
            <a:ext cx="15116" cy="814864"/>
            <a:chOff x="0" y="0"/>
            <a:chExt cx="20155" cy="1086485"/>
          </a:xfrm>
        </p:grpSpPr>
        <p:sp>
          <p:nvSpPr>
            <p:cNvPr name="Freeform 83" id="83"/>
            <p:cNvSpPr/>
            <p:nvPr/>
          </p:nvSpPr>
          <p:spPr>
            <a:xfrm flipH="false" flipV="false" rot="0">
              <a:off x="0" y="0"/>
              <a:ext cx="20193" cy="1086485"/>
            </a:xfrm>
            <a:custGeom>
              <a:avLst/>
              <a:gdLst/>
              <a:ahLst/>
              <a:cxnLst/>
              <a:rect r="r" b="b" t="t" l="l"/>
              <a:pathLst>
                <a:path h="1086485" w="20193">
                  <a:moveTo>
                    <a:pt x="0" y="0"/>
                  </a:moveTo>
                  <a:lnTo>
                    <a:pt x="20193" y="0"/>
                  </a:lnTo>
                  <a:lnTo>
                    <a:pt x="20193" y="1086485"/>
                  </a:lnTo>
                  <a:lnTo>
                    <a:pt x="0" y="1086485"/>
                  </a:lnTo>
                  <a:lnTo>
                    <a:pt x="0" y="0"/>
                  </a:lnTo>
                  <a:close/>
                </a:path>
              </a:pathLst>
            </a:custGeom>
            <a:solidFill>
              <a:srgbClr val="D1D9E0"/>
            </a:solidFill>
          </p:spPr>
        </p:sp>
      </p:grpSp>
      <p:grpSp>
        <p:nvGrpSpPr>
          <p:cNvPr name="Group 84" id="84"/>
          <p:cNvGrpSpPr/>
          <p:nvPr/>
        </p:nvGrpSpPr>
        <p:grpSpPr>
          <a:xfrm rot="0">
            <a:off x="1628642" y="3485702"/>
            <a:ext cx="14583" cy="814864"/>
            <a:chOff x="0" y="0"/>
            <a:chExt cx="19444" cy="1086485"/>
          </a:xfrm>
        </p:grpSpPr>
        <p:sp>
          <p:nvSpPr>
            <p:cNvPr name="Freeform 85" id="85"/>
            <p:cNvSpPr/>
            <p:nvPr/>
          </p:nvSpPr>
          <p:spPr>
            <a:xfrm flipH="false" flipV="false" rot="0">
              <a:off x="0" y="0"/>
              <a:ext cx="19431" cy="1086485"/>
            </a:xfrm>
            <a:custGeom>
              <a:avLst/>
              <a:gdLst/>
              <a:ahLst/>
              <a:cxnLst/>
              <a:rect r="r" b="b" t="t" l="l"/>
              <a:pathLst>
                <a:path h="1086485" w="19431">
                  <a:moveTo>
                    <a:pt x="0" y="0"/>
                  </a:moveTo>
                  <a:lnTo>
                    <a:pt x="19431" y="0"/>
                  </a:lnTo>
                  <a:lnTo>
                    <a:pt x="19431" y="1086485"/>
                  </a:lnTo>
                  <a:lnTo>
                    <a:pt x="0" y="1086485"/>
                  </a:lnTo>
                  <a:lnTo>
                    <a:pt x="0" y="0"/>
                  </a:lnTo>
                  <a:close/>
                </a:path>
              </a:pathLst>
            </a:custGeom>
            <a:solidFill>
              <a:srgbClr val="D1D9E0"/>
            </a:solidFill>
          </p:spPr>
        </p:sp>
      </p:grpSp>
      <p:grpSp>
        <p:nvGrpSpPr>
          <p:cNvPr name="Group 86" id="86"/>
          <p:cNvGrpSpPr/>
          <p:nvPr/>
        </p:nvGrpSpPr>
        <p:grpSpPr>
          <a:xfrm rot="0">
            <a:off x="6657661" y="3485702"/>
            <a:ext cx="15116" cy="814864"/>
            <a:chOff x="0" y="0"/>
            <a:chExt cx="20155" cy="1086485"/>
          </a:xfrm>
        </p:grpSpPr>
        <p:sp>
          <p:nvSpPr>
            <p:cNvPr name="Freeform 87" id="87"/>
            <p:cNvSpPr/>
            <p:nvPr/>
          </p:nvSpPr>
          <p:spPr>
            <a:xfrm flipH="false" flipV="false" rot="0">
              <a:off x="0" y="0"/>
              <a:ext cx="20193" cy="1086485"/>
            </a:xfrm>
            <a:custGeom>
              <a:avLst/>
              <a:gdLst/>
              <a:ahLst/>
              <a:cxnLst/>
              <a:rect r="r" b="b" t="t" l="l"/>
              <a:pathLst>
                <a:path h="1086485" w="20193">
                  <a:moveTo>
                    <a:pt x="0" y="0"/>
                  </a:moveTo>
                  <a:lnTo>
                    <a:pt x="20193" y="0"/>
                  </a:lnTo>
                  <a:lnTo>
                    <a:pt x="20193" y="1086485"/>
                  </a:lnTo>
                  <a:lnTo>
                    <a:pt x="0" y="1086485"/>
                  </a:lnTo>
                  <a:lnTo>
                    <a:pt x="0" y="0"/>
                  </a:lnTo>
                  <a:close/>
                </a:path>
              </a:pathLst>
            </a:custGeom>
            <a:solidFill>
              <a:srgbClr val="D1D9E0"/>
            </a:solidFill>
          </p:spPr>
        </p:sp>
      </p:grpSp>
      <p:grpSp>
        <p:nvGrpSpPr>
          <p:cNvPr name="Group 88" id="88"/>
          <p:cNvGrpSpPr/>
          <p:nvPr/>
        </p:nvGrpSpPr>
        <p:grpSpPr>
          <a:xfrm rot="0">
            <a:off x="7957976" y="3485702"/>
            <a:ext cx="14583" cy="814864"/>
            <a:chOff x="0" y="0"/>
            <a:chExt cx="19444" cy="1086485"/>
          </a:xfrm>
        </p:grpSpPr>
        <p:sp>
          <p:nvSpPr>
            <p:cNvPr name="Freeform 89" id="89"/>
            <p:cNvSpPr/>
            <p:nvPr/>
          </p:nvSpPr>
          <p:spPr>
            <a:xfrm flipH="false" flipV="false" rot="0">
              <a:off x="0" y="0"/>
              <a:ext cx="19431" cy="1086485"/>
            </a:xfrm>
            <a:custGeom>
              <a:avLst/>
              <a:gdLst/>
              <a:ahLst/>
              <a:cxnLst/>
              <a:rect r="r" b="b" t="t" l="l"/>
              <a:pathLst>
                <a:path h="1086485" w="19431">
                  <a:moveTo>
                    <a:pt x="0" y="0"/>
                  </a:moveTo>
                  <a:lnTo>
                    <a:pt x="19431" y="0"/>
                  </a:lnTo>
                  <a:lnTo>
                    <a:pt x="19431" y="1086485"/>
                  </a:lnTo>
                  <a:lnTo>
                    <a:pt x="0" y="1086485"/>
                  </a:lnTo>
                  <a:lnTo>
                    <a:pt x="0" y="0"/>
                  </a:lnTo>
                  <a:close/>
                </a:path>
              </a:pathLst>
            </a:custGeom>
            <a:solidFill>
              <a:srgbClr val="D1D9E0"/>
            </a:solidFill>
          </p:spPr>
        </p:sp>
      </p:grpSp>
      <p:grpSp>
        <p:nvGrpSpPr>
          <p:cNvPr name="Group 90" id="90"/>
          <p:cNvGrpSpPr/>
          <p:nvPr/>
        </p:nvGrpSpPr>
        <p:grpSpPr>
          <a:xfrm rot="0">
            <a:off x="10043998" y="3485702"/>
            <a:ext cx="14583" cy="814864"/>
            <a:chOff x="0" y="0"/>
            <a:chExt cx="19444" cy="1086485"/>
          </a:xfrm>
        </p:grpSpPr>
        <p:sp>
          <p:nvSpPr>
            <p:cNvPr name="Freeform 91" id="91"/>
            <p:cNvSpPr/>
            <p:nvPr/>
          </p:nvSpPr>
          <p:spPr>
            <a:xfrm flipH="false" flipV="false" rot="0">
              <a:off x="0" y="0"/>
              <a:ext cx="19431" cy="1086485"/>
            </a:xfrm>
            <a:custGeom>
              <a:avLst/>
              <a:gdLst/>
              <a:ahLst/>
              <a:cxnLst/>
              <a:rect r="r" b="b" t="t" l="l"/>
              <a:pathLst>
                <a:path h="1086485" w="19431">
                  <a:moveTo>
                    <a:pt x="0" y="0"/>
                  </a:moveTo>
                  <a:lnTo>
                    <a:pt x="19431" y="0"/>
                  </a:lnTo>
                  <a:lnTo>
                    <a:pt x="19431" y="1086485"/>
                  </a:lnTo>
                  <a:lnTo>
                    <a:pt x="0" y="1086485"/>
                  </a:lnTo>
                  <a:lnTo>
                    <a:pt x="0" y="0"/>
                  </a:lnTo>
                  <a:close/>
                </a:path>
              </a:pathLst>
            </a:custGeom>
            <a:solidFill>
              <a:srgbClr val="D1D9E0"/>
            </a:solidFill>
          </p:spPr>
        </p:sp>
      </p:grpSp>
      <p:grpSp>
        <p:nvGrpSpPr>
          <p:cNvPr name="Group 92" id="92"/>
          <p:cNvGrpSpPr/>
          <p:nvPr/>
        </p:nvGrpSpPr>
        <p:grpSpPr>
          <a:xfrm rot="0">
            <a:off x="685257" y="4300023"/>
            <a:ext cx="15116" cy="815397"/>
            <a:chOff x="0" y="0"/>
            <a:chExt cx="20155" cy="1087196"/>
          </a:xfrm>
        </p:grpSpPr>
        <p:sp>
          <p:nvSpPr>
            <p:cNvPr name="Freeform 93" id="93"/>
            <p:cNvSpPr/>
            <p:nvPr/>
          </p:nvSpPr>
          <p:spPr>
            <a:xfrm flipH="false" flipV="false" rot="0">
              <a:off x="0" y="0"/>
              <a:ext cx="20193" cy="1087247"/>
            </a:xfrm>
            <a:custGeom>
              <a:avLst/>
              <a:gdLst/>
              <a:ahLst/>
              <a:cxnLst/>
              <a:rect r="r" b="b" t="t" l="l"/>
              <a:pathLst>
                <a:path h="1087247" w="20193">
                  <a:moveTo>
                    <a:pt x="0" y="0"/>
                  </a:moveTo>
                  <a:lnTo>
                    <a:pt x="20193" y="0"/>
                  </a:lnTo>
                  <a:lnTo>
                    <a:pt x="20193" y="1087247"/>
                  </a:lnTo>
                  <a:lnTo>
                    <a:pt x="0" y="1087247"/>
                  </a:lnTo>
                  <a:lnTo>
                    <a:pt x="0" y="0"/>
                  </a:lnTo>
                  <a:close/>
                </a:path>
              </a:pathLst>
            </a:custGeom>
            <a:solidFill>
              <a:srgbClr val="D1D9E0"/>
            </a:solidFill>
          </p:spPr>
        </p:sp>
      </p:grpSp>
      <p:grpSp>
        <p:nvGrpSpPr>
          <p:cNvPr name="Group 94" id="94"/>
          <p:cNvGrpSpPr/>
          <p:nvPr/>
        </p:nvGrpSpPr>
        <p:grpSpPr>
          <a:xfrm rot="0">
            <a:off x="685257" y="4285983"/>
            <a:ext cx="957958" cy="14583"/>
            <a:chOff x="0" y="0"/>
            <a:chExt cx="1277277" cy="19444"/>
          </a:xfrm>
        </p:grpSpPr>
        <p:sp>
          <p:nvSpPr>
            <p:cNvPr name="Freeform 95" id="95"/>
            <p:cNvSpPr/>
            <p:nvPr/>
          </p:nvSpPr>
          <p:spPr>
            <a:xfrm flipH="false" flipV="false" rot="0">
              <a:off x="0" y="0"/>
              <a:ext cx="1277239" cy="19431"/>
            </a:xfrm>
            <a:custGeom>
              <a:avLst/>
              <a:gdLst/>
              <a:ahLst/>
              <a:cxnLst/>
              <a:rect r="r" b="b" t="t" l="l"/>
              <a:pathLst>
                <a:path h="19431" w="1277239">
                  <a:moveTo>
                    <a:pt x="0" y="0"/>
                  </a:moveTo>
                  <a:lnTo>
                    <a:pt x="1277239" y="0"/>
                  </a:lnTo>
                  <a:lnTo>
                    <a:pt x="1277239" y="19431"/>
                  </a:lnTo>
                  <a:lnTo>
                    <a:pt x="0" y="19431"/>
                  </a:lnTo>
                  <a:lnTo>
                    <a:pt x="0" y="0"/>
                  </a:lnTo>
                  <a:close/>
                </a:path>
              </a:pathLst>
            </a:custGeom>
            <a:solidFill>
              <a:srgbClr val="D1D9E0"/>
            </a:solidFill>
          </p:spPr>
        </p:sp>
      </p:grpSp>
      <p:grpSp>
        <p:nvGrpSpPr>
          <p:cNvPr name="Group 96" id="96"/>
          <p:cNvGrpSpPr/>
          <p:nvPr/>
        </p:nvGrpSpPr>
        <p:grpSpPr>
          <a:xfrm rot="0">
            <a:off x="1628642" y="4300023"/>
            <a:ext cx="14583" cy="815397"/>
            <a:chOff x="0" y="0"/>
            <a:chExt cx="19444" cy="1087196"/>
          </a:xfrm>
        </p:grpSpPr>
        <p:sp>
          <p:nvSpPr>
            <p:cNvPr name="Freeform 97" id="97"/>
            <p:cNvSpPr/>
            <p:nvPr/>
          </p:nvSpPr>
          <p:spPr>
            <a:xfrm flipH="false" flipV="false" rot="0">
              <a:off x="0" y="0"/>
              <a:ext cx="19431" cy="1087247"/>
            </a:xfrm>
            <a:custGeom>
              <a:avLst/>
              <a:gdLst/>
              <a:ahLst/>
              <a:cxnLst/>
              <a:rect r="r" b="b" t="t" l="l"/>
              <a:pathLst>
                <a:path h="1087247" w="19431">
                  <a:moveTo>
                    <a:pt x="0" y="0"/>
                  </a:moveTo>
                  <a:lnTo>
                    <a:pt x="19431" y="0"/>
                  </a:lnTo>
                  <a:lnTo>
                    <a:pt x="19431" y="1087247"/>
                  </a:lnTo>
                  <a:lnTo>
                    <a:pt x="0" y="1087247"/>
                  </a:lnTo>
                  <a:lnTo>
                    <a:pt x="0" y="0"/>
                  </a:lnTo>
                  <a:close/>
                </a:path>
              </a:pathLst>
            </a:custGeom>
            <a:solidFill>
              <a:srgbClr val="D1D9E0"/>
            </a:solidFill>
          </p:spPr>
        </p:sp>
      </p:grpSp>
      <p:grpSp>
        <p:nvGrpSpPr>
          <p:cNvPr name="Group 98" id="98"/>
          <p:cNvGrpSpPr/>
          <p:nvPr/>
        </p:nvGrpSpPr>
        <p:grpSpPr>
          <a:xfrm rot="0">
            <a:off x="1642682" y="4285983"/>
            <a:ext cx="5030095" cy="14583"/>
            <a:chOff x="0" y="0"/>
            <a:chExt cx="6706794" cy="19444"/>
          </a:xfrm>
        </p:grpSpPr>
        <p:sp>
          <p:nvSpPr>
            <p:cNvPr name="Freeform 99" id="99"/>
            <p:cNvSpPr/>
            <p:nvPr/>
          </p:nvSpPr>
          <p:spPr>
            <a:xfrm flipH="false" flipV="false" rot="0">
              <a:off x="0" y="0"/>
              <a:ext cx="6706743" cy="19431"/>
            </a:xfrm>
            <a:custGeom>
              <a:avLst/>
              <a:gdLst/>
              <a:ahLst/>
              <a:cxnLst/>
              <a:rect r="r" b="b" t="t" l="l"/>
              <a:pathLst>
                <a:path h="19431" w="6706743">
                  <a:moveTo>
                    <a:pt x="0" y="0"/>
                  </a:moveTo>
                  <a:lnTo>
                    <a:pt x="6706743" y="0"/>
                  </a:lnTo>
                  <a:lnTo>
                    <a:pt x="6706743" y="19431"/>
                  </a:lnTo>
                  <a:lnTo>
                    <a:pt x="0" y="19431"/>
                  </a:lnTo>
                  <a:lnTo>
                    <a:pt x="0" y="0"/>
                  </a:lnTo>
                  <a:close/>
                </a:path>
              </a:pathLst>
            </a:custGeom>
            <a:solidFill>
              <a:srgbClr val="D1D9E0"/>
            </a:solidFill>
          </p:spPr>
        </p:sp>
      </p:grpSp>
      <p:grpSp>
        <p:nvGrpSpPr>
          <p:cNvPr name="Group 100" id="100"/>
          <p:cNvGrpSpPr/>
          <p:nvPr/>
        </p:nvGrpSpPr>
        <p:grpSpPr>
          <a:xfrm rot="0">
            <a:off x="6657661" y="4300023"/>
            <a:ext cx="15116" cy="815397"/>
            <a:chOff x="0" y="0"/>
            <a:chExt cx="20155" cy="1087196"/>
          </a:xfrm>
        </p:grpSpPr>
        <p:sp>
          <p:nvSpPr>
            <p:cNvPr name="Freeform 101" id="101"/>
            <p:cNvSpPr/>
            <p:nvPr/>
          </p:nvSpPr>
          <p:spPr>
            <a:xfrm flipH="false" flipV="false" rot="0">
              <a:off x="0" y="0"/>
              <a:ext cx="20193" cy="1087247"/>
            </a:xfrm>
            <a:custGeom>
              <a:avLst/>
              <a:gdLst/>
              <a:ahLst/>
              <a:cxnLst/>
              <a:rect r="r" b="b" t="t" l="l"/>
              <a:pathLst>
                <a:path h="1087247" w="20193">
                  <a:moveTo>
                    <a:pt x="0" y="0"/>
                  </a:moveTo>
                  <a:lnTo>
                    <a:pt x="20193" y="0"/>
                  </a:lnTo>
                  <a:lnTo>
                    <a:pt x="20193" y="1087247"/>
                  </a:lnTo>
                  <a:lnTo>
                    <a:pt x="0" y="1087247"/>
                  </a:lnTo>
                  <a:lnTo>
                    <a:pt x="0" y="0"/>
                  </a:lnTo>
                  <a:close/>
                </a:path>
              </a:pathLst>
            </a:custGeom>
            <a:solidFill>
              <a:srgbClr val="D1D9E0"/>
            </a:solidFill>
          </p:spPr>
        </p:sp>
      </p:grpSp>
      <p:grpSp>
        <p:nvGrpSpPr>
          <p:cNvPr name="Group 102" id="102"/>
          <p:cNvGrpSpPr/>
          <p:nvPr/>
        </p:nvGrpSpPr>
        <p:grpSpPr>
          <a:xfrm rot="0">
            <a:off x="6672243" y="4285983"/>
            <a:ext cx="1300324" cy="14583"/>
            <a:chOff x="0" y="0"/>
            <a:chExt cx="1733766" cy="19444"/>
          </a:xfrm>
        </p:grpSpPr>
        <p:sp>
          <p:nvSpPr>
            <p:cNvPr name="Freeform 103" id="103"/>
            <p:cNvSpPr/>
            <p:nvPr/>
          </p:nvSpPr>
          <p:spPr>
            <a:xfrm flipH="false" flipV="false" rot="0">
              <a:off x="0" y="0"/>
              <a:ext cx="1733804" cy="19431"/>
            </a:xfrm>
            <a:custGeom>
              <a:avLst/>
              <a:gdLst/>
              <a:ahLst/>
              <a:cxnLst/>
              <a:rect r="r" b="b" t="t" l="l"/>
              <a:pathLst>
                <a:path h="19431" w="1733804">
                  <a:moveTo>
                    <a:pt x="0" y="0"/>
                  </a:moveTo>
                  <a:lnTo>
                    <a:pt x="1733804" y="0"/>
                  </a:lnTo>
                  <a:lnTo>
                    <a:pt x="1733804" y="19431"/>
                  </a:lnTo>
                  <a:lnTo>
                    <a:pt x="0" y="19431"/>
                  </a:lnTo>
                  <a:lnTo>
                    <a:pt x="0" y="0"/>
                  </a:lnTo>
                  <a:close/>
                </a:path>
              </a:pathLst>
            </a:custGeom>
            <a:solidFill>
              <a:srgbClr val="D1D9E0"/>
            </a:solidFill>
          </p:spPr>
        </p:sp>
      </p:grpSp>
      <p:grpSp>
        <p:nvGrpSpPr>
          <p:cNvPr name="Group 104" id="104"/>
          <p:cNvGrpSpPr/>
          <p:nvPr/>
        </p:nvGrpSpPr>
        <p:grpSpPr>
          <a:xfrm rot="0">
            <a:off x="7957976" y="4300023"/>
            <a:ext cx="14583" cy="815397"/>
            <a:chOff x="0" y="0"/>
            <a:chExt cx="19444" cy="1087196"/>
          </a:xfrm>
        </p:grpSpPr>
        <p:sp>
          <p:nvSpPr>
            <p:cNvPr name="Freeform 105" id="105"/>
            <p:cNvSpPr/>
            <p:nvPr/>
          </p:nvSpPr>
          <p:spPr>
            <a:xfrm flipH="false" flipV="false" rot="0">
              <a:off x="0" y="0"/>
              <a:ext cx="19431" cy="1087247"/>
            </a:xfrm>
            <a:custGeom>
              <a:avLst/>
              <a:gdLst/>
              <a:ahLst/>
              <a:cxnLst/>
              <a:rect r="r" b="b" t="t" l="l"/>
              <a:pathLst>
                <a:path h="1087247" w="19431">
                  <a:moveTo>
                    <a:pt x="0" y="0"/>
                  </a:moveTo>
                  <a:lnTo>
                    <a:pt x="19431" y="0"/>
                  </a:lnTo>
                  <a:lnTo>
                    <a:pt x="19431" y="1087247"/>
                  </a:lnTo>
                  <a:lnTo>
                    <a:pt x="0" y="1087247"/>
                  </a:lnTo>
                  <a:lnTo>
                    <a:pt x="0" y="0"/>
                  </a:lnTo>
                  <a:close/>
                </a:path>
              </a:pathLst>
            </a:custGeom>
            <a:solidFill>
              <a:srgbClr val="D1D9E0"/>
            </a:solidFill>
          </p:spPr>
        </p:sp>
      </p:grpSp>
      <p:grpSp>
        <p:nvGrpSpPr>
          <p:cNvPr name="Group 106" id="106"/>
          <p:cNvGrpSpPr/>
          <p:nvPr/>
        </p:nvGrpSpPr>
        <p:grpSpPr>
          <a:xfrm rot="0">
            <a:off x="7972015" y="4285983"/>
            <a:ext cx="2086556" cy="14583"/>
            <a:chOff x="0" y="0"/>
            <a:chExt cx="2782075" cy="19444"/>
          </a:xfrm>
        </p:grpSpPr>
        <p:sp>
          <p:nvSpPr>
            <p:cNvPr name="Freeform 107" id="107"/>
            <p:cNvSpPr/>
            <p:nvPr/>
          </p:nvSpPr>
          <p:spPr>
            <a:xfrm flipH="false" flipV="false" rot="0">
              <a:off x="0" y="0"/>
              <a:ext cx="2782062" cy="19431"/>
            </a:xfrm>
            <a:custGeom>
              <a:avLst/>
              <a:gdLst/>
              <a:ahLst/>
              <a:cxnLst/>
              <a:rect r="r" b="b" t="t" l="l"/>
              <a:pathLst>
                <a:path h="19431" w="2782062">
                  <a:moveTo>
                    <a:pt x="0" y="0"/>
                  </a:moveTo>
                  <a:lnTo>
                    <a:pt x="2782062" y="0"/>
                  </a:lnTo>
                  <a:lnTo>
                    <a:pt x="2782062" y="19431"/>
                  </a:lnTo>
                  <a:lnTo>
                    <a:pt x="0" y="19431"/>
                  </a:lnTo>
                  <a:lnTo>
                    <a:pt x="0" y="0"/>
                  </a:lnTo>
                  <a:close/>
                </a:path>
              </a:pathLst>
            </a:custGeom>
            <a:solidFill>
              <a:srgbClr val="D1D9E0"/>
            </a:solidFill>
          </p:spPr>
        </p:sp>
      </p:grpSp>
      <p:grpSp>
        <p:nvGrpSpPr>
          <p:cNvPr name="Group 108" id="108"/>
          <p:cNvGrpSpPr/>
          <p:nvPr/>
        </p:nvGrpSpPr>
        <p:grpSpPr>
          <a:xfrm rot="0">
            <a:off x="10043998" y="4300023"/>
            <a:ext cx="14583" cy="815397"/>
            <a:chOff x="0" y="0"/>
            <a:chExt cx="19444" cy="1087196"/>
          </a:xfrm>
        </p:grpSpPr>
        <p:sp>
          <p:nvSpPr>
            <p:cNvPr name="Freeform 109" id="109"/>
            <p:cNvSpPr/>
            <p:nvPr/>
          </p:nvSpPr>
          <p:spPr>
            <a:xfrm flipH="false" flipV="false" rot="0">
              <a:off x="0" y="0"/>
              <a:ext cx="19431" cy="1087247"/>
            </a:xfrm>
            <a:custGeom>
              <a:avLst/>
              <a:gdLst/>
              <a:ahLst/>
              <a:cxnLst/>
              <a:rect r="r" b="b" t="t" l="l"/>
              <a:pathLst>
                <a:path h="1087247" w="19431">
                  <a:moveTo>
                    <a:pt x="0" y="0"/>
                  </a:moveTo>
                  <a:lnTo>
                    <a:pt x="19431" y="0"/>
                  </a:lnTo>
                  <a:lnTo>
                    <a:pt x="19431" y="1087247"/>
                  </a:lnTo>
                  <a:lnTo>
                    <a:pt x="0" y="1087247"/>
                  </a:lnTo>
                  <a:lnTo>
                    <a:pt x="0" y="0"/>
                  </a:lnTo>
                  <a:close/>
                </a:path>
              </a:pathLst>
            </a:custGeom>
            <a:solidFill>
              <a:srgbClr val="D1D9E0"/>
            </a:solidFill>
          </p:spPr>
        </p:sp>
      </p:grpSp>
      <p:grpSp>
        <p:nvGrpSpPr>
          <p:cNvPr name="Group 110" id="110"/>
          <p:cNvGrpSpPr/>
          <p:nvPr/>
        </p:nvGrpSpPr>
        <p:grpSpPr>
          <a:xfrm rot="0">
            <a:off x="685257" y="5114877"/>
            <a:ext cx="15116" cy="814864"/>
            <a:chOff x="0" y="0"/>
            <a:chExt cx="20155" cy="1086485"/>
          </a:xfrm>
        </p:grpSpPr>
        <p:sp>
          <p:nvSpPr>
            <p:cNvPr name="Freeform 111" id="111"/>
            <p:cNvSpPr/>
            <p:nvPr/>
          </p:nvSpPr>
          <p:spPr>
            <a:xfrm flipH="false" flipV="false" rot="0">
              <a:off x="0" y="0"/>
              <a:ext cx="20193" cy="1086485"/>
            </a:xfrm>
            <a:custGeom>
              <a:avLst/>
              <a:gdLst/>
              <a:ahLst/>
              <a:cxnLst/>
              <a:rect r="r" b="b" t="t" l="l"/>
              <a:pathLst>
                <a:path h="1086485" w="20193">
                  <a:moveTo>
                    <a:pt x="0" y="0"/>
                  </a:moveTo>
                  <a:lnTo>
                    <a:pt x="20193" y="0"/>
                  </a:lnTo>
                  <a:lnTo>
                    <a:pt x="20193" y="1086485"/>
                  </a:lnTo>
                  <a:lnTo>
                    <a:pt x="0" y="1086485"/>
                  </a:lnTo>
                  <a:lnTo>
                    <a:pt x="0" y="0"/>
                  </a:lnTo>
                  <a:close/>
                </a:path>
              </a:pathLst>
            </a:custGeom>
            <a:solidFill>
              <a:srgbClr val="D1D9E0"/>
            </a:solidFill>
          </p:spPr>
        </p:sp>
      </p:grpSp>
      <p:grpSp>
        <p:nvGrpSpPr>
          <p:cNvPr name="Group 112" id="112"/>
          <p:cNvGrpSpPr/>
          <p:nvPr/>
        </p:nvGrpSpPr>
        <p:grpSpPr>
          <a:xfrm rot="0">
            <a:off x="685257" y="5100304"/>
            <a:ext cx="957958" cy="15116"/>
            <a:chOff x="0" y="0"/>
            <a:chExt cx="1277277" cy="20155"/>
          </a:xfrm>
        </p:grpSpPr>
        <p:sp>
          <p:nvSpPr>
            <p:cNvPr name="Freeform 113" id="113"/>
            <p:cNvSpPr/>
            <p:nvPr/>
          </p:nvSpPr>
          <p:spPr>
            <a:xfrm flipH="false" flipV="false" rot="0">
              <a:off x="0" y="0"/>
              <a:ext cx="1277239" cy="20193"/>
            </a:xfrm>
            <a:custGeom>
              <a:avLst/>
              <a:gdLst/>
              <a:ahLst/>
              <a:cxnLst/>
              <a:rect r="r" b="b" t="t" l="l"/>
              <a:pathLst>
                <a:path h="20193" w="1277239">
                  <a:moveTo>
                    <a:pt x="0" y="0"/>
                  </a:moveTo>
                  <a:lnTo>
                    <a:pt x="1277239" y="0"/>
                  </a:lnTo>
                  <a:lnTo>
                    <a:pt x="1277239" y="20193"/>
                  </a:lnTo>
                  <a:lnTo>
                    <a:pt x="0" y="20193"/>
                  </a:lnTo>
                  <a:lnTo>
                    <a:pt x="0" y="0"/>
                  </a:lnTo>
                  <a:close/>
                </a:path>
              </a:pathLst>
            </a:custGeom>
            <a:solidFill>
              <a:srgbClr val="D1D9E0"/>
            </a:solidFill>
          </p:spPr>
        </p:sp>
      </p:grpSp>
      <p:grpSp>
        <p:nvGrpSpPr>
          <p:cNvPr name="Group 114" id="114"/>
          <p:cNvGrpSpPr/>
          <p:nvPr/>
        </p:nvGrpSpPr>
        <p:grpSpPr>
          <a:xfrm rot="0">
            <a:off x="1628642" y="5114877"/>
            <a:ext cx="14583" cy="814864"/>
            <a:chOff x="0" y="0"/>
            <a:chExt cx="19444" cy="1086485"/>
          </a:xfrm>
        </p:grpSpPr>
        <p:sp>
          <p:nvSpPr>
            <p:cNvPr name="Freeform 115" id="115"/>
            <p:cNvSpPr/>
            <p:nvPr/>
          </p:nvSpPr>
          <p:spPr>
            <a:xfrm flipH="false" flipV="false" rot="0">
              <a:off x="0" y="0"/>
              <a:ext cx="19431" cy="1086485"/>
            </a:xfrm>
            <a:custGeom>
              <a:avLst/>
              <a:gdLst/>
              <a:ahLst/>
              <a:cxnLst/>
              <a:rect r="r" b="b" t="t" l="l"/>
              <a:pathLst>
                <a:path h="1086485" w="19431">
                  <a:moveTo>
                    <a:pt x="0" y="0"/>
                  </a:moveTo>
                  <a:lnTo>
                    <a:pt x="19431" y="0"/>
                  </a:lnTo>
                  <a:lnTo>
                    <a:pt x="19431" y="1086485"/>
                  </a:lnTo>
                  <a:lnTo>
                    <a:pt x="0" y="1086485"/>
                  </a:lnTo>
                  <a:lnTo>
                    <a:pt x="0" y="0"/>
                  </a:lnTo>
                  <a:close/>
                </a:path>
              </a:pathLst>
            </a:custGeom>
            <a:solidFill>
              <a:srgbClr val="D1D9E0"/>
            </a:solidFill>
          </p:spPr>
        </p:sp>
      </p:grpSp>
      <p:grpSp>
        <p:nvGrpSpPr>
          <p:cNvPr name="Group 116" id="116"/>
          <p:cNvGrpSpPr/>
          <p:nvPr/>
        </p:nvGrpSpPr>
        <p:grpSpPr>
          <a:xfrm rot="0">
            <a:off x="1642682" y="5100304"/>
            <a:ext cx="5030095" cy="15116"/>
            <a:chOff x="0" y="0"/>
            <a:chExt cx="6706794" cy="20155"/>
          </a:xfrm>
        </p:grpSpPr>
        <p:sp>
          <p:nvSpPr>
            <p:cNvPr name="Freeform 117" id="117"/>
            <p:cNvSpPr/>
            <p:nvPr/>
          </p:nvSpPr>
          <p:spPr>
            <a:xfrm flipH="false" flipV="false" rot="0">
              <a:off x="0" y="0"/>
              <a:ext cx="6706743" cy="20193"/>
            </a:xfrm>
            <a:custGeom>
              <a:avLst/>
              <a:gdLst/>
              <a:ahLst/>
              <a:cxnLst/>
              <a:rect r="r" b="b" t="t" l="l"/>
              <a:pathLst>
                <a:path h="20193" w="6706743">
                  <a:moveTo>
                    <a:pt x="0" y="0"/>
                  </a:moveTo>
                  <a:lnTo>
                    <a:pt x="6706743" y="0"/>
                  </a:lnTo>
                  <a:lnTo>
                    <a:pt x="6706743" y="20193"/>
                  </a:lnTo>
                  <a:lnTo>
                    <a:pt x="0" y="20193"/>
                  </a:lnTo>
                  <a:lnTo>
                    <a:pt x="0" y="0"/>
                  </a:lnTo>
                  <a:close/>
                </a:path>
              </a:pathLst>
            </a:custGeom>
            <a:solidFill>
              <a:srgbClr val="D1D9E0"/>
            </a:solidFill>
          </p:spPr>
        </p:sp>
      </p:grpSp>
      <p:grpSp>
        <p:nvGrpSpPr>
          <p:cNvPr name="Group 118" id="118"/>
          <p:cNvGrpSpPr/>
          <p:nvPr/>
        </p:nvGrpSpPr>
        <p:grpSpPr>
          <a:xfrm rot="0">
            <a:off x="6657661" y="5114877"/>
            <a:ext cx="15116" cy="814864"/>
            <a:chOff x="0" y="0"/>
            <a:chExt cx="20155" cy="1086485"/>
          </a:xfrm>
        </p:grpSpPr>
        <p:sp>
          <p:nvSpPr>
            <p:cNvPr name="Freeform 119" id="119"/>
            <p:cNvSpPr/>
            <p:nvPr/>
          </p:nvSpPr>
          <p:spPr>
            <a:xfrm flipH="false" flipV="false" rot="0">
              <a:off x="0" y="0"/>
              <a:ext cx="20193" cy="1086485"/>
            </a:xfrm>
            <a:custGeom>
              <a:avLst/>
              <a:gdLst/>
              <a:ahLst/>
              <a:cxnLst/>
              <a:rect r="r" b="b" t="t" l="l"/>
              <a:pathLst>
                <a:path h="1086485" w="20193">
                  <a:moveTo>
                    <a:pt x="0" y="0"/>
                  </a:moveTo>
                  <a:lnTo>
                    <a:pt x="20193" y="0"/>
                  </a:lnTo>
                  <a:lnTo>
                    <a:pt x="20193" y="1086485"/>
                  </a:lnTo>
                  <a:lnTo>
                    <a:pt x="0" y="1086485"/>
                  </a:lnTo>
                  <a:lnTo>
                    <a:pt x="0" y="0"/>
                  </a:lnTo>
                  <a:close/>
                </a:path>
              </a:pathLst>
            </a:custGeom>
            <a:solidFill>
              <a:srgbClr val="D1D9E0"/>
            </a:solidFill>
          </p:spPr>
        </p:sp>
      </p:grpSp>
      <p:grpSp>
        <p:nvGrpSpPr>
          <p:cNvPr name="Group 120" id="120"/>
          <p:cNvGrpSpPr/>
          <p:nvPr/>
        </p:nvGrpSpPr>
        <p:grpSpPr>
          <a:xfrm rot="0">
            <a:off x="6672243" y="5100304"/>
            <a:ext cx="1300324" cy="15116"/>
            <a:chOff x="0" y="0"/>
            <a:chExt cx="1733766" cy="20155"/>
          </a:xfrm>
        </p:grpSpPr>
        <p:sp>
          <p:nvSpPr>
            <p:cNvPr name="Freeform 121" id="121"/>
            <p:cNvSpPr/>
            <p:nvPr/>
          </p:nvSpPr>
          <p:spPr>
            <a:xfrm flipH="false" flipV="false" rot="0">
              <a:off x="0" y="0"/>
              <a:ext cx="1733804" cy="20193"/>
            </a:xfrm>
            <a:custGeom>
              <a:avLst/>
              <a:gdLst/>
              <a:ahLst/>
              <a:cxnLst/>
              <a:rect r="r" b="b" t="t" l="l"/>
              <a:pathLst>
                <a:path h="20193" w="1733804">
                  <a:moveTo>
                    <a:pt x="0" y="0"/>
                  </a:moveTo>
                  <a:lnTo>
                    <a:pt x="1733804" y="0"/>
                  </a:lnTo>
                  <a:lnTo>
                    <a:pt x="1733804" y="20193"/>
                  </a:lnTo>
                  <a:lnTo>
                    <a:pt x="0" y="20193"/>
                  </a:lnTo>
                  <a:lnTo>
                    <a:pt x="0" y="0"/>
                  </a:lnTo>
                  <a:close/>
                </a:path>
              </a:pathLst>
            </a:custGeom>
            <a:solidFill>
              <a:srgbClr val="D1D9E0"/>
            </a:solidFill>
          </p:spPr>
        </p:sp>
      </p:grpSp>
      <p:grpSp>
        <p:nvGrpSpPr>
          <p:cNvPr name="Group 122" id="122"/>
          <p:cNvGrpSpPr/>
          <p:nvPr/>
        </p:nvGrpSpPr>
        <p:grpSpPr>
          <a:xfrm rot="0">
            <a:off x="7957976" y="5114877"/>
            <a:ext cx="14583" cy="814864"/>
            <a:chOff x="0" y="0"/>
            <a:chExt cx="19444" cy="1086485"/>
          </a:xfrm>
        </p:grpSpPr>
        <p:sp>
          <p:nvSpPr>
            <p:cNvPr name="Freeform 123" id="123"/>
            <p:cNvSpPr/>
            <p:nvPr/>
          </p:nvSpPr>
          <p:spPr>
            <a:xfrm flipH="false" flipV="false" rot="0">
              <a:off x="0" y="0"/>
              <a:ext cx="19431" cy="1086485"/>
            </a:xfrm>
            <a:custGeom>
              <a:avLst/>
              <a:gdLst/>
              <a:ahLst/>
              <a:cxnLst/>
              <a:rect r="r" b="b" t="t" l="l"/>
              <a:pathLst>
                <a:path h="1086485" w="19431">
                  <a:moveTo>
                    <a:pt x="0" y="0"/>
                  </a:moveTo>
                  <a:lnTo>
                    <a:pt x="19431" y="0"/>
                  </a:lnTo>
                  <a:lnTo>
                    <a:pt x="19431" y="1086485"/>
                  </a:lnTo>
                  <a:lnTo>
                    <a:pt x="0" y="1086485"/>
                  </a:lnTo>
                  <a:lnTo>
                    <a:pt x="0" y="0"/>
                  </a:lnTo>
                  <a:close/>
                </a:path>
              </a:pathLst>
            </a:custGeom>
            <a:solidFill>
              <a:srgbClr val="D1D9E0"/>
            </a:solidFill>
          </p:spPr>
        </p:sp>
      </p:grpSp>
      <p:grpSp>
        <p:nvGrpSpPr>
          <p:cNvPr name="Group 124" id="124"/>
          <p:cNvGrpSpPr/>
          <p:nvPr/>
        </p:nvGrpSpPr>
        <p:grpSpPr>
          <a:xfrm rot="0">
            <a:off x="7972015" y="5100304"/>
            <a:ext cx="2086556" cy="15116"/>
            <a:chOff x="0" y="0"/>
            <a:chExt cx="2782075" cy="20155"/>
          </a:xfrm>
        </p:grpSpPr>
        <p:sp>
          <p:nvSpPr>
            <p:cNvPr name="Freeform 125" id="125"/>
            <p:cNvSpPr/>
            <p:nvPr/>
          </p:nvSpPr>
          <p:spPr>
            <a:xfrm flipH="false" flipV="false" rot="0">
              <a:off x="0" y="0"/>
              <a:ext cx="2782062" cy="20193"/>
            </a:xfrm>
            <a:custGeom>
              <a:avLst/>
              <a:gdLst/>
              <a:ahLst/>
              <a:cxnLst/>
              <a:rect r="r" b="b" t="t" l="l"/>
              <a:pathLst>
                <a:path h="20193" w="2782062">
                  <a:moveTo>
                    <a:pt x="0" y="0"/>
                  </a:moveTo>
                  <a:lnTo>
                    <a:pt x="2782062" y="0"/>
                  </a:lnTo>
                  <a:lnTo>
                    <a:pt x="2782062" y="20193"/>
                  </a:lnTo>
                  <a:lnTo>
                    <a:pt x="0" y="20193"/>
                  </a:lnTo>
                  <a:lnTo>
                    <a:pt x="0" y="0"/>
                  </a:lnTo>
                  <a:close/>
                </a:path>
              </a:pathLst>
            </a:custGeom>
            <a:solidFill>
              <a:srgbClr val="D1D9E0"/>
            </a:solidFill>
          </p:spPr>
        </p:sp>
      </p:grpSp>
      <p:grpSp>
        <p:nvGrpSpPr>
          <p:cNvPr name="Group 126" id="126"/>
          <p:cNvGrpSpPr/>
          <p:nvPr/>
        </p:nvGrpSpPr>
        <p:grpSpPr>
          <a:xfrm rot="0">
            <a:off x="10043998" y="5114877"/>
            <a:ext cx="14583" cy="814864"/>
            <a:chOff x="0" y="0"/>
            <a:chExt cx="19444" cy="1086485"/>
          </a:xfrm>
        </p:grpSpPr>
        <p:sp>
          <p:nvSpPr>
            <p:cNvPr name="Freeform 127" id="127"/>
            <p:cNvSpPr/>
            <p:nvPr/>
          </p:nvSpPr>
          <p:spPr>
            <a:xfrm flipH="false" flipV="false" rot="0">
              <a:off x="0" y="0"/>
              <a:ext cx="19431" cy="1086485"/>
            </a:xfrm>
            <a:custGeom>
              <a:avLst/>
              <a:gdLst/>
              <a:ahLst/>
              <a:cxnLst/>
              <a:rect r="r" b="b" t="t" l="l"/>
              <a:pathLst>
                <a:path h="1086485" w="19431">
                  <a:moveTo>
                    <a:pt x="0" y="0"/>
                  </a:moveTo>
                  <a:lnTo>
                    <a:pt x="19431" y="0"/>
                  </a:lnTo>
                  <a:lnTo>
                    <a:pt x="19431" y="1086485"/>
                  </a:lnTo>
                  <a:lnTo>
                    <a:pt x="0" y="1086485"/>
                  </a:lnTo>
                  <a:lnTo>
                    <a:pt x="0" y="0"/>
                  </a:lnTo>
                  <a:close/>
                </a:path>
              </a:pathLst>
            </a:custGeom>
            <a:solidFill>
              <a:srgbClr val="D1D9E0"/>
            </a:solidFill>
          </p:spPr>
        </p:sp>
      </p:grpSp>
      <p:grpSp>
        <p:nvGrpSpPr>
          <p:cNvPr name="Group 128" id="128"/>
          <p:cNvGrpSpPr/>
          <p:nvPr/>
        </p:nvGrpSpPr>
        <p:grpSpPr>
          <a:xfrm rot="0">
            <a:off x="685257" y="5914615"/>
            <a:ext cx="957958" cy="15116"/>
            <a:chOff x="0" y="0"/>
            <a:chExt cx="1277277" cy="20155"/>
          </a:xfrm>
        </p:grpSpPr>
        <p:sp>
          <p:nvSpPr>
            <p:cNvPr name="Freeform 129" id="129"/>
            <p:cNvSpPr/>
            <p:nvPr/>
          </p:nvSpPr>
          <p:spPr>
            <a:xfrm flipH="false" flipV="false" rot="0">
              <a:off x="0" y="0"/>
              <a:ext cx="1277239" cy="20193"/>
            </a:xfrm>
            <a:custGeom>
              <a:avLst/>
              <a:gdLst/>
              <a:ahLst/>
              <a:cxnLst/>
              <a:rect r="r" b="b" t="t" l="l"/>
              <a:pathLst>
                <a:path h="20193" w="1277239">
                  <a:moveTo>
                    <a:pt x="0" y="0"/>
                  </a:moveTo>
                  <a:lnTo>
                    <a:pt x="1277239" y="0"/>
                  </a:lnTo>
                  <a:lnTo>
                    <a:pt x="1277239" y="20193"/>
                  </a:lnTo>
                  <a:lnTo>
                    <a:pt x="0" y="20193"/>
                  </a:lnTo>
                  <a:lnTo>
                    <a:pt x="0" y="0"/>
                  </a:lnTo>
                  <a:close/>
                </a:path>
              </a:pathLst>
            </a:custGeom>
            <a:solidFill>
              <a:srgbClr val="D1D9E0"/>
            </a:solidFill>
          </p:spPr>
        </p:sp>
      </p:grpSp>
      <p:grpSp>
        <p:nvGrpSpPr>
          <p:cNvPr name="Group 130" id="130"/>
          <p:cNvGrpSpPr/>
          <p:nvPr/>
        </p:nvGrpSpPr>
        <p:grpSpPr>
          <a:xfrm rot="0">
            <a:off x="1642682" y="5914615"/>
            <a:ext cx="5030095" cy="15116"/>
            <a:chOff x="0" y="0"/>
            <a:chExt cx="6706794" cy="20155"/>
          </a:xfrm>
        </p:grpSpPr>
        <p:sp>
          <p:nvSpPr>
            <p:cNvPr name="Freeform 131" id="131"/>
            <p:cNvSpPr/>
            <p:nvPr/>
          </p:nvSpPr>
          <p:spPr>
            <a:xfrm flipH="false" flipV="false" rot="0">
              <a:off x="0" y="0"/>
              <a:ext cx="6706743" cy="20193"/>
            </a:xfrm>
            <a:custGeom>
              <a:avLst/>
              <a:gdLst/>
              <a:ahLst/>
              <a:cxnLst/>
              <a:rect r="r" b="b" t="t" l="l"/>
              <a:pathLst>
                <a:path h="20193" w="6706743">
                  <a:moveTo>
                    <a:pt x="0" y="0"/>
                  </a:moveTo>
                  <a:lnTo>
                    <a:pt x="6706743" y="0"/>
                  </a:lnTo>
                  <a:lnTo>
                    <a:pt x="6706743" y="20193"/>
                  </a:lnTo>
                  <a:lnTo>
                    <a:pt x="0" y="20193"/>
                  </a:lnTo>
                  <a:lnTo>
                    <a:pt x="0" y="0"/>
                  </a:lnTo>
                  <a:close/>
                </a:path>
              </a:pathLst>
            </a:custGeom>
            <a:solidFill>
              <a:srgbClr val="D1D9E0"/>
            </a:solidFill>
          </p:spPr>
        </p:sp>
      </p:grpSp>
      <p:grpSp>
        <p:nvGrpSpPr>
          <p:cNvPr name="Group 132" id="132"/>
          <p:cNvGrpSpPr/>
          <p:nvPr/>
        </p:nvGrpSpPr>
        <p:grpSpPr>
          <a:xfrm rot="0">
            <a:off x="6672243" y="5914615"/>
            <a:ext cx="1300324" cy="15116"/>
            <a:chOff x="0" y="0"/>
            <a:chExt cx="1733766" cy="20155"/>
          </a:xfrm>
        </p:grpSpPr>
        <p:sp>
          <p:nvSpPr>
            <p:cNvPr name="Freeform 133" id="133"/>
            <p:cNvSpPr/>
            <p:nvPr/>
          </p:nvSpPr>
          <p:spPr>
            <a:xfrm flipH="false" flipV="false" rot="0">
              <a:off x="0" y="0"/>
              <a:ext cx="1733804" cy="20193"/>
            </a:xfrm>
            <a:custGeom>
              <a:avLst/>
              <a:gdLst/>
              <a:ahLst/>
              <a:cxnLst/>
              <a:rect r="r" b="b" t="t" l="l"/>
              <a:pathLst>
                <a:path h="20193" w="1733804">
                  <a:moveTo>
                    <a:pt x="0" y="0"/>
                  </a:moveTo>
                  <a:lnTo>
                    <a:pt x="1733804" y="0"/>
                  </a:lnTo>
                  <a:lnTo>
                    <a:pt x="1733804" y="20193"/>
                  </a:lnTo>
                  <a:lnTo>
                    <a:pt x="0" y="20193"/>
                  </a:lnTo>
                  <a:lnTo>
                    <a:pt x="0" y="0"/>
                  </a:lnTo>
                  <a:close/>
                </a:path>
              </a:pathLst>
            </a:custGeom>
            <a:solidFill>
              <a:srgbClr val="D1D9E0"/>
            </a:solidFill>
          </p:spPr>
        </p:sp>
      </p:grpSp>
      <p:grpSp>
        <p:nvGrpSpPr>
          <p:cNvPr name="Group 134" id="134"/>
          <p:cNvGrpSpPr/>
          <p:nvPr/>
        </p:nvGrpSpPr>
        <p:grpSpPr>
          <a:xfrm rot="0">
            <a:off x="7972015" y="5914615"/>
            <a:ext cx="2086556" cy="15116"/>
            <a:chOff x="0" y="0"/>
            <a:chExt cx="2782075" cy="20155"/>
          </a:xfrm>
        </p:grpSpPr>
        <p:sp>
          <p:nvSpPr>
            <p:cNvPr name="Freeform 135" id="135"/>
            <p:cNvSpPr/>
            <p:nvPr/>
          </p:nvSpPr>
          <p:spPr>
            <a:xfrm flipH="false" flipV="false" rot="0">
              <a:off x="0" y="0"/>
              <a:ext cx="2782062" cy="20193"/>
            </a:xfrm>
            <a:custGeom>
              <a:avLst/>
              <a:gdLst/>
              <a:ahLst/>
              <a:cxnLst/>
              <a:rect r="r" b="b" t="t" l="l"/>
              <a:pathLst>
                <a:path h="20193" w="2782062">
                  <a:moveTo>
                    <a:pt x="0" y="0"/>
                  </a:moveTo>
                  <a:lnTo>
                    <a:pt x="2782062" y="0"/>
                  </a:lnTo>
                  <a:lnTo>
                    <a:pt x="2782062" y="20193"/>
                  </a:lnTo>
                  <a:lnTo>
                    <a:pt x="0" y="20193"/>
                  </a:lnTo>
                  <a:lnTo>
                    <a:pt x="0" y="0"/>
                  </a:lnTo>
                  <a:close/>
                </a:path>
              </a:pathLst>
            </a:custGeom>
            <a:solidFill>
              <a:srgbClr val="D1D9E0"/>
            </a:solidFill>
          </p:spPr>
        </p:sp>
      </p:grpSp>
      <p:sp>
        <p:nvSpPr>
          <p:cNvPr name="TextBox 136" id="136"/>
          <p:cNvSpPr txBox="true"/>
          <p:nvPr/>
        </p:nvSpPr>
        <p:spPr>
          <a:xfrm rot="0">
            <a:off x="685800" y="1847193"/>
            <a:ext cx="8875443" cy="625469"/>
          </a:xfrm>
          <a:prstGeom prst="rect">
            <a:avLst/>
          </a:prstGeom>
        </p:spPr>
        <p:txBody>
          <a:bodyPr anchor="t" rtlCol="false" tIns="0" lIns="0" bIns="0" rIns="0">
            <a:spAutoFit/>
          </a:bodyPr>
          <a:lstStyle/>
          <a:p>
            <a:pPr algn="l">
              <a:lnSpc>
                <a:spcPts val="5130"/>
              </a:lnSpc>
            </a:pPr>
            <a:r>
              <a:rPr lang="en-US" b="true" sz="4275" spc="-1">
                <a:solidFill>
                  <a:srgbClr val="1F4E79"/>
                </a:solidFill>
                <a:latin typeface="Arial Bold"/>
                <a:ea typeface="Arial Bold"/>
                <a:cs typeface="Arial Bold"/>
                <a:sym typeface="Arial Bold"/>
              </a:rPr>
              <a:t>Ba bản giao diện, hai lớp kiểm thử</a:t>
            </a:r>
          </a:p>
        </p:txBody>
      </p:sp>
      <p:sp>
        <p:nvSpPr>
          <p:cNvPr name="TextBox 137" id="137"/>
          <p:cNvSpPr txBox="true"/>
          <p:nvPr/>
        </p:nvSpPr>
        <p:spPr>
          <a:xfrm rot="0">
            <a:off x="885596" y="3047067"/>
            <a:ext cx="458457" cy="289589"/>
          </a:xfrm>
          <a:prstGeom prst="rect">
            <a:avLst/>
          </a:prstGeom>
        </p:spPr>
        <p:txBody>
          <a:bodyPr anchor="t" rtlCol="false" tIns="0" lIns="0" bIns="0" rIns="0">
            <a:spAutoFit/>
          </a:bodyPr>
          <a:lstStyle/>
          <a:p>
            <a:pPr algn="l">
              <a:lnSpc>
                <a:spcPts val="2304"/>
              </a:lnSpc>
            </a:pPr>
            <a:r>
              <a:rPr lang="en-US" b="true" sz="1920" spc="-1">
                <a:solidFill>
                  <a:srgbClr val="FFFFFF"/>
                </a:solidFill>
                <a:latin typeface="Arial Bold"/>
                <a:ea typeface="Arial Bold"/>
                <a:cs typeface="Arial Bold"/>
                <a:sym typeface="Arial Bold"/>
              </a:rPr>
              <a:t>Bản</a:t>
            </a:r>
          </a:p>
        </p:txBody>
      </p:sp>
      <p:sp>
        <p:nvSpPr>
          <p:cNvPr name="TextBox 138" id="138"/>
          <p:cNvSpPr txBox="true"/>
          <p:nvPr/>
        </p:nvSpPr>
        <p:spPr>
          <a:xfrm rot="0">
            <a:off x="1825200" y="3047067"/>
            <a:ext cx="995763" cy="289589"/>
          </a:xfrm>
          <a:prstGeom prst="rect">
            <a:avLst/>
          </a:prstGeom>
        </p:spPr>
        <p:txBody>
          <a:bodyPr anchor="t" rtlCol="false" tIns="0" lIns="0" bIns="0" rIns="0">
            <a:spAutoFit/>
          </a:bodyPr>
          <a:lstStyle/>
          <a:p>
            <a:pPr algn="l">
              <a:lnSpc>
                <a:spcPts val="2304"/>
              </a:lnSpc>
            </a:pPr>
            <a:r>
              <a:rPr lang="en-US" b="true" sz="1920" spc="-1">
                <a:solidFill>
                  <a:srgbClr val="FFFFFF"/>
                </a:solidFill>
                <a:latin typeface="Arial Bold"/>
                <a:ea typeface="Arial Bold"/>
                <a:cs typeface="Arial Bold"/>
                <a:sym typeface="Arial Bold"/>
              </a:rPr>
              <a:t>Thay đổi</a:t>
            </a:r>
          </a:p>
        </p:txBody>
      </p:sp>
      <p:sp>
        <p:nvSpPr>
          <p:cNvPr name="TextBox 139" id="139"/>
          <p:cNvSpPr txBox="true"/>
          <p:nvPr/>
        </p:nvSpPr>
        <p:spPr>
          <a:xfrm rot="0">
            <a:off x="6860162" y="3047067"/>
            <a:ext cx="901798" cy="289589"/>
          </a:xfrm>
          <a:prstGeom prst="rect">
            <a:avLst/>
          </a:prstGeom>
        </p:spPr>
        <p:txBody>
          <a:bodyPr anchor="t" rtlCol="false" tIns="0" lIns="0" bIns="0" rIns="0">
            <a:spAutoFit/>
          </a:bodyPr>
          <a:lstStyle/>
          <a:p>
            <a:pPr algn="l">
              <a:lnSpc>
                <a:spcPts val="2304"/>
              </a:lnSpc>
            </a:pPr>
            <a:r>
              <a:rPr lang="en-US" b="true" sz="1920" spc="-1">
                <a:solidFill>
                  <a:srgbClr val="FFFFFF"/>
                </a:solidFill>
                <a:latin typeface="Arial Bold"/>
                <a:ea typeface="Arial Bold"/>
                <a:cs typeface="Arial Bold"/>
                <a:sym typeface="Arial Bold"/>
              </a:rPr>
              <a:t>Appium</a:t>
            </a:r>
          </a:p>
        </p:txBody>
      </p:sp>
      <p:sp>
        <p:nvSpPr>
          <p:cNvPr name="TextBox 140" id="140"/>
          <p:cNvSpPr txBox="true"/>
          <p:nvPr/>
        </p:nvSpPr>
        <p:spPr>
          <a:xfrm rot="0">
            <a:off x="8162096" y="3047067"/>
            <a:ext cx="565918" cy="289589"/>
          </a:xfrm>
          <a:prstGeom prst="rect">
            <a:avLst/>
          </a:prstGeom>
        </p:spPr>
        <p:txBody>
          <a:bodyPr anchor="t" rtlCol="false" tIns="0" lIns="0" bIns="0" rIns="0">
            <a:spAutoFit/>
          </a:bodyPr>
          <a:lstStyle/>
          <a:p>
            <a:pPr algn="l">
              <a:lnSpc>
                <a:spcPts val="2304"/>
              </a:lnSpc>
            </a:pPr>
            <a:r>
              <a:rPr lang="en-US" b="true" sz="1920" spc="-1">
                <a:solidFill>
                  <a:srgbClr val="FFFFFF"/>
                </a:solidFill>
                <a:latin typeface="Arial Bold"/>
                <a:ea typeface="Arial Bold"/>
                <a:cs typeface="Arial Bold"/>
                <a:sym typeface="Arial Bold"/>
              </a:rPr>
              <a:t>Eyes</a:t>
            </a:r>
          </a:p>
        </p:txBody>
      </p:sp>
      <p:sp>
        <p:nvSpPr>
          <p:cNvPr name="TextBox 141" id="141"/>
          <p:cNvSpPr txBox="true"/>
          <p:nvPr/>
        </p:nvSpPr>
        <p:spPr>
          <a:xfrm rot="0">
            <a:off x="885596" y="3561693"/>
            <a:ext cx="551878" cy="289589"/>
          </a:xfrm>
          <a:prstGeom prst="rect">
            <a:avLst/>
          </a:prstGeom>
        </p:spPr>
        <p:txBody>
          <a:bodyPr anchor="t" rtlCol="false" tIns="0" lIns="0" bIns="0" rIns="0">
            <a:spAutoFit/>
          </a:bodyPr>
          <a:lstStyle/>
          <a:p>
            <a:pPr algn="l">
              <a:lnSpc>
                <a:spcPts val="2304"/>
              </a:lnSpc>
            </a:pPr>
            <a:r>
              <a:rPr lang="en-US" b="true" sz="1920" spc="-1">
                <a:solidFill>
                  <a:srgbClr val="222222"/>
                </a:solidFill>
                <a:latin typeface="Arial Bold"/>
                <a:ea typeface="Arial Bold"/>
                <a:cs typeface="Arial Bold"/>
                <a:sym typeface="Arial Bold"/>
              </a:rPr>
              <a:t>base</a:t>
            </a:r>
          </a:p>
        </p:txBody>
      </p:sp>
      <p:sp>
        <p:nvSpPr>
          <p:cNvPr name="TextBox 142" id="142"/>
          <p:cNvSpPr txBox="true"/>
          <p:nvPr/>
        </p:nvSpPr>
        <p:spPr>
          <a:xfrm rot="0">
            <a:off x="1825200" y="3561693"/>
            <a:ext cx="1994221" cy="289589"/>
          </a:xfrm>
          <a:prstGeom prst="rect">
            <a:avLst/>
          </a:prstGeom>
        </p:spPr>
        <p:txBody>
          <a:bodyPr anchor="t" rtlCol="false" tIns="0" lIns="0" bIns="0" rIns="0">
            <a:spAutoFit/>
          </a:bodyPr>
          <a:lstStyle/>
          <a:p>
            <a:pPr algn="l">
              <a:lnSpc>
                <a:spcPts val="2304"/>
              </a:lnSpc>
            </a:pPr>
            <a:r>
              <a:rPr lang="en-US" sz="1920" spc="-1">
                <a:solidFill>
                  <a:srgbClr val="222222"/>
                </a:solidFill>
                <a:latin typeface="Arial"/>
                <a:ea typeface="Arial"/>
                <a:cs typeface="Arial"/>
                <a:sym typeface="Arial"/>
              </a:rPr>
              <a:t>bản gốc (baseline)</a:t>
            </a:r>
          </a:p>
        </p:txBody>
      </p:sp>
      <p:sp>
        <p:nvSpPr>
          <p:cNvPr name="TextBox 143" id="143"/>
          <p:cNvSpPr txBox="true"/>
          <p:nvPr/>
        </p:nvSpPr>
        <p:spPr>
          <a:xfrm rot="0">
            <a:off x="6860162" y="3561693"/>
            <a:ext cx="336956" cy="289589"/>
          </a:xfrm>
          <a:prstGeom prst="rect">
            <a:avLst/>
          </a:prstGeom>
        </p:spPr>
        <p:txBody>
          <a:bodyPr anchor="t" rtlCol="false" tIns="0" lIns="0" bIns="0" rIns="0">
            <a:spAutoFit/>
          </a:bodyPr>
          <a:lstStyle/>
          <a:p>
            <a:pPr algn="l">
              <a:lnSpc>
                <a:spcPts val="2304"/>
              </a:lnSpc>
            </a:pPr>
            <a:r>
              <a:rPr lang="en-US" sz="1920" spc="-1">
                <a:solidFill>
                  <a:srgbClr val="222222"/>
                </a:solidFill>
                <a:latin typeface="Arial"/>
                <a:ea typeface="Arial"/>
                <a:cs typeface="Arial"/>
                <a:sym typeface="Arial"/>
              </a:rPr>
              <a:t>8/8</a:t>
            </a:r>
          </a:p>
        </p:txBody>
      </p:sp>
      <p:sp>
        <p:nvSpPr>
          <p:cNvPr name="TextBox 144" id="144"/>
          <p:cNvSpPr txBox="true"/>
          <p:nvPr/>
        </p:nvSpPr>
        <p:spPr>
          <a:xfrm rot="0">
            <a:off x="6860162" y="3875970"/>
            <a:ext cx="510835" cy="289589"/>
          </a:xfrm>
          <a:prstGeom prst="rect">
            <a:avLst/>
          </a:prstGeom>
        </p:spPr>
        <p:txBody>
          <a:bodyPr anchor="t" rtlCol="false" tIns="0" lIns="0" bIns="0" rIns="0">
            <a:spAutoFit/>
          </a:bodyPr>
          <a:lstStyle/>
          <a:p>
            <a:pPr algn="l">
              <a:lnSpc>
                <a:spcPts val="2304"/>
              </a:lnSpc>
            </a:pPr>
            <a:r>
              <a:rPr lang="en-US" sz="1920" spc="-1">
                <a:solidFill>
                  <a:srgbClr val="222222"/>
                </a:solidFill>
                <a:latin typeface="Arial"/>
                <a:ea typeface="Arial"/>
                <a:cs typeface="Arial"/>
                <a:sym typeface="Arial"/>
              </a:rPr>
              <a:t>pass</a:t>
            </a:r>
          </a:p>
        </p:txBody>
      </p:sp>
      <p:sp>
        <p:nvSpPr>
          <p:cNvPr name="TextBox 145" id="145"/>
          <p:cNvSpPr txBox="true"/>
          <p:nvPr/>
        </p:nvSpPr>
        <p:spPr>
          <a:xfrm rot="0">
            <a:off x="8162096" y="3561693"/>
            <a:ext cx="807844" cy="289589"/>
          </a:xfrm>
          <a:prstGeom prst="rect">
            <a:avLst/>
          </a:prstGeom>
        </p:spPr>
        <p:txBody>
          <a:bodyPr anchor="t" rtlCol="false" tIns="0" lIns="0" bIns="0" rIns="0">
            <a:spAutoFit/>
          </a:bodyPr>
          <a:lstStyle/>
          <a:p>
            <a:pPr algn="l">
              <a:lnSpc>
                <a:spcPts val="2304"/>
              </a:lnSpc>
            </a:pPr>
            <a:r>
              <a:rPr lang="en-US" sz="1920" spc="-1">
                <a:solidFill>
                  <a:srgbClr val="222222"/>
                </a:solidFill>
                <a:latin typeface="Arial"/>
                <a:ea typeface="Arial"/>
                <a:cs typeface="Arial"/>
                <a:sym typeface="Arial"/>
              </a:rPr>
              <a:t>Passed</a:t>
            </a:r>
          </a:p>
        </p:txBody>
      </p:sp>
      <p:sp>
        <p:nvSpPr>
          <p:cNvPr name="TextBox 146" id="146"/>
          <p:cNvSpPr txBox="true"/>
          <p:nvPr/>
        </p:nvSpPr>
        <p:spPr>
          <a:xfrm rot="0">
            <a:off x="885596" y="4376014"/>
            <a:ext cx="295923" cy="289589"/>
          </a:xfrm>
          <a:prstGeom prst="rect">
            <a:avLst/>
          </a:prstGeom>
        </p:spPr>
        <p:txBody>
          <a:bodyPr anchor="t" rtlCol="false" tIns="0" lIns="0" bIns="0" rIns="0">
            <a:spAutoFit/>
          </a:bodyPr>
          <a:lstStyle/>
          <a:p>
            <a:pPr algn="l">
              <a:lnSpc>
                <a:spcPts val="2304"/>
              </a:lnSpc>
            </a:pPr>
            <a:r>
              <a:rPr lang="en-US" b="true" sz="1920" spc="-1">
                <a:solidFill>
                  <a:srgbClr val="222222"/>
                </a:solidFill>
                <a:latin typeface="Arial Bold"/>
                <a:ea typeface="Arial Bold"/>
                <a:cs typeface="Arial Bold"/>
                <a:sym typeface="Arial Bold"/>
              </a:rPr>
              <a:t>V1</a:t>
            </a:r>
          </a:p>
        </p:txBody>
      </p:sp>
      <p:sp>
        <p:nvSpPr>
          <p:cNvPr name="TextBox 147" id="147"/>
          <p:cNvSpPr txBox="true"/>
          <p:nvPr/>
        </p:nvSpPr>
        <p:spPr>
          <a:xfrm rot="0">
            <a:off x="1825200" y="4376014"/>
            <a:ext cx="4281116" cy="289589"/>
          </a:xfrm>
          <a:prstGeom prst="rect">
            <a:avLst/>
          </a:prstGeom>
        </p:spPr>
        <p:txBody>
          <a:bodyPr anchor="t" rtlCol="false" tIns="0" lIns="0" bIns="0" rIns="0">
            <a:spAutoFit/>
          </a:bodyPr>
          <a:lstStyle/>
          <a:p>
            <a:pPr algn="l">
              <a:lnSpc>
                <a:spcPts val="2304"/>
              </a:lnSpc>
            </a:pPr>
            <a:r>
              <a:rPr lang="en-US" sz="1920" spc="-1">
                <a:solidFill>
                  <a:srgbClr val="222222"/>
                </a:solidFill>
                <a:latin typeface="Arial"/>
                <a:ea typeface="Arial"/>
                <a:cs typeface="Arial"/>
                <a:sym typeface="Arial"/>
              </a:rPr>
              <a:t>đổi </a:t>
            </a:r>
            <a:r>
              <a:rPr lang="en-US" b="true" sz="1920" spc="-1">
                <a:solidFill>
                  <a:srgbClr val="222222"/>
                </a:solidFill>
                <a:latin typeface="Arial Bold"/>
                <a:ea typeface="Arial Bold"/>
                <a:cs typeface="Arial Bold"/>
                <a:sym typeface="Arial Bold"/>
              </a:rPr>
              <a:t>ảnh </a:t>
            </a:r>
            <a:r>
              <a:rPr lang="en-US" sz="1920" spc="-1">
                <a:solidFill>
                  <a:srgbClr val="222222"/>
                </a:solidFill>
                <a:latin typeface="Arial"/>
                <a:ea typeface="Arial"/>
                <a:cs typeface="Arial"/>
                <a:sym typeface="Arial"/>
              </a:rPr>
              <a:t>sản phẩm 1, bố cục giữ nguyên</a:t>
            </a:r>
          </a:p>
        </p:txBody>
      </p:sp>
      <p:sp>
        <p:nvSpPr>
          <p:cNvPr name="TextBox 148" id="148"/>
          <p:cNvSpPr txBox="true"/>
          <p:nvPr/>
        </p:nvSpPr>
        <p:spPr>
          <a:xfrm rot="0">
            <a:off x="6860162" y="4376014"/>
            <a:ext cx="336956" cy="289589"/>
          </a:xfrm>
          <a:prstGeom prst="rect">
            <a:avLst/>
          </a:prstGeom>
        </p:spPr>
        <p:txBody>
          <a:bodyPr anchor="t" rtlCol="false" tIns="0" lIns="0" bIns="0" rIns="0">
            <a:spAutoFit/>
          </a:bodyPr>
          <a:lstStyle/>
          <a:p>
            <a:pPr algn="l">
              <a:lnSpc>
                <a:spcPts val="2304"/>
              </a:lnSpc>
            </a:pPr>
            <a:r>
              <a:rPr lang="en-US" sz="1920" spc="-1">
                <a:solidFill>
                  <a:srgbClr val="222222"/>
                </a:solidFill>
                <a:latin typeface="Arial"/>
                <a:ea typeface="Arial"/>
                <a:cs typeface="Arial"/>
                <a:sym typeface="Arial"/>
              </a:rPr>
              <a:t>8/8</a:t>
            </a:r>
          </a:p>
        </p:txBody>
      </p:sp>
      <p:sp>
        <p:nvSpPr>
          <p:cNvPr name="TextBox 149" id="149"/>
          <p:cNvSpPr txBox="true"/>
          <p:nvPr/>
        </p:nvSpPr>
        <p:spPr>
          <a:xfrm rot="0">
            <a:off x="6860162" y="4690291"/>
            <a:ext cx="510835" cy="289589"/>
          </a:xfrm>
          <a:prstGeom prst="rect">
            <a:avLst/>
          </a:prstGeom>
        </p:spPr>
        <p:txBody>
          <a:bodyPr anchor="t" rtlCol="false" tIns="0" lIns="0" bIns="0" rIns="0">
            <a:spAutoFit/>
          </a:bodyPr>
          <a:lstStyle/>
          <a:p>
            <a:pPr algn="l">
              <a:lnSpc>
                <a:spcPts val="2304"/>
              </a:lnSpc>
            </a:pPr>
            <a:r>
              <a:rPr lang="en-US" sz="1920" spc="-1">
                <a:solidFill>
                  <a:srgbClr val="222222"/>
                </a:solidFill>
                <a:latin typeface="Arial"/>
                <a:ea typeface="Arial"/>
                <a:cs typeface="Arial"/>
                <a:sym typeface="Arial"/>
              </a:rPr>
              <a:t>pass</a:t>
            </a:r>
          </a:p>
        </p:txBody>
      </p:sp>
      <p:sp>
        <p:nvSpPr>
          <p:cNvPr name="TextBox 150" id="150"/>
          <p:cNvSpPr txBox="true"/>
          <p:nvPr/>
        </p:nvSpPr>
        <p:spPr>
          <a:xfrm rot="0">
            <a:off x="8162096" y="4376014"/>
            <a:ext cx="1226344" cy="289589"/>
          </a:xfrm>
          <a:prstGeom prst="rect">
            <a:avLst/>
          </a:prstGeom>
        </p:spPr>
        <p:txBody>
          <a:bodyPr anchor="t" rtlCol="false" tIns="0" lIns="0" bIns="0" rIns="0">
            <a:spAutoFit/>
          </a:bodyPr>
          <a:lstStyle/>
          <a:p>
            <a:pPr algn="l">
              <a:lnSpc>
                <a:spcPts val="2304"/>
              </a:lnSpc>
            </a:pPr>
            <a:r>
              <a:rPr lang="en-US" sz="1920" spc="-1">
                <a:solidFill>
                  <a:srgbClr val="222222"/>
                </a:solidFill>
                <a:latin typeface="Arial"/>
                <a:ea typeface="Arial"/>
                <a:cs typeface="Arial"/>
                <a:sym typeface="Arial"/>
              </a:rPr>
              <a:t>Unresolved</a:t>
            </a:r>
          </a:p>
        </p:txBody>
      </p:sp>
      <p:sp>
        <p:nvSpPr>
          <p:cNvPr name="TextBox 151" id="151"/>
          <p:cNvSpPr txBox="true"/>
          <p:nvPr/>
        </p:nvSpPr>
        <p:spPr>
          <a:xfrm rot="0">
            <a:off x="8162096" y="4690291"/>
            <a:ext cx="471964" cy="289589"/>
          </a:xfrm>
          <a:prstGeom prst="rect">
            <a:avLst/>
          </a:prstGeom>
        </p:spPr>
        <p:txBody>
          <a:bodyPr anchor="t" rtlCol="false" tIns="0" lIns="0" bIns="0" rIns="0">
            <a:spAutoFit/>
          </a:bodyPr>
          <a:lstStyle/>
          <a:p>
            <a:pPr algn="l">
              <a:lnSpc>
                <a:spcPts val="2304"/>
              </a:lnSpc>
            </a:pPr>
            <a:r>
              <a:rPr lang="en-US" sz="1920" spc="-1">
                <a:solidFill>
                  <a:srgbClr val="222222"/>
                </a:solidFill>
                <a:latin typeface="Arial"/>
                <a:ea typeface="Arial"/>
                <a:cs typeface="Arial"/>
                <a:sym typeface="Arial"/>
              </a:rPr>
              <a:t>5/10</a:t>
            </a:r>
          </a:p>
        </p:txBody>
      </p:sp>
      <p:sp>
        <p:nvSpPr>
          <p:cNvPr name="TextBox 152" id="152"/>
          <p:cNvSpPr txBox="true"/>
          <p:nvPr/>
        </p:nvSpPr>
        <p:spPr>
          <a:xfrm rot="0">
            <a:off x="885596" y="5190334"/>
            <a:ext cx="295923" cy="289589"/>
          </a:xfrm>
          <a:prstGeom prst="rect">
            <a:avLst/>
          </a:prstGeom>
        </p:spPr>
        <p:txBody>
          <a:bodyPr anchor="t" rtlCol="false" tIns="0" lIns="0" bIns="0" rIns="0">
            <a:spAutoFit/>
          </a:bodyPr>
          <a:lstStyle/>
          <a:p>
            <a:pPr algn="l">
              <a:lnSpc>
                <a:spcPts val="2304"/>
              </a:lnSpc>
            </a:pPr>
            <a:r>
              <a:rPr lang="en-US" b="true" sz="1920" spc="-1">
                <a:solidFill>
                  <a:srgbClr val="222222"/>
                </a:solidFill>
                <a:latin typeface="Arial Bold"/>
                <a:ea typeface="Arial Bold"/>
                <a:cs typeface="Arial Bold"/>
                <a:sym typeface="Arial Bold"/>
              </a:rPr>
              <a:t>V2</a:t>
            </a:r>
          </a:p>
        </p:txBody>
      </p:sp>
      <p:sp>
        <p:nvSpPr>
          <p:cNvPr name="TextBox 153" id="153"/>
          <p:cNvSpPr txBox="true"/>
          <p:nvPr/>
        </p:nvSpPr>
        <p:spPr>
          <a:xfrm rot="0">
            <a:off x="1825200" y="5190334"/>
            <a:ext cx="4239539" cy="289589"/>
          </a:xfrm>
          <a:prstGeom prst="rect">
            <a:avLst/>
          </a:prstGeom>
        </p:spPr>
        <p:txBody>
          <a:bodyPr anchor="t" rtlCol="false" tIns="0" lIns="0" bIns="0" rIns="0">
            <a:spAutoFit/>
          </a:bodyPr>
          <a:lstStyle/>
          <a:p>
            <a:pPr algn="l">
              <a:lnSpc>
                <a:spcPts val="2304"/>
              </a:lnSpc>
            </a:pPr>
            <a:r>
              <a:rPr lang="en-US" sz="1920" spc="-1">
                <a:solidFill>
                  <a:srgbClr val="222222"/>
                </a:solidFill>
                <a:latin typeface="Arial"/>
                <a:ea typeface="Arial"/>
                <a:cs typeface="Arial"/>
                <a:sym typeface="Arial"/>
              </a:rPr>
              <a:t>đổi </a:t>
            </a:r>
            <a:r>
              <a:rPr lang="en-US" b="true" sz="1920" spc="-1">
                <a:solidFill>
                  <a:srgbClr val="222222"/>
                </a:solidFill>
                <a:latin typeface="Arial Bold"/>
                <a:ea typeface="Arial Bold"/>
                <a:cs typeface="Arial Bold"/>
                <a:sym typeface="Arial Bold"/>
              </a:rPr>
              <a:t>màu </a:t>
            </a:r>
            <a:r>
              <a:rPr lang="en-US" sz="1920" spc="-1">
                <a:solidFill>
                  <a:srgbClr val="222222"/>
                </a:solidFill>
                <a:latin typeface="Arial"/>
                <a:ea typeface="Arial"/>
                <a:cs typeface="Arial"/>
                <a:sym typeface="Arial"/>
              </a:rPr>
              <a:t>giá, màu nút, </a:t>
            </a:r>
            <a:r>
              <a:rPr lang="en-US" b="true" sz="1920" spc="-1">
                <a:solidFill>
                  <a:srgbClr val="222222"/>
                </a:solidFill>
                <a:latin typeface="Arial Bold"/>
                <a:ea typeface="Arial Bold"/>
                <a:cs typeface="Arial Bold"/>
                <a:sym typeface="Arial Bold"/>
              </a:rPr>
              <a:t>lệch </a:t>
            </a:r>
            <a:r>
              <a:rPr lang="en-US" sz="1920" spc="-1">
                <a:solidFill>
                  <a:srgbClr val="222222"/>
                </a:solidFill>
                <a:latin typeface="Arial"/>
                <a:ea typeface="Arial"/>
                <a:cs typeface="Arial"/>
                <a:sym typeface="Arial"/>
              </a:rPr>
              <a:t>nút và dòng</a:t>
            </a:r>
          </a:p>
        </p:txBody>
      </p:sp>
      <p:sp>
        <p:nvSpPr>
          <p:cNvPr name="TextBox 154" id="154"/>
          <p:cNvSpPr txBox="true"/>
          <p:nvPr/>
        </p:nvSpPr>
        <p:spPr>
          <a:xfrm rot="0">
            <a:off x="1825200" y="5504612"/>
            <a:ext cx="929345" cy="289589"/>
          </a:xfrm>
          <a:prstGeom prst="rect">
            <a:avLst/>
          </a:prstGeom>
        </p:spPr>
        <p:txBody>
          <a:bodyPr anchor="t" rtlCol="false" tIns="0" lIns="0" bIns="0" rIns="0">
            <a:spAutoFit/>
          </a:bodyPr>
          <a:lstStyle/>
          <a:p>
            <a:pPr algn="l">
              <a:lnSpc>
                <a:spcPts val="2304"/>
              </a:lnSpc>
            </a:pPr>
            <a:r>
              <a:rPr lang="en-US" sz="1920" spc="-1">
                <a:solidFill>
                  <a:srgbClr val="222222"/>
                </a:solidFill>
                <a:latin typeface="Arial"/>
                <a:ea typeface="Arial"/>
                <a:cs typeface="Arial"/>
                <a:sym typeface="Arial"/>
              </a:rPr>
              <a:t>tổng tiền</a:t>
            </a:r>
          </a:p>
        </p:txBody>
      </p:sp>
      <p:sp>
        <p:nvSpPr>
          <p:cNvPr name="TextBox 155" id="155"/>
          <p:cNvSpPr txBox="true"/>
          <p:nvPr/>
        </p:nvSpPr>
        <p:spPr>
          <a:xfrm rot="0">
            <a:off x="6860162" y="5190334"/>
            <a:ext cx="336956" cy="289589"/>
          </a:xfrm>
          <a:prstGeom prst="rect">
            <a:avLst/>
          </a:prstGeom>
        </p:spPr>
        <p:txBody>
          <a:bodyPr anchor="t" rtlCol="false" tIns="0" lIns="0" bIns="0" rIns="0">
            <a:spAutoFit/>
          </a:bodyPr>
          <a:lstStyle/>
          <a:p>
            <a:pPr algn="l">
              <a:lnSpc>
                <a:spcPts val="2304"/>
              </a:lnSpc>
            </a:pPr>
            <a:r>
              <a:rPr lang="en-US" sz="1920" spc="-1">
                <a:solidFill>
                  <a:srgbClr val="222222"/>
                </a:solidFill>
                <a:latin typeface="Arial"/>
                <a:ea typeface="Arial"/>
                <a:cs typeface="Arial"/>
                <a:sym typeface="Arial"/>
              </a:rPr>
              <a:t>8/8</a:t>
            </a:r>
          </a:p>
        </p:txBody>
      </p:sp>
      <p:sp>
        <p:nvSpPr>
          <p:cNvPr name="TextBox 156" id="156"/>
          <p:cNvSpPr txBox="true"/>
          <p:nvPr/>
        </p:nvSpPr>
        <p:spPr>
          <a:xfrm rot="0">
            <a:off x="6860162" y="5504612"/>
            <a:ext cx="510835" cy="289589"/>
          </a:xfrm>
          <a:prstGeom prst="rect">
            <a:avLst/>
          </a:prstGeom>
        </p:spPr>
        <p:txBody>
          <a:bodyPr anchor="t" rtlCol="false" tIns="0" lIns="0" bIns="0" rIns="0">
            <a:spAutoFit/>
          </a:bodyPr>
          <a:lstStyle/>
          <a:p>
            <a:pPr algn="l">
              <a:lnSpc>
                <a:spcPts val="2304"/>
              </a:lnSpc>
            </a:pPr>
            <a:r>
              <a:rPr lang="en-US" sz="1920" spc="-1">
                <a:solidFill>
                  <a:srgbClr val="222222"/>
                </a:solidFill>
                <a:latin typeface="Arial"/>
                <a:ea typeface="Arial"/>
                <a:cs typeface="Arial"/>
                <a:sym typeface="Arial"/>
              </a:rPr>
              <a:t>pass</a:t>
            </a:r>
          </a:p>
        </p:txBody>
      </p:sp>
      <p:sp>
        <p:nvSpPr>
          <p:cNvPr name="TextBox 157" id="157"/>
          <p:cNvSpPr txBox="true"/>
          <p:nvPr/>
        </p:nvSpPr>
        <p:spPr>
          <a:xfrm rot="0">
            <a:off x="8162096" y="5190334"/>
            <a:ext cx="1226344" cy="289589"/>
          </a:xfrm>
          <a:prstGeom prst="rect">
            <a:avLst/>
          </a:prstGeom>
        </p:spPr>
        <p:txBody>
          <a:bodyPr anchor="t" rtlCol="false" tIns="0" lIns="0" bIns="0" rIns="0">
            <a:spAutoFit/>
          </a:bodyPr>
          <a:lstStyle/>
          <a:p>
            <a:pPr algn="l">
              <a:lnSpc>
                <a:spcPts val="2304"/>
              </a:lnSpc>
            </a:pPr>
            <a:r>
              <a:rPr lang="en-US" sz="1920" spc="-1">
                <a:solidFill>
                  <a:srgbClr val="222222"/>
                </a:solidFill>
                <a:latin typeface="Arial"/>
                <a:ea typeface="Arial"/>
                <a:cs typeface="Arial"/>
                <a:sym typeface="Arial"/>
              </a:rPr>
              <a:t>Unresolved</a:t>
            </a:r>
          </a:p>
        </p:txBody>
      </p:sp>
      <p:sp>
        <p:nvSpPr>
          <p:cNvPr name="Freeform 158" id="158"/>
          <p:cNvSpPr/>
          <p:nvPr/>
        </p:nvSpPr>
        <p:spPr>
          <a:xfrm flipH="false" flipV="false" rot="0">
            <a:off x="728462" y="6186240"/>
            <a:ext cx="86401" cy="86401"/>
          </a:xfrm>
          <a:custGeom>
            <a:avLst/>
            <a:gdLst/>
            <a:ahLst/>
            <a:cxnLst/>
            <a:rect r="r" b="b" t="t" l="l"/>
            <a:pathLst>
              <a:path h="86401" w="86401">
                <a:moveTo>
                  <a:pt x="0" y="0"/>
                </a:moveTo>
                <a:lnTo>
                  <a:pt x="86402" y="0"/>
                </a:lnTo>
                <a:lnTo>
                  <a:pt x="86402" y="86401"/>
                </a:lnTo>
                <a:lnTo>
                  <a:pt x="0" y="86401"/>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TextBox 159" id="159"/>
          <p:cNvSpPr txBox="true"/>
          <p:nvPr/>
        </p:nvSpPr>
        <p:spPr>
          <a:xfrm rot="0">
            <a:off x="8162096" y="5504612"/>
            <a:ext cx="471964" cy="289589"/>
          </a:xfrm>
          <a:prstGeom prst="rect">
            <a:avLst/>
          </a:prstGeom>
        </p:spPr>
        <p:txBody>
          <a:bodyPr anchor="t" rtlCol="false" tIns="0" lIns="0" bIns="0" rIns="0">
            <a:spAutoFit/>
          </a:bodyPr>
          <a:lstStyle/>
          <a:p>
            <a:pPr algn="l">
              <a:lnSpc>
                <a:spcPts val="2304"/>
              </a:lnSpc>
            </a:pPr>
            <a:r>
              <a:rPr lang="en-US" sz="1920" spc="-1">
                <a:solidFill>
                  <a:srgbClr val="222222"/>
                </a:solidFill>
                <a:latin typeface="Arial"/>
                <a:ea typeface="Arial"/>
                <a:cs typeface="Arial"/>
                <a:sym typeface="Arial"/>
              </a:rPr>
              <a:t>6/10</a:t>
            </a:r>
          </a:p>
        </p:txBody>
      </p:sp>
      <p:sp>
        <p:nvSpPr>
          <p:cNvPr name="TextBox 160" id="160"/>
          <p:cNvSpPr txBox="true"/>
          <p:nvPr/>
        </p:nvSpPr>
        <p:spPr>
          <a:xfrm rot="0">
            <a:off x="1000077" y="6034154"/>
            <a:ext cx="8603275" cy="346481"/>
          </a:xfrm>
          <a:prstGeom prst="rect">
            <a:avLst/>
          </a:prstGeom>
        </p:spPr>
        <p:txBody>
          <a:bodyPr anchor="t" rtlCol="false" tIns="0" lIns="0" bIns="0" rIns="0">
            <a:spAutoFit/>
          </a:bodyPr>
          <a:lstStyle/>
          <a:p>
            <a:pPr algn="l">
              <a:lnSpc>
                <a:spcPts val="2844"/>
              </a:lnSpc>
            </a:pPr>
            <a:r>
              <a:rPr lang="en-US" b="true" sz="2370" spc="-1">
                <a:solidFill>
                  <a:srgbClr val="222222"/>
                </a:solidFill>
                <a:latin typeface="Arial Bold"/>
                <a:ea typeface="Arial Bold"/>
                <a:cs typeface="Arial Bold"/>
                <a:sym typeface="Arial Bold"/>
              </a:rPr>
              <a:t>V1 </a:t>
            </a:r>
            <a:r>
              <a:rPr lang="en-US" sz="2370" spc="-1">
                <a:solidFill>
                  <a:srgbClr val="222222"/>
                </a:solidFill>
                <a:latin typeface="Arial"/>
                <a:ea typeface="Arial"/>
                <a:cs typeface="Arial"/>
                <a:sym typeface="Arial"/>
              </a:rPr>
              <a:t>= thay đổi hợp lệ → Eyes báo "thừa" nếu coi là lỗi → </a:t>
            </a:r>
            <a:r>
              <a:rPr lang="en-US" b="true" sz="2370" spc="-1">
                <a:solidFill>
                  <a:srgbClr val="222222"/>
                </a:solidFill>
                <a:latin typeface="Arial Bold"/>
                <a:ea typeface="Arial Bold"/>
                <a:cs typeface="Arial Bold"/>
                <a:sym typeface="Arial Bold"/>
              </a:rPr>
              <a:t>Accept</a:t>
            </a:r>
            <a:r>
              <a:rPr lang="en-US" sz="2370" spc="-1">
                <a:solidFill>
                  <a:srgbClr val="222222"/>
                </a:solidFill>
                <a:latin typeface="Arial"/>
                <a:ea typeface="Arial"/>
                <a:cs typeface="Arial"/>
                <a:sym typeface="Arial"/>
              </a:rPr>
              <a:t>,</a:t>
            </a:r>
          </a:p>
        </p:txBody>
      </p:sp>
      <p:sp>
        <p:nvSpPr>
          <p:cNvPr name="Freeform 161" id="161"/>
          <p:cNvSpPr/>
          <p:nvPr/>
        </p:nvSpPr>
        <p:spPr>
          <a:xfrm flipH="false" flipV="false" rot="0">
            <a:off x="728462" y="7043223"/>
            <a:ext cx="86401" cy="86401"/>
          </a:xfrm>
          <a:custGeom>
            <a:avLst/>
            <a:gdLst/>
            <a:ahLst/>
            <a:cxnLst/>
            <a:rect r="r" b="b" t="t" l="l"/>
            <a:pathLst>
              <a:path h="86401" w="86401">
                <a:moveTo>
                  <a:pt x="0" y="0"/>
                </a:moveTo>
                <a:lnTo>
                  <a:pt x="86402" y="0"/>
                </a:lnTo>
                <a:lnTo>
                  <a:pt x="86402" y="86401"/>
                </a:lnTo>
                <a:lnTo>
                  <a:pt x="0" y="86401"/>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TextBox 162" id="162"/>
          <p:cNvSpPr txBox="true"/>
          <p:nvPr/>
        </p:nvSpPr>
        <p:spPr>
          <a:xfrm rot="0">
            <a:off x="1000077" y="6419717"/>
            <a:ext cx="4861084" cy="346481"/>
          </a:xfrm>
          <a:prstGeom prst="rect">
            <a:avLst/>
          </a:prstGeom>
        </p:spPr>
        <p:txBody>
          <a:bodyPr anchor="t" rtlCol="false" tIns="0" lIns="0" bIns="0" rIns="0">
            <a:spAutoFit/>
          </a:bodyPr>
          <a:lstStyle/>
          <a:p>
            <a:pPr algn="l">
              <a:lnSpc>
                <a:spcPts val="2844"/>
              </a:lnSpc>
            </a:pPr>
            <a:r>
              <a:rPr lang="en-US" sz="2370" spc="-1">
                <a:solidFill>
                  <a:srgbClr val="222222"/>
                </a:solidFill>
                <a:latin typeface="Arial"/>
                <a:ea typeface="Arial"/>
                <a:cs typeface="Arial"/>
                <a:sym typeface="Arial"/>
              </a:rPr>
              <a:t>hoặc đặt vùng Layout/Ignore lên ảnh</a:t>
            </a:r>
          </a:p>
        </p:txBody>
      </p:sp>
      <p:sp>
        <p:nvSpPr>
          <p:cNvPr name="TextBox 163" id="163"/>
          <p:cNvSpPr txBox="true"/>
          <p:nvPr/>
        </p:nvSpPr>
        <p:spPr>
          <a:xfrm rot="0">
            <a:off x="1000077" y="6891137"/>
            <a:ext cx="8944023" cy="346481"/>
          </a:xfrm>
          <a:prstGeom prst="rect">
            <a:avLst/>
          </a:prstGeom>
        </p:spPr>
        <p:txBody>
          <a:bodyPr anchor="t" rtlCol="false" tIns="0" lIns="0" bIns="0" rIns="0">
            <a:spAutoFit/>
          </a:bodyPr>
          <a:lstStyle/>
          <a:p>
            <a:pPr algn="l">
              <a:lnSpc>
                <a:spcPts val="2844"/>
              </a:lnSpc>
            </a:pPr>
            <a:r>
              <a:rPr lang="en-US" b="true" sz="2370" spc="-1">
                <a:solidFill>
                  <a:srgbClr val="222222"/>
                </a:solidFill>
                <a:latin typeface="Arial Bold"/>
                <a:ea typeface="Arial Bold"/>
                <a:cs typeface="Arial Bold"/>
                <a:sym typeface="Arial Bold"/>
              </a:rPr>
              <a:t>V2 </a:t>
            </a:r>
            <a:r>
              <a:rPr lang="en-US" sz="2370" spc="-1">
                <a:solidFill>
                  <a:srgbClr val="222222"/>
                </a:solidFill>
                <a:latin typeface="Arial"/>
                <a:ea typeface="Arial"/>
                <a:cs typeface="Arial"/>
                <a:sym typeface="Arial"/>
              </a:rPr>
              <a:t>= regression thật mà functional </a:t>
            </a:r>
            <a:r>
              <a:rPr lang="en-US" b="true" sz="2370" spc="-1">
                <a:solidFill>
                  <a:srgbClr val="222222"/>
                </a:solidFill>
                <a:latin typeface="Arial Bold"/>
                <a:ea typeface="Arial Bold"/>
                <a:cs typeface="Arial Bold"/>
                <a:sym typeface="Arial Bold"/>
              </a:rPr>
              <a:t>không thấy </a:t>
            </a:r>
            <a:r>
              <a:rPr lang="en-US" sz="2370" spc="-1">
                <a:solidFill>
                  <a:srgbClr val="222222"/>
                </a:solidFill>
                <a:latin typeface="Arial"/>
                <a:ea typeface="Arial"/>
                <a:cs typeface="Arial"/>
                <a:sym typeface="Arial"/>
              </a:rPr>
              <a:t>(chữ, số, testID đều</a:t>
            </a:r>
          </a:p>
        </p:txBody>
      </p:sp>
      <p:sp>
        <p:nvSpPr>
          <p:cNvPr name="Freeform 164" id="164"/>
          <p:cNvSpPr/>
          <p:nvPr/>
        </p:nvSpPr>
        <p:spPr>
          <a:xfrm flipH="false" flipV="false" rot="0">
            <a:off x="728462" y="7900740"/>
            <a:ext cx="86401" cy="86401"/>
          </a:xfrm>
          <a:custGeom>
            <a:avLst/>
            <a:gdLst/>
            <a:ahLst/>
            <a:cxnLst/>
            <a:rect r="r" b="b" t="t" l="l"/>
            <a:pathLst>
              <a:path h="86401" w="86401">
                <a:moveTo>
                  <a:pt x="0" y="0"/>
                </a:moveTo>
                <a:lnTo>
                  <a:pt x="86402" y="0"/>
                </a:lnTo>
                <a:lnTo>
                  <a:pt x="86402" y="86401"/>
                </a:lnTo>
                <a:lnTo>
                  <a:pt x="0" y="86401"/>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TextBox 165" id="165"/>
          <p:cNvSpPr txBox="true"/>
          <p:nvPr/>
        </p:nvSpPr>
        <p:spPr>
          <a:xfrm rot="0">
            <a:off x="1000077" y="7277233"/>
            <a:ext cx="2680564" cy="346481"/>
          </a:xfrm>
          <a:prstGeom prst="rect">
            <a:avLst/>
          </a:prstGeom>
        </p:spPr>
        <p:txBody>
          <a:bodyPr anchor="t" rtlCol="false" tIns="0" lIns="0" bIns="0" rIns="0">
            <a:spAutoFit/>
          </a:bodyPr>
          <a:lstStyle/>
          <a:p>
            <a:pPr algn="l">
              <a:lnSpc>
                <a:spcPts val="2844"/>
              </a:lnSpc>
            </a:pPr>
            <a:r>
              <a:rPr lang="en-US" sz="2370" spc="-1">
                <a:solidFill>
                  <a:srgbClr val="222222"/>
                </a:solidFill>
                <a:latin typeface="Arial"/>
                <a:ea typeface="Arial"/>
                <a:cs typeface="Arial"/>
                <a:sym typeface="Arial"/>
              </a:rPr>
              <a:t>y nguyên) → </a:t>
            </a:r>
            <a:r>
              <a:rPr lang="en-US" b="true" sz="2370" spc="-1">
                <a:solidFill>
                  <a:srgbClr val="222222"/>
                </a:solidFill>
                <a:latin typeface="Arial Bold"/>
                <a:ea typeface="Arial Bold"/>
                <a:cs typeface="Arial Bold"/>
                <a:sym typeface="Arial Bold"/>
              </a:rPr>
              <a:t>Reject</a:t>
            </a:r>
          </a:p>
        </p:txBody>
      </p:sp>
      <p:sp>
        <p:nvSpPr>
          <p:cNvPr name="TextBox 166" id="166"/>
          <p:cNvSpPr txBox="true"/>
          <p:nvPr/>
        </p:nvSpPr>
        <p:spPr>
          <a:xfrm rot="0">
            <a:off x="1000077" y="7748654"/>
            <a:ext cx="8573576" cy="346481"/>
          </a:xfrm>
          <a:prstGeom prst="rect">
            <a:avLst/>
          </a:prstGeom>
        </p:spPr>
        <p:txBody>
          <a:bodyPr anchor="t" rtlCol="false" tIns="0" lIns="0" bIns="0" rIns="0">
            <a:spAutoFit/>
          </a:bodyPr>
          <a:lstStyle/>
          <a:p>
            <a:pPr algn="l">
              <a:lnSpc>
                <a:spcPts val="2844"/>
              </a:lnSpc>
            </a:pPr>
            <a:r>
              <a:rPr lang="en-US" sz="2370" spc="-1">
                <a:solidFill>
                  <a:srgbClr val="222222"/>
                </a:solidFill>
                <a:latin typeface="Arial"/>
                <a:ea typeface="Arial"/>
                <a:cs typeface="Arial"/>
                <a:sym typeface="Arial"/>
              </a:rPr>
              <a:t>Chi phí bảo trì: đổi ảnh rẻ cho Appium, tốn công duyệt cho Eyes;</a:t>
            </a:r>
          </a:p>
        </p:txBody>
      </p:sp>
      <p:grpSp>
        <p:nvGrpSpPr>
          <p:cNvPr name="Group 167" id="167"/>
          <p:cNvGrpSpPr/>
          <p:nvPr/>
        </p:nvGrpSpPr>
        <p:grpSpPr>
          <a:xfrm rot="0">
            <a:off x="10401481" y="2957579"/>
            <a:ext cx="6143044" cy="3457080"/>
            <a:chOff x="0" y="0"/>
            <a:chExt cx="8190725" cy="4609440"/>
          </a:xfrm>
        </p:grpSpPr>
        <p:sp>
          <p:nvSpPr>
            <p:cNvPr name="Freeform 168" id="168"/>
            <p:cNvSpPr/>
            <p:nvPr/>
          </p:nvSpPr>
          <p:spPr>
            <a:xfrm flipH="false" flipV="false" rot="0">
              <a:off x="0" y="0"/>
              <a:ext cx="8190738" cy="4609465"/>
            </a:xfrm>
            <a:custGeom>
              <a:avLst/>
              <a:gdLst/>
              <a:ahLst/>
              <a:cxnLst/>
              <a:rect r="r" b="b" t="t" l="l"/>
              <a:pathLst>
                <a:path h="4609465" w="8190738">
                  <a:moveTo>
                    <a:pt x="0" y="0"/>
                  </a:moveTo>
                  <a:lnTo>
                    <a:pt x="8190738" y="0"/>
                  </a:lnTo>
                  <a:lnTo>
                    <a:pt x="8190738" y="4609465"/>
                  </a:lnTo>
                  <a:lnTo>
                    <a:pt x="0" y="4609465"/>
                  </a:lnTo>
                  <a:lnTo>
                    <a:pt x="0" y="0"/>
                  </a:lnTo>
                  <a:close/>
                </a:path>
              </a:pathLst>
            </a:custGeom>
            <a:blipFill>
              <a:blip r:embed="rId8"/>
              <a:stretch>
                <a:fillRect l="-23" t="0" r="-23" b="0"/>
              </a:stretch>
            </a:blipFill>
          </p:spPr>
        </p:sp>
      </p:grpSp>
      <p:sp>
        <p:nvSpPr>
          <p:cNvPr name="TextBox 169" id="169"/>
          <p:cNvSpPr txBox="true"/>
          <p:nvPr/>
        </p:nvSpPr>
        <p:spPr>
          <a:xfrm rot="0">
            <a:off x="1000077" y="8134217"/>
            <a:ext cx="3793503" cy="346481"/>
          </a:xfrm>
          <a:prstGeom prst="rect">
            <a:avLst/>
          </a:prstGeom>
        </p:spPr>
        <p:txBody>
          <a:bodyPr anchor="t" rtlCol="false" tIns="0" lIns="0" bIns="0" rIns="0">
            <a:spAutoFit/>
          </a:bodyPr>
          <a:lstStyle/>
          <a:p>
            <a:pPr algn="l">
              <a:lnSpc>
                <a:spcPts val="2844"/>
              </a:lnSpc>
            </a:pPr>
            <a:r>
              <a:rPr lang="en-US" sz="2370" spc="-1">
                <a:solidFill>
                  <a:srgbClr val="222222"/>
                </a:solidFill>
                <a:latin typeface="Arial"/>
                <a:ea typeface="Arial"/>
                <a:cs typeface="Arial"/>
                <a:sym typeface="Arial"/>
              </a:rPr>
              <a:t>đổi màu/bố cục thì ngược lại</a:t>
            </a:r>
          </a:p>
        </p:txBody>
      </p:sp>
      <p:sp>
        <p:nvSpPr>
          <p:cNvPr name="TextBox 170" id="170"/>
          <p:cNvSpPr txBox="true"/>
          <p:nvPr/>
        </p:nvSpPr>
        <p:spPr>
          <a:xfrm rot="0">
            <a:off x="10396080" y="6624371"/>
            <a:ext cx="6886623" cy="232000"/>
          </a:xfrm>
          <a:prstGeom prst="rect">
            <a:avLst/>
          </a:prstGeom>
        </p:spPr>
        <p:txBody>
          <a:bodyPr anchor="t" rtlCol="false" tIns="0" lIns="0" bIns="0" rIns="0">
            <a:spAutoFit/>
          </a:bodyPr>
          <a:lstStyle/>
          <a:p>
            <a:pPr algn="l">
              <a:lnSpc>
                <a:spcPts val="1889"/>
              </a:lnSpc>
            </a:pPr>
            <a:r>
              <a:rPr lang="en-US" sz="1575" spc="-1">
                <a:solidFill>
                  <a:srgbClr val="555555"/>
                </a:solidFill>
                <a:latin typeface="Arial"/>
                <a:ea typeface="Arial"/>
                <a:cs typeface="Arial"/>
                <a:sym typeface="Arial"/>
              </a:rPr>
              <a:t>V2 trên dashboard: baseline (trái) – checkpoint (phải), vùng khác biệt được tô.</a:t>
            </a:r>
          </a:p>
        </p:txBody>
      </p:sp>
      <p:grpSp>
        <p:nvGrpSpPr>
          <p:cNvPr name="Group 171" id="171"/>
          <p:cNvGrpSpPr/>
          <p:nvPr/>
        </p:nvGrpSpPr>
        <p:grpSpPr>
          <a:xfrm rot="0">
            <a:off x="0" y="0"/>
            <a:ext cx="18288181" cy="143104"/>
            <a:chOff x="0" y="0"/>
            <a:chExt cx="24384241" cy="190805"/>
          </a:xfrm>
        </p:grpSpPr>
        <p:sp>
          <p:nvSpPr>
            <p:cNvPr name="Freeform 172" id="172"/>
            <p:cNvSpPr/>
            <p:nvPr/>
          </p:nvSpPr>
          <p:spPr>
            <a:xfrm flipH="false" flipV="false" rot="0">
              <a:off x="0" y="0"/>
              <a:ext cx="24384254" cy="190754"/>
            </a:xfrm>
            <a:custGeom>
              <a:avLst/>
              <a:gdLst/>
              <a:ahLst/>
              <a:cxnLst/>
              <a:rect r="r" b="b" t="t" l="l"/>
              <a:pathLst>
                <a:path h="190754" w="24384254">
                  <a:moveTo>
                    <a:pt x="0" y="0"/>
                  </a:moveTo>
                  <a:lnTo>
                    <a:pt x="24384254" y="0"/>
                  </a:lnTo>
                  <a:lnTo>
                    <a:pt x="24384254" y="190754"/>
                  </a:lnTo>
                  <a:lnTo>
                    <a:pt x="0" y="190754"/>
                  </a:lnTo>
                  <a:lnTo>
                    <a:pt x="0" y="0"/>
                  </a:lnTo>
                  <a:close/>
                </a:path>
              </a:pathLst>
            </a:custGeom>
            <a:solidFill>
              <a:srgbClr val="1F4E79"/>
            </a:solidFill>
          </p:spPr>
        </p:sp>
      </p:grpSp>
      <p:sp>
        <p:nvSpPr>
          <p:cNvPr name="TextBox 173" id="173"/>
          <p:cNvSpPr txBox="true"/>
          <p:nvPr/>
        </p:nvSpPr>
        <p:spPr>
          <a:xfrm rot="0">
            <a:off x="10396080" y="7010476"/>
            <a:ext cx="3021301" cy="232000"/>
          </a:xfrm>
          <a:prstGeom prst="rect">
            <a:avLst/>
          </a:prstGeom>
        </p:spPr>
        <p:txBody>
          <a:bodyPr anchor="t" rtlCol="false" tIns="0" lIns="0" bIns="0" rIns="0">
            <a:spAutoFit/>
          </a:bodyPr>
          <a:lstStyle/>
          <a:p>
            <a:pPr algn="l">
              <a:lnSpc>
                <a:spcPts val="1889"/>
              </a:lnSpc>
            </a:pPr>
            <a:r>
              <a:rPr lang="en-US" sz="1575" spc="-1">
                <a:solidFill>
                  <a:srgbClr val="555555"/>
                </a:solidFill>
                <a:latin typeface="Arial"/>
                <a:ea typeface="Arial"/>
                <a:cs typeface="Arial"/>
                <a:sym typeface="Arial"/>
              </a:rPr>
              <a:t>Clip demo: </a:t>
            </a:r>
            <a:r>
              <a:rPr lang="en-US" b="true" sz="1575" spc="-1">
                <a:solidFill>
                  <a:srgbClr val="555555"/>
                </a:solidFill>
                <a:latin typeface="Arial Bold"/>
                <a:ea typeface="Arial Bold"/>
                <a:cs typeface="Arial Bold"/>
                <a:sym typeface="Arial Bold"/>
              </a:rPr>
              <a:t>[link + mốc thời gian]</a:t>
            </a:r>
          </a:p>
        </p:txBody>
      </p:sp>
      <p:grpSp>
        <p:nvGrpSpPr>
          <p:cNvPr name="Group 174" id="174"/>
          <p:cNvGrpSpPr/>
          <p:nvPr/>
        </p:nvGrpSpPr>
        <p:grpSpPr>
          <a:xfrm rot="0">
            <a:off x="0" y="9943557"/>
            <a:ext cx="18288181" cy="343443"/>
            <a:chOff x="0" y="0"/>
            <a:chExt cx="24384241" cy="457924"/>
          </a:xfrm>
        </p:grpSpPr>
        <p:sp>
          <p:nvSpPr>
            <p:cNvPr name="Freeform 175" id="175"/>
            <p:cNvSpPr/>
            <p:nvPr/>
          </p:nvSpPr>
          <p:spPr>
            <a:xfrm flipH="false" flipV="false" rot="0">
              <a:off x="0" y="0"/>
              <a:ext cx="24384254" cy="457962"/>
            </a:xfrm>
            <a:custGeom>
              <a:avLst/>
              <a:gdLst/>
              <a:ahLst/>
              <a:cxnLst/>
              <a:rect r="r" b="b" t="t" l="l"/>
              <a:pathLst>
                <a:path h="457962" w="24384254">
                  <a:moveTo>
                    <a:pt x="0" y="0"/>
                  </a:moveTo>
                  <a:lnTo>
                    <a:pt x="24384254" y="0"/>
                  </a:lnTo>
                  <a:lnTo>
                    <a:pt x="24384254" y="457962"/>
                  </a:lnTo>
                  <a:lnTo>
                    <a:pt x="0" y="457962"/>
                  </a:lnTo>
                  <a:lnTo>
                    <a:pt x="0" y="0"/>
                  </a:lnTo>
                  <a:close/>
                </a:path>
              </a:pathLst>
            </a:custGeom>
            <a:solidFill>
              <a:srgbClr val="1F4E79"/>
            </a:solidFill>
          </p:spPr>
        </p:sp>
      </p:grpSp>
      <p:sp>
        <p:nvSpPr>
          <p:cNvPr name="TextBox 176" id="176"/>
          <p:cNvSpPr txBox="true"/>
          <p:nvPr/>
        </p:nvSpPr>
        <p:spPr>
          <a:xfrm rot="0">
            <a:off x="685800" y="250755"/>
            <a:ext cx="4865942" cy="215808"/>
          </a:xfrm>
          <a:prstGeom prst="rect">
            <a:avLst/>
          </a:prstGeom>
        </p:spPr>
        <p:txBody>
          <a:bodyPr anchor="t" rtlCol="false" tIns="0" lIns="0" bIns="0" rIns="0">
            <a:spAutoFit/>
          </a:bodyPr>
          <a:lstStyle/>
          <a:p>
            <a:pPr algn="l">
              <a:lnSpc>
                <a:spcPts val="1764"/>
              </a:lnSpc>
            </a:pPr>
            <a:r>
              <a:rPr lang="en-US" b="true" sz="1470" spc="-1">
                <a:solidFill>
                  <a:srgbClr val="1F4E79"/>
                </a:solidFill>
                <a:latin typeface="Arial Bold"/>
                <a:ea typeface="Arial Bold"/>
                <a:cs typeface="Arial Bold"/>
                <a:sym typeface="Arial Bold"/>
              </a:rPr>
              <a:t>2026 AI-first · Seminar T03 · Mobile Automation Testing</a:t>
            </a:r>
          </a:p>
        </p:txBody>
      </p:sp>
      <p:sp>
        <p:nvSpPr>
          <p:cNvPr name="TextBox 177" id="177"/>
          <p:cNvSpPr txBox="true"/>
          <p:nvPr/>
        </p:nvSpPr>
        <p:spPr>
          <a:xfrm rot="0">
            <a:off x="685800" y="9998488"/>
            <a:ext cx="9144000" cy="211826"/>
          </a:xfrm>
          <a:prstGeom prst="rect">
            <a:avLst/>
          </a:prstGeom>
        </p:spPr>
        <p:txBody>
          <a:bodyPr anchor="t" rtlCol="false" tIns="0" lIns="0" bIns="0" rIns="0" wrap="square">
            <a:noAutofit/>
          </a:bodyPr>
          <a:lstStyle/>
          <a:p>
            <a:pPr algn="l">
              <a:lnSpc>
                <a:spcPts val="1620"/>
              </a:lnSpc>
            </a:pPr>
            <a:r>
              <a:rPr lang="en-US" b="true" sz="1350" spc="-1">
                <a:solidFill>
                  <a:srgbClr val="FFFFFF"/>
                </a:solidFill>
                <a:latin typeface="Arial Bold"/>
                <a:ea typeface="Arial Bold"/>
                <a:cs typeface="Arial Bold"/>
                <a:sym typeface="Arial Bold"/>
              </a:rPr>
              <a:t>11 · Thí nghiệm base / V1 / V2</a:t>
            </a:r>
          </a:p>
        </p:txBody>
      </p:sp>
    </p:spTree>
  </p:cSld>
  <p:clrMapOvr>
    <a:masterClrMapping/>
  </p:clrMapOvr>
  <p:transition spd="fast">
    <p:fade/>
  </p:transition>
</p:sld>
</file>

<file path=ppt/slides/slide12.xml><?xml version="1.0" encoding="utf-8"?>
<p:sld xmlns:p="http://schemas.openxmlformats.org/presentationml/2006/main" xmlns:a="http://schemas.openxmlformats.org/drawingml/2006/main">
  <p:cSld>
    <p:spTree>
      <p:nvGrpSpPr>
        <p:cNvPr id="1" name=""/>
        <p:cNvGrpSpPr/>
        <p:nvPr/>
      </p:nvGrpSpPr>
      <p:grpSpPr>
        <a:xfrm>
          <a:off x="0" y="0"/>
          <a:ext cx="0" cy="0"/>
          <a:chOff x="0" y="0"/>
          <a:chExt cx="0" cy="0"/>
        </a:xfrm>
      </p:grpSpPr>
      <p:grpSp>
        <p:nvGrpSpPr>
          <p:cNvPr name="Group 2" id="2"/>
          <p:cNvGrpSpPr/>
          <p:nvPr/>
        </p:nvGrpSpPr>
        <p:grpSpPr>
          <a:xfrm rot="0">
            <a:off x="0" y="0"/>
            <a:ext cx="18288181" cy="10287000"/>
            <a:chOff x="0" y="0"/>
            <a:chExt cx="24384241" cy="13716000"/>
          </a:xfrm>
        </p:grpSpPr>
        <p:sp>
          <p:nvSpPr>
            <p:cNvPr name="Freeform 3" id="3"/>
            <p:cNvSpPr/>
            <p:nvPr/>
          </p:nvSpPr>
          <p:spPr>
            <a:xfrm flipH="false" flipV="false" rot="0">
              <a:off x="0" y="0"/>
              <a:ext cx="24384254" cy="13716000"/>
            </a:xfrm>
            <a:custGeom>
              <a:avLst/>
              <a:gdLst/>
              <a:ahLst/>
              <a:cxnLst/>
              <a:rect r="r" b="b" t="t" l="l"/>
              <a:pathLst>
                <a:path h="13716000" w="24384254">
                  <a:moveTo>
                    <a:pt x="0" y="0"/>
                  </a:moveTo>
                  <a:lnTo>
                    <a:pt x="24384254" y="0"/>
                  </a:lnTo>
                  <a:lnTo>
                    <a:pt x="24384254" y="13716000"/>
                  </a:lnTo>
                  <a:lnTo>
                    <a:pt x="0" y="13716000"/>
                  </a:lnTo>
                  <a:lnTo>
                    <a:pt x="0" y="0"/>
                  </a:lnTo>
                  <a:close/>
                </a:path>
              </a:pathLst>
            </a:custGeom>
            <a:solidFill>
              <a:srgbClr val="FFFFFF"/>
            </a:solidFill>
          </p:spPr>
        </p:sp>
      </p:grpSp>
      <p:grpSp>
        <p:nvGrpSpPr>
          <p:cNvPr name="Group 4" id="4"/>
          <p:cNvGrpSpPr/>
          <p:nvPr/>
        </p:nvGrpSpPr>
        <p:grpSpPr>
          <a:xfrm rot="0">
            <a:off x="0" y="0"/>
            <a:ext cx="18288181" cy="10287000"/>
            <a:chOff x="0" y="0"/>
            <a:chExt cx="24384241" cy="13716000"/>
          </a:xfrm>
        </p:grpSpPr>
        <p:sp>
          <p:nvSpPr>
            <p:cNvPr name="Freeform 5" id="5"/>
            <p:cNvSpPr/>
            <p:nvPr/>
          </p:nvSpPr>
          <p:spPr>
            <a:xfrm flipH="false" flipV="false" rot="0">
              <a:off x="0" y="0"/>
              <a:ext cx="24384254" cy="13716000"/>
            </a:xfrm>
            <a:custGeom>
              <a:avLst/>
              <a:gdLst/>
              <a:ahLst/>
              <a:cxnLst/>
              <a:rect r="r" b="b" t="t" l="l"/>
              <a:pathLst>
                <a:path h="13716000" w="24384254">
                  <a:moveTo>
                    <a:pt x="0" y="0"/>
                  </a:moveTo>
                  <a:lnTo>
                    <a:pt x="24384254" y="0"/>
                  </a:lnTo>
                  <a:lnTo>
                    <a:pt x="24384254" y="13716000"/>
                  </a:lnTo>
                  <a:lnTo>
                    <a:pt x="0" y="13716000"/>
                  </a:lnTo>
                  <a:lnTo>
                    <a:pt x="0" y="0"/>
                  </a:lnTo>
                  <a:close/>
                </a:path>
              </a:pathLst>
            </a:custGeom>
            <a:solidFill>
              <a:srgbClr val="FFFFFF"/>
            </a:solidFill>
          </p:spPr>
        </p:sp>
      </p:grpSp>
      <p:grpSp>
        <p:nvGrpSpPr>
          <p:cNvPr name="Group 6" id="6"/>
          <p:cNvGrpSpPr/>
          <p:nvPr/>
        </p:nvGrpSpPr>
        <p:grpSpPr>
          <a:xfrm rot="0">
            <a:off x="0" y="0"/>
            <a:ext cx="18288181" cy="10287000"/>
            <a:chOff x="0" y="0"/>
            <a:chExt cx="24384241" cy="13716000"/>
          </a:xfrm>
        </p:grpSpPr>
        <p:sp>
          <p:nvSpPr>
            <p:cNvPr name="Freeform 7" id="7"/>
            <p:cNvSpPr/>
            <p:nvPr/>
          </p:nvSpPr>
          <p:spPr>
            <a:xfrm flipH="false" flipV="false" rot="0">
              <a:off x="0" y="0"/>
              <a:ext cx="24384254" cy="13716000"/>
            </a:xfrm>
            <a:custGeom>
              <a:avLst/>
              <a:gdLst/>
              <a:ahLst/>
              <a:cxnLst/>
              <a:rect r="r" b="b" t="t" l="l"/>
              <a:pathLst>
                <a:path h="13716000" w="24384254">
                  <a:moveTo>
                    <a:pt x="0" y="0"/>
                  </a:moveTo>
                  <a:lnTo>
                    <a:pt x="24384254" y="0"/>
                  </a:lnTo>
                  <a:lnTo>
                    <a:pt x="24384254" y="13716000"/>
                  </a:lnTo>
                  <a:lnTo>
                    <a:pt x="0" y="13716000"/>
                  </a:lnTo>
                  <a:lnTo>
                    <a:pt x="0" y="0"/>
                  </a:lnTo>
                  <a:close/>
                </a:path>
              </a:pathLst>
            </a:custGeom>
            <a:solidFill>
              <a:srgbClr val="FFFFFF"/>
            </a:solidFill>
          </p:spPr>
        </p:sp>
      </p:grpSp>
      <p:grpSp>
        <p:nvGrpSpPr>
          <p:cNvPr name="Group 8" id="8"/>
          <p:cNvGrpSpPr/>
          <p:nvPr/>
        </p:nvGrpSpPr>
        <p:grpSpPr>
          <a:xfrm rot="0">
            <a:off x="685257" y="3157376"/>
            <a:ext cx="8287379" cy="500577"/>
            <a:chOff x="0" y="0"/>
            <a:chExt cx="11049838" cy="667436"/>
          </a:xfrm>
        </p:grpSpPr>
        <p:sp>
          <p:nvSpPr>
            <p:cNvPr name="Freeform 9" id="9"/>
            <p:cNvSpPr/>
            <p:nvPr/>
          </p:nvSpPr>
          <p:spPr>
            <a:xfrm flipH="false" flipV="false" rot="0">
              <a:off x="0" y="0"/>
              <a:ext cx="11049889" cy="667385"/>
            </a:xfrm>
            <a:custGeom>
              <a:avLst/>
              <a:gdLst/>
              <a:ahLst/>
              <a:cxnLst/>
              <a:rect r="r" b="b" t="t" l="l"/>
              <a:pathLst>
                <a:path h="667385" w="11049889">
                  <a:moveTo>
                    <a:pt x="0" y="0"/>
                  </a:moveTo>
                  <a:lnTo>
                    <a:pt x="11049889" y="0"/>
                  </a:lnTo>
                  <a:lnTo>
                    <a:pt x="11049889" y="667385"/>
                  </a:lnTo>
                  <a:lnTo>
                    <a:pt x="0" y="667385"/>
                  </a:lnTo>
                  <a:lnTo>
                    <a:pt x="0" y="0"/>
                  </a:lnTo>
                  <a:close/>
                </a:path>
              </a:pathLst>
            </a:custGeom>
            <a:solidFill>
              <a:srgbClr val="1F4E79"/>
            </a:solidFill>
          </p:spPr>
        </p:sp>
      </p:grpSp>
      <p:sp>
        <p:nvSpPr>
          <p:cNvPr name="TextBox 10" id="10"/>
          <p:cNvSpPr txBox="true"/>
          <p:nvPr/>
        </p:nvSpPr>
        <p:spPr>
          <a:xfrm rot="0">
            <a:off x="6077321" y="1126405"/>
            <a:ext cx="6475363" cy="666750"/>
          </a:xfrm>
          <a:prstGeom prst="rect">
            <a:avLst/>
          </a:prstGeom>
        </p:spPr>
        <p:txBody>
          <a:bodyPr anchor="t" rtlCol="false" tIns="0" lIns="0" bIns="0" rIns="0">
            <a:spAutoFit/>
          </a:bodyPr>
          <a:lstStyle/>
          <a:p>
            <a:pPr algn="l">
              <a:lnSpc>
                <a:spcPts val="5130"/>
              </a:lnSpc>
            </a:pPr>
            <a:r>
              <a:rPr lang="en-US" b="true" sz="4275" spc="-1">
                <a:solidFill>
                  <a:srgbClr val="1F4E79"/>
                </a:solidFill>
                <a:latin typeface="Arial Bold"/>
                <a:ea typeface="Arial Bold"/>
                <a:cs typeface="Arial Bold"/>
                <a:sym typeface="Arial Bold"/>
              </a:rPr>
              <a:t>Giới hạn của hai công cụ</a:t>
            </a:r>
          </a:p>
        </p:txBody>
      </p:sp>
      <p:sp>
        <p:nvSpPr>
          <p:cNvPr name="TextBox 11" id="11"/>
          <p:cNvSpPr txBox="true"/>
          <p:nvPr/>
        </p:nvSpPr>
        <p:spPr>
          <a:xfrm rot="0">
            <a:off x="4323778" y="3231013"/>
            <a:ext cx="1011422" cy="314087"/>
          </a:xfrm>
          <a:prstGeom prst="rect">
            <a:avLst/>
          </a:prstGeom>
        </p:spPr>
        <p:txBody>
          <a:bodyPr anchor="t" rtlCol="false" tIns="0" lIns="0" bIns="0" rIns="0">
            <a:spAutoFit/>
          </a:bodyPr>
          <a:lstStyle/>
          <a:p>
            <a:pPr algn="l">
              <a:lnSpc>
                <a:spcPts val="2574"/>
              </a:lnSpc>
            </a:pPr>
            <a:r>
              <a:rPr lang="en-US" b="true" sz="2145" spc="-1">
                <a:solidFill>
                  <a:srgbClr val="FFFFFF"/>
                </a:solidFill>
                <a:latin typeface="Arial Bold"/>
                <a:ea typeface="Arial Bold"/>
                <a:cs typeface="Arial Bold"/>
                <a:sym typeface="Arial Bold"/>
              </a:rPr>
              <a:t>Appium</a:t>
            </a:r>
          </a:p>
        </p:txBody>
      </p:sp>
      <p:sp>
        <p:nvSpPr>
          <p:cNvPr name="TextBox 12" id="12"/>
          <p:cNvSpPr txBox="true"/>
          <p:nvPr/>
        </p:nvSpPr>
        <p:spPr>
          <a:xfrm rot="0">
            <a:off x="685800" y="3795512"/>
            <a:ext cx="8057772" cy="2124075"/>
          </a:xfrm>
          <a:prstGeom prst="rect">
            <a:avLst/>
          </a:prstGeom>
        </p:spPr>
        <p:txBody>
          <a:bodyPr anchor="t" rtlCol="false" tIns="0" lIns="0" bIns="0" rIns="0">
            <a:spAutoFit/>
          </a:bodyPr>
          <a:lstStyle/>
          <a:p>
            <a:pPr algn="l" marL="511683" indent="-255842" lvl="1">
              <a:lnSpc>
                <a:spcPts val="2844"/>
              </a:lnSpc>
              <a:buFont typeface="Arial"/>
              <a:buChar char="•"/>
            </a:pPr>
            <a:r>
              <a:rPr lang="en-US" sz="2370">
                <a:solidFill>
                  <a:srgbClr val="222222"/>
                </a:solidFill>
                <a:latin typeface="Arial"/>
                <a:ea typeface="Arial"/>
                <a:cs typeface="Arial"/>
                <a:sym typeface="Arial"/>
              </a:rPr>
              <a:t>Không tự đánh giá giao diện – Functional tests có thể pass dù UI hiển thị sai.</a:t>
            </a:r>
          </a:p>
          <a:p>
            <a:pPr algn="l" marL="511683" indent="-255842" lvl="1">
              <a:lnSpc>
                <a:spcPts val="2844"/>
              </a:lnSpc>
              <a:buFont typeface="Arial"/>
              <a:buChar char="•"/>
            </a:pPr>
            <a:r>
              <a:rPr lang="en-US" sz="2370">
                <a:solidFill>
                  <a:srgbClr val="222222"/>
                </a:solidFill>
                <a:latin typeface="Arial"/>
                <a:ea typeface="Arial"/>
                <a:cs typeface="Arial"/>
                <a:sym typeface="Arial"/>
              </a:rPr>
              <a:t>Nhạy cảm với thay đổi UI – Test scripts có thể cần bảo trì khi locators thay đổi.</a:t>
            </a:r>
          </a:p>
          <a:p>
            <a:pPr algn="l" marL="511683" indent="-255842" lvl="1">
              <a:lnSpc>
                <a:spcPts val="2844"/>
              </a:lnSpc>
              <a:buFont typeface="Arial"/>
              <a:buChar char="•"/>
            </a:pPr>
            <a:r>
              <a:rPr lang="en-US" sz="2370" spc="-1">
                <a:solidFill>
                  <a:srgbClr val="222222"/>
                </a:solidFill>
                <a:latin typeface="Arial"/>
                <a:ea typeface="Arial"/>
                <a:cs typeface="Arial"/>
                <a:sym typeface="Arial"/>
              </a:rPr>
              <a:t>Phụ thuộc môi trường thực thi – Thiết bị, animation và thời gian tải có thể ảnh hưởng tính ổn định.</a:t>
            </a:r>
          </a:p>
        </p:txBody>
      </p:sp>
      <p:grpSp>
        <p:nvGrpSpPr>
          <p:cNvPr name="Group 13" id="13"/>
          <p:cNvGrpSpPr/>
          <p:nvPr/>
        </p:nvGrpSpPr>
        <p:grpSpPr>
          <a:xfrm rot="0">
            <a:off x="9315002" y="3157376"/>
            <a:ext cx="8287379" cy="500577"/>
            <a:chOff x="0" y="0"/>
            <a:chExt cx="11049838" cy="667436"/>
          </a:xfrm>
        </p:grpSpPr>
        <p:sp>
          <p:nvSpPr>
            <p:cNvPr name="Freeform 14" id="14"/>
            <p:cNvSpPr/>
            <p:nvPr/>
          </p:nvSpPr>
          <p:spPr>
            <a:xfrm flipH="false" flipV="false" rot="0">
              <a:off x="0" y="0"/>
              <a:ext cx="11049889" cy="667385"/>
            </a:xfrm>
            <a:custGeom>
              <a:avLst/>
              <a:gdLst/>
              <a:ahLst/>
              <a:cxnLst/>
              <a:rect r="r" b="b" t="t" l="l"/>
              <a:pathLst>
                <a:path h="667385" w="11049889">
                  <a:moveTo>
                    <a:pt x="0" y="0"/>
                  </a:moveTo>
                  <a:lnTo>
                    <a:pt x="11049889" y="0"/>
                  </a:lnTo>
                  <a:lnTo>
                    <a:pt x="11049889" y="667385"/>
                  </a:lnTo>
                  <a:lnTo>
                    <a:pt x="0" y="667385"/>
                  </a:lnTo>
                  <a:lnTo>
                    <a:pt x="0" y="0"/>
                  </a:lnTo>
                  <a:close/>
                </a:path>
              </a:pathLst>
            </a:custGeom>
            <a:solidFill>
              <a:srgbClr val="C00000"/>
            </a:solidFill>
          </p:spPr>
        </p:sp>
      </p:grpSp>
      <p:sp>
        <p:nvSpPr>
          <p:cNvPr name="TextBox 15" id="15"/>
          <p:cNvSpPr txBox="true"/>
          <p:nvPr/>
        </p:nvSpPr>
        <p:spPr>
          <a:xfrm rot="0">
            <a:off x="12440517" y="3231013"/>
            <a:ext cx="2040122" cy="314087"/>
          </a:xfrm>
          <a:prstGeom prst="rect">
            <a:avLst/>
          </a:prstGeom>
        </p:spPr>
        <p:txBody>
          <a:bodyPr anchor="t" rtlCol="false" tIns="0" lIns="0" bIns="0" rIns="0">
            <a:spAutoFit/>
          </a:bodyPr>
          <a:lstStyle/>
          <a:p>
            <a:pPr algn="l">
              <a:lnSpc>
                <a:spcPts val="2574"/>
              </a:lnSpc>
            </a:pPr>
            <a:r>
              <a:rPr lang="en-US" b="true" sz="2145" spc="-1">
                <a:solidFill>
                  <a:srgbClr val="FFFFFF"/>
                </a:solidFill>
                <a:latin typeface="Arial Bold"/>
                <a:ea typeface="Arial Bold"/>
                <a:cs typeface="Arial Bold"/>
                <a:sym typeface="Arial Bold"/>
              </a:rPr>
              <a:t>Applitools Eyes</a:t>
            </a:r>
          </a:p>
        </p:txBody>
      </p:sp>
      <p:grpSp>
        <p:nvGrpSpPr>
          <p:cNvPr name="Group 16" id="16"/>
          <p:cNvGrpSpPr/>
          <p:nvPr/>
        </p:nvGrpSpPr>
        <p:grpSpPr>
          <a:xfrm rot="0">
            <a:off x="0" y="0"/>
            <a:ext cx="18288181" cy="143104"/>
            <a:chOff x="0" y="0"/>
            <a:chExt cx="24384241" cy="190805"/>
          </a:xfrm>
        </p:grpSpPr>
        <p:sp>
          <p:nvSpPr>
            <p:cNvPr name="Freeform 17" id="17"/>
            <p:cNvSpPr/>
            <p:nvPr/>
          </p:nvSpPr>
          <p:spPr>
            <a:xfrm flipH="false" flipV="false" rot="0">
              <a:off x="0" y="0"/>
              <a:ext cx="24384254" cy="190754"/>
            </a:xfrm>
            <a:custGeom>
              <a:avLst/>
              <a:gdLst/>
              <a:ahLst/>
              <a:cxnLst/>
              <a:rect r="r" b="b" t="t" l="l"/>
              <a:pathLst>
                <a:path h="190754" w="24384254">
                  <a:moveTo>
                    <a:pt x="0" y="0"/>
                  </a:moveTo>
                  <a:lnTo>
                    <a:pt x="24384254" y="0"/>
                  </a:lnTo>
                  <a:lnTo>
                    <a:pt x="24384254" y="190754"/>
                  </a:lnTo>
                  <a:lnTo>
                    <a:pt x="0" y="190754"/>
                  </a:lnTo>
                  <a:lnTo>
                    <a:pt x="0" y="0"/>
                  </a:lnTo>
                  <a:close/>
                </a:path>
              </a:pathLst>
            </a:custGeom>
            <a:solidFill>
              <a:srgbClr val="1F4E79"/>
            </a:solidFill>
          </p:spPr>
        </p:sp>
      </p:grpSp>
      <p:grpSp>
        <p:nvGrpSpPr>
          <p:cNvPr name="Group 18" id="18"/>
          <p:cNvGrpSpPr/>
          <p:nvPr/>
        </p:nvGrpSpPr>
        <p:grpSpPr>
          <a:xfrm rot="0">
            <a:off x="0" y="9943557"/>
            <a:ext cx="18288181" cy="343443"/>
            <a:chOff x="0" y="0"/>
            <a:chExt cx="24384241" cy="457924"/>
          </a:xfrm>
        </p:grpSpPr>
        <p:sp>
          <p:nvSpPr>
            <p:cNvPr name="Freeform 19" id="19"/>
            <p:cNvSpPr/>
            <p:nvPr/>
          </p:nvSpPr>
          <p:spPr>
            <a:xfrm flipH="false" flipV="false" rot="0">
              <a:off x="0" y="0"/>
              <a:ext cx="24384254" cy="457962"/>
            </a:xfrm>
            <a:custGeom>
              <a:avLst/>
              <a:gdLst/>
              <a:ahLst/>
              <a:cxnLst/>
              <a:rect r="r" b="b" t="t" l="l"/>
              <a:pathLst>
                <a:path h="457962" w="24384254">
                  <a:moveTo>
                    <a:pt x="0" y="0"/>
                  </a:moveTo>
                  <a:lnTo>
                    <a:pt x="24384254" y="0"/>
                  </a:lnTo>
                  <a:lnTo>
                    <a:pt x="24384254" y="457962"/>
                  </a:lnTo>
                  <a:lnTo>
                    <a:pt x="0" y="457962"/>
                  </a:lnTo>
                  <a:lnTo>
                    <a:pt x="0" y="0"/>
                  </a:lnTo>
                  <a:close/>
                </a:path>
              </a:pathLst>
            </a:custGeom>
            <a:solidFill>
              <a:srgbClr val="1F4E79"/>
            </a:solidFill>
          </p:spPr>
        </p:sp>
      </p:grpSp>
      <p:sp>
        <p:nvSpPr>
          <p:cNvPr name="TextBox 20" id="20"/>
          <p:cNvSpPr txBox="true"/>
          <p:nvPr/>
        </p:nvSpPr>
        <p:spPr>
          <a:xfrm rot="0">
            <a:off x="685800" y="250755"/>
            <a:ext cx="4865942" cy="215808"/>
          </a:xfrm>
          <a:prstGeom prst="rect">
            <a:avLst/>
          </a:prstGeom>
        </p:spPr>
        <p:txBody>
          <a:bodyPr anchor="t" rtlCol="false" tIns="0" lIns="0" bIns="0" rIns="0">
            <a:spAutoFit/>
          </a:bodyPr>
          <a:lstStyle/>
          <a:p>
            <a:pPr algn="l">
              <a:lnSpc>
                <a:spcPts val="1764"/>
              </a:lnSpc>
            </a:pPr>
            <a:r>
              <a:rPr lang="en-US" b="true" sz="1470" spc="-1">
                <a:solidFill>
                  <a:srgbClr val="1F4E79"/>
                </a:solidFill>
                <a:latin typeface="Arial Bold"/>
                <a:ea typeface="Arial Bold"/>
                <a:cs typeface="Arial Bold"/>
                <a:sym typeface="Arial Bold"/>
              </a:rPr>
              <a:t>2026 AI-first · Seminar T03 · Mobile Automation Testing</a:t>
            </a:r>
          </a:p>
        </p:txBody>
      </p:sp>
      <p:sp>
        <p:nvSpPr>
          <p:cNvPr name="TextBox 21" id="21"/>
          <p:cNvSpPr txBox="true"/>
          <p:nvPr/>
        </p:nvSpPr>
        <p:spPr>
          <a:xfrm rot="0">
            <a:off x="685800" y="9998488"/>
            <a:ext cx="9144000" cy="211826"/>
          </a:xfrm>
          <a:prstGeom prst="rect">
            <a:avLst/>
          </a:prstGeom>
        </p:spPr>
        <p:txBody>
          <a:bodyPr anchor="t" rtlCol="false" tIns="0" lIns="0" bIns="0" rIns="0" wrap="square">
            <a:noAutofit/>
          </a:bodyPr>
          <a:lstStyle/>
          <a:p>
            <a:pPr algn="l">
              <a:lnSpc>
                <a:spcPts val="1620"/>
              </a:lnSpc>
            </a:pPr>
            <a:r>
              <a:rPr lang="en-US" b="true" sz="1350" spc="-1">
                <a:solidFill>
                  <a:srgbClr val="FFFFFF"/>
                </a:solidFill>
                <a:latin typeface="Arial Bold"/>
                <a:ea typeface="Arial Bold"/>
                <a:cs typeface="Arial Bold"/>
                <a:sym typeface="Arial Bold"/>
              </a:rPr>
              <a:t>12 · Giới hạn</a:t>
            </a:r>
          </a:p>
        </p:txBody>
      </p:sp>
      <p:sp>
        <p:nvSpPr>
          <p:cNvPr name="TextBox 22" id="22"/>
          <p:cNvSpPr txBox="true"/>
          <p:nvPr/>
        </p:nvSpPr>
        <p:spPr>
          <a:xfrm rot="0">
            <a:off x="9315002" y="3795512"/>
            <a:ext cx="8057772" cy="2124075"/>
          </a:xfrm>
          <a:prstGeom prst="rect">
            <a:avLst/>
          </a:prstGeom>
        </p:spPr>
        <p:txBody>
          <a:bodyPr anchor="t" rtlCol="false" tIns="0" lIns="0" bIns="0" rIns="0">
            <a:spAutoFit/>
          </a:bodyPr>
          <a:lstStyle/>
          <a:p>
            <a:pPr algn="l" marL="511683" indent="-255842" lvl="1">
              <a:lnSpc>
                <a:spcPts val="2844"/>
              </a:lnSpc>
              <a:buFont typeface="Arial"/>
              <a:buChar char="•"/>
            </a:pPr>
            <a:r>
              <a:rPr lang="en-US" sz="2370">
                <a:solidFill>
                  <a:srgbClr val="222222"/>
                </a:solidFill>
                <a:latin typeface="Arial"/>
                <a:ea typeface="Arial"/>
                <a:cs typeface="Arial"/>
                <a:sym typeface="Arial"/>
              </a:rPr>
              <a:t>Không kiểm tra đầy đủ chức năng – UI đúng không đảm bảo logic hoặc dữ liệu đúng.</a:t>
            </a:r>
          </a:p>
          <a:p>
            <a:pPr algn="l" marL="511683" indent="-255842" lvl="1">
              <a:lnSpc>
                <a:spcPts val="2844"/>
              </a:lnSpc>
              <a:buFont typeface="Arial"/>
              <a:buChar char="•"/>
            </a:pPr>
            <a:r>
              <a:rPr lang="en-US" sz="2370">
                <a:solidFill>
                  <a:srgbClr val="222222"/>
                </a:solidFill>
                <a:latin typeface="Arial"/>
                <a:ea typeface="Arial"/>
                <a:cs typeface="Arial"/>
                <a:sym typeface="Arial"/>
              </a:rPr>
              <a:t>Cần phân biệt thay đổi và lỗi – Không phải visual difference nào cũng là bug.</a:t>
            </a:r>
          </a:p>
          <a:p>
            <a:pPr algn="l" marL="511683" indent="-255842" lvl="1">
              <a:lnSpc>
                <a:spcPts val="2844"/>
              </a:lnSpc>
              <a:buFont typeface="Arial"/>
              <a:buChar char="•"/>
            </a:pPr>
            <a:r>
              <a:rPr lang="en-US" sz="2370" spc="-1">
                <a:solidFill>
                  <a:srgbClr val="222222"/>
                </a:solidFill>
                <a:latin typeface="Arial"/>
                <a:ea typeface="Arial"/>
                <a:cs typeface="Arial"/>
                <a:sym typeface="Arial"/>
              </a:rPr>
              <a:t>Cần quản lý baseline – Những thay đổi thiết kế hợp lệ phải được review và cập nhật.</a:t>
            </a:r>
          </a:p>
        </p:txBody>
      </p:sp>
    </p:spTree>
  </p:cSld>
  <p:clrMapOvr>
    <a:masterClrMapping/>
  </p:clrMapOvr>
  <p:transition spd="fast">
    <p:fade/>
  </p:transition>
</p:sld>
</file>

<file path=ppt/slides/slide13.xml><?xml version="1.0" encoding="utf-8"?>
<p:sld xmlns:p="http://schemas.openxmlformats.org/presentationml/2006/main" xmlns:a="http://schemas.openxmlformats.org/drawingml/2006/main">
  <p:cSld>
    <p:spTree>
      <p:nvGrpSpPr>
        <p:cNvPr id="1" name=""/>
        <p:cNvGrpSpPr/>
        <p:nvPr/>
      </p:nvGrpSpPr>
      <p:grpSpPr>
        <a:xfrm>
          <a:off x="0" y="0"/>
          <a:ext cx="0" cy="0"/>
          <a:chOff x="0" y="0"/>
          <a:chExt cx="0" cy="0"/>
        </a:xfrm>
      </p:grpSpPr>
      <p:grpSp>
        <p:nvGrpSpPr>
          <p:cNvPr name="Group 2" id="2"/>
          <p:cNvGrpSpPr/>
          <p:nvPr/>
        </p:nvGrpSpPr>
        <p:grpSpPr>
          <a:xfrm rot="0">
            <a:off x="0" y="0"/>
            <a:ext cx="18288181" cy="10287000"/>
            <a:chOff x="0" y="0"/>
            <a:chExt cx="24384241" cy="13716000"/>
          </a:xfrm>
        </p:grpSpPr>
        <p:sp>
          <p:nvSpPr>
            <p:cNvPr name="Freeform 3" id="3"/>
            <p:cNvSpPr/>
            <p:nvPr/>
          </p:nvSpPr>
          <p:spPr>
            <a:xfrm flipH="false" flipV="false" rot="0">
              <a:off x="0" y="0"/>
              <a:ext cx="24384254" cy="13716000"/>
            </a:xfrm>
            <a:custGeom>
              <a:avLst/>
              <a:gdLst/>
              <a:ahLst/>
              <a:cxnLst/>
              <a:rect r="r" b="b" t="t" l="l"/>
              <a:pathLst>
                <a:path h="13716000" w="24384254">
                  <a:moveTo>
                    <a:pt x="0" y="0"/>
                  </a:moveTo>
                  <a:lnTo>
                    <a:pt x="24384254" y="0"/>
                  </a:lnTo>
                  <a:lnTo>
                    <a:pt x="24384254" y="13716000"/>
                  </a:lnTo>
                  <a:lnTo>
                    <a:pt x="0" y="13716000"/>
                  </a:lnTo>
                  <a:lnTo>
                    <a:pt x="0" y="0"/>
                  </a:lnTo>
                  <a:close/>
                </a:path>
              </a:pathLst>
            </a:custGeom>
            <a:solidFill>
              <a:srgbClr val="FFFFFF"/>
            </a:solidFill>
          </p:spPr>
        </p:sp>
      </p:grpSp>
      <p:grpSp>
        <p:nvGrpSpPr>
          <p:cNvPr name="Group 4" id="4"/>
          <p:cNvGrpSpPr/>
          <p:nvPr/>
        </p:nvGrpSpPr>
        <p:grpSpPr>
          <a:xfrm rot="0">
            <a:off x="0" y="0"/>
            <a:ext cx="18288181" cy="10287000"/>
            <a:chOff x="0" y="0"/>
            <a:chExt cx="24384241" cy="13716000"/>
          </a:xfrm>
        </p:grpSpPr>
        <p:sp>
          <p:nvSpPr>
            <p:cNvPr name="Freeform 5" id="5"/>
            <p:cNvSpPr/>
            <p:nvPr/>
          </p:nvSpPr>
          <p:spPr>
            <a:xfrm flipH="false" flipV="false" rot="0">
              <a:off x="0" y="0"/>
              <a:ext cx="24384254" cy="13716000"/>
            </a:xfrm>
            <a:custGeom>
              <a:avLst/>
              <a:gdLst/>
              <a:ahLst/>
              <a:cxnLst/>
              <a:rect r="r" b="b" t="t" l="l"/>
              <a:pathLst>
                <a:path h="13716000" w="24384254">
                  <a:moveTo>
                    <a:pt x="0" y="0"/>
                  </a:moveTo>
                  <a:lnTo>
                    <a:pt x="24384254" y="0"/>
                  </a:lnTo>
                  <a:lnTo>
                    <a:pt x="24384254" y="13716000"/>
                  </a:lnTo>
                  <a:lnTo>
                    <a:pt x="0" y="13716000"/>
                  </a:lnTo>
                  <a:lnTo>
                    <a:pt x="0" y="0"/>
                  </a:lnTo>
                  <a:close/>
                </a:path>
              </a:pathLst>
            </a:custGeom>
            <a:solidFill>
              <a:srgbClr val="FFFFFF"/>
            </a:solidFill>
          </p:spPr>
        </p:sp>
      </p:grpSp>
      <p:grpSp>
        <p:nvGrpSpPr>
          <p:cNvPr name="Group 6" id="6"/>
          <p:cNvGrpSpPr/>
          <p:nvPr/>
        </p:nvGrpSpPr>
        <p:grpSpPr>
          <a:xfrm rot="0">
            <a:off x="0" y="0"/>
            <a:ext cx="18288181" cy="10287000"/>
            <a:chOff x="0" y="0"/>
            <a:chExt cx="24384241" cy="13716000"/>
          </a:xfrm>
        </p:grpSpPr>
        <p:sp>
          <p:nvSpPr>
            <p:cNvPr name="Freeform 7" id="7"/>
            <p:cNvSpPr/>
            <p:nvPr/>
          </p:nvSpPr>
          <p:spPr>
            <a:xfrm flipH="false" flipV="false" rot="0">
              <a:off x="0" y="0"/>
              <a:ext cx="24384254" cy="13716000"/>
            </a:xfrm>
            <a:custGeom>
              <a:avLst/>
              <a:gdLst/>
              <a:ahLst/>
              <a:cxnLst/>
              <a:rect r="r" b="b" t="t" l="l"/>
              <a:pathLst>
                <a:path h="13716000" w="24384254">
                  <a:moveTo>
                    <a:pt x="0" y="0"/>
                  </a:moveTo>
                  <a:lnTo>
                    <a:pt x="24384254" y="0"/>
                  </a:lnTo>
                  <a:lnTo>
                    <a:pt x="24384254" y="13716000"/>
                  </a:lnTo>
                  <a:lnTo>
                    <a:pt x="0" y="13716000"/>
                  </a:lnTo>
                  <a:lnTo>
                    <a:pt x="0" y="0"/>
                  </a:lnTo>
                  <a:close/>
                </a:path>
              </a:pathLst>
            </a:custGeom>
            <a:solidFill>
              <a:srgbClr val="FFFFFF"/>
            </a:solidFill>
          </p:spPr>
        </p:sp>
      </p:grpSp>
      <p:sp>
        <p:nvSpPr>
          <p:cNvPr name="TextBox 8" id="8"/>
          <p:cNvSpPr txBox="true"/>
          <p:nvPr/>
        </p:nvSpPr>
        <p:spPr>
          <a:xfrm rot="0">
            <a:off x="5526584" y="4800600"/>
            <a:ext cx="7234833" cy="666750"/>
          </a:xfrm>
          <a:prstGeom prst="rect">
            <a:avLst/>
          </a:prstGeom>
        </p:spPr>
        <p:txBody>
          <a:bodyPr anchor="t" rtlCol="false" tIns="0" lIns="0" bIns="0" rIns="0">
            <a:spAutoFit/>
          </a:bodyPr>
          <a:lstStyle/>
          <a:p>
            <a:pPr algn="l">
              <a:lnSpc>
                <a:spcPts val="5130"/>
              </a:lnSpc>
            </a:pPr>
            <a:r>
              <a:rPr lang="en-US" b="true" sz="4275" spc="-1">
                <a:solidFill>
                  <a:srgbClr val="C00000"/>
                </a:solidFill>
                <a:latin typeface="Arial Bold"/>
                <a:ea typeface="Arial Bold"/>
                <a:cs typeface="Arial Bold"/>
                <a:sym typeface="Arial Bold"/>
              </a:rPr>
              <a:t>Visual Diff Triage Workshop</a:t>
            </a:r>
          </a:p>
        </p:txBody>
      </p:sp>
      <p:grpSp>
        <p:nvGrpSpPr>
          <p:cNvPr name="Group 9" id="9"/>
          <p:cNvGrpSpPr/>
          <p:nvPr/>
        </p:nvGrpSpPr>
        <p:grpSpPr>
          <a:xfrm rot="0">
            <a:off x="0" y="0"/>
            <a:ext cx="18288181" cy="143104"/>
            <a:chOff x="0" y="0"/>
            <a:chExt cx="24384241" cy="190805"/>
          </a:xfrm>
        </p:grpSpPr>
        <p:sp>
          <p:nvSpPr>
            <p:cNvPr name="Freeform 10" id="10"/>
            <p:cNvSpPr/>
            <p:nvPr/>
          </p:nvSpPr>
          <p:spPr>
            <a:xfrm flipH="false" flipV="false" rot="0">
              <a:off x="0" y="0"/>
              <a:ext cx="24384254" cy="190754"/>
            </a:xfrm>
            <a:custGeom>
              <a:avLst/>
              <a:gdLst/>
              <a:ahLst/>
              <a:cxnLst/>
              <a:rect r="r" b="b" t="t" l="l"/>
              <a:pathLst>
                <a:path h="190754" w="24384254">
                  <a:moveTo>
                    <a:pt x="0" y="0"/>
                  </a:moveTo>
                  <a:lnTo>
                    <a:pt x="24384254" y="0"/>
                  </a:lnTo>
                  <a:lnTo>
                    <a:pt x="24384254" y="190754"/>
                  </a:lnTo>
                  <a:lnTo>
                    <a:pt x="0" y="190754"/>
                  </a:lnTo>
                  <a:lnTo>
                    <a:pt x="0" y="0"/>
                  </a:lnTo>
                  <a:close/>
                </a:path>
              </a:pathLst>
            </a:custGeom>
            <a:solidFill>
              <a:srgbClr val="1F4E79"/>
            </a:solidFill>
          </p:spPr>
        </p:sp>
      </p:grpSp>
      <p:grpSp>
        <p:nvGrpSpPr>
          <p:cNvPr name="Group 11" id="11"/>
          <p:cNvGrpSpPr/>
          <p:nvPr/>
        </p:nvGrpSpPr>
        <p:grpSpPr>
          <a:xfrm rot="0">
            <a:off x="0" y="9943557"/>
            <a:ext cx="18288181" cy="343443"/>
            <a:chOff x="0" y="0"/>
            <a:chExt cx="24384241" cy="457924"/>
          </a:xfrm>
        </p:grpSpPr>
        <p:sp>
          <p:nvSpPr>
            <p:cNvPr name="Freeform 12" id="12"/>
            <p:cNvSpPr/>
            <p:nvPr/>
          </p:nvSpPr>
          <p:spPr>
            <a:xfrm flipH="false" flipV="false" rot="0">
              <a:off x="0" y="0"/>
              <a:ext cx="24384254" cy="457962"/>
            </a:xfrm>
            <a:custGeom>
              <a:avLst/>
              <a:gdLst/>
              <a:ahLst/>
              <a:cxnLst/>
              <a:rect r="r" b="b" t="t" l="l"/>
              <a:pathLst>
                <a:path h="457962" w="24384254">
                  <a:moveTo>
                    <a:pt x="0" y="0"/>
                  </a:moveTo>
                  <a:lnTo>
                    <a:pt x="24384254" y="0"/>
                  </a:lnTo>
                  <a:lnTo>
                    <a:pt x="24384254" y="457962"/>
                  </a:lnTo>
                  <a:lnTo>
                    <a:pt x="0" y="457962"/>
                  </a:lnTo>
                  <a:lnTo>
                    <a:pt x="0" y="0"/>
                  </a:lnTo>
                  <a:close/>
                </a:path>
              </a:pathLst>
            </a:custGeom>
            <a:solidFill>
              <a:srgbClr val="1F4E79"/>
            </a:solidFill>
          </p:spPr>
        </p:sp>
      </p:grpSp>
      <p:sp>
        <p:nvSpPr>
          <p:cNvPr name="TextBox 13" id="13"/>
          <p:cNvSpPr txBox="true"/>
          <p:nvPr/>
        </p:nvSpPr>
        <p:spPr>
          <a:xfrm rot="0">
            <a:off x="685800" y="250755"/>
            <a:ext cx="4865942" cy="215808"/>
          </a:xfrm>
          <a:prstGeom prst="rect">
            <a:avLst/>
          </a:prstGeom>
        </p:spPr>
        <p:txBody>
          <a:bodyPr anchor="t" rtlCol="false" tIns="0" lIns="0" bIns="0" rIns="0">
            <a:spAutoFit/>
          </a:bodyPr>
          <a:lstStyle/>
          <a:p>
            <a:pPr algn="l">
              <a:lnSpc>
                <a:spcPts val="1764"/>
              </a:lnSpc>
            </a:pPr>
            <a:r>
              <a:rPr lang="en-US" b="true" sz="1470" spc="-1">
                <a:solidFill>
                  <a:srgbClr val="1F4E79"/>
                </a:solidFill>
                <a:latin typeface="Arial Bold"/>
                <a:ea typeface="Arial Bold"/>
                <a:cs typeface="Arial Bold"/>
                <a:sym typeface="Arial Bold"/>
              </a:rPr>
              <a:t>2026 AI-first · Seminar T03 · Mobile Automation Testing</a:t>
            </a:r>
          </a:p>
        </p:txBody>
      </p:sp>
      <p:sp>
        <p:nvSpPr>
          <p:cNvPr name="TextBox 14" id="14"/>
          <p:cNvSpPr txBox="true"/>
          <p:nvPr/>
        </p:nvSpPr>
        <p:spPr>
          <a:xfrm rot="0">
            <a:off x="685800" y="9998488"/>
            <a:ext cx="9144000" cy="211826"/>
          </a:xfrm>
          <a:prstGeom prst="rect">
            <a:avLst/>
          </a:prstGeom>
        </p:spPr>
        <p:txBody>
          <a:bodyPr anchor="t" rtlCol="false" tIns="0" lIns="0" bIns="0" rIns="0" wrap="square">
            <a:noAutofit/>
          </a:bodyPr>
          <a:lstStyle/>
          <a:p>
            <a:pPr algn="l">
              <a:lnSpc>
                <a:spcPts val="1620"/>
              </a:lnSpc>
            </a:pPr>
            <a:r>
              <a:rPr lang="en-US" b="true" sz="1350" spc="-1">
                <a:solidFill>
                  <a:srgbClr val="FFFFFF"/>
                </a:solidFill>
                <a:latin typeface="Arial Bold"/>
                <a:ea typeface="Arial Bold"/>
                <a:cs typeface="Arial Bold"/>
                <a:sym typeface="Arial Bold"/>
              </a:rPr>
              <a:t>13 · Hoạt động lớp</a:t>
            </a:r>
          </a:p>
        </p:txBody>
      </p:sp>
    </p:spTree>
  </p:cSld>
  <p:clrMapOvr>
    <a:masterClrMapping/>
  </p:clrMapOvr>
  <p:transition spd="fast">
    <p:fade/>
  </p:transition>
</p:sld>
</file>

<file path=ppt/slides/slide14.xml><?xml version="1.0" encoding="utf-8"?>
<p:sld xmlns:p="http://schemas.openxmlformats.org/presentationml/2006/main" xmlns:a="http://schemas.openxmlformats.org/drawingml/2006/main">
  <p:cSld>
    <p:spTree>
      <p:nvGrpSpPr>
        <p:cNvPr id="1" name=""/>
        <p:cNvGrpSpPr/>
        <p:nvPr/>
      </p:nvGrpSpPr>
      <p:grpSpPr>
        <a:xfrm>
          <a:off x="0" y="0"/>
          <a:ext cx="0" cy="0"/>
          <a:chOff x="0" y="0"/>
          <a:chExt cx="0" cy="0"/>
        </a:xfrm>
      </p:grpSpPr>
      <p:grpSp>
        <p:nvGrpSpPr>
          <p:cNvPr name="Group 2" id="2"/>
          <p:cNvGrpSpPr/>
          <p:nvPr/>
        </p:nvGrpSpPr>
        <p:grpSpPr>
          <a:xfrm rot="0">
            <a:off x="0" y="0"/>
            <a:ext cx="18288181" cy="10287000"/>
            <a:chOff x="0" y="0"/>
            <a:chExt cx="24384241" cy="13716000"/>
          </a:xfrm>
        </p:grpSpPr>
        <p:sp>
          <p:nvSpPr>
            <p:cNvPr name="Freeform 3" id="3"/>
            <p:cNvSpPr/>
            <p:nvPr/>
          </p:nvSpPr>
          <p:spPr>
            <a:xfrm flipH="false" flipV="false" rot="0">
              <a:off x="0" y="0"/>
              <a:ext cx="24384254" cy="13716000"/>
            </a:xfrm>
            <a:custGeom>
              <a:avLst/>
              <a:gdLst/>
              <a:ahLst/>
              <a:cxnLst/>
              <a:rect r="r" b="b" t="t" l="l"/>
              <a:pathLst>
                <a:path h="13716000" w="24384254">
                  <a:moveTo>
                    <a:pt x="0" y="0"/>
                  </a:moveTo>
                  <a:lnTo>
                    <a:pt x="24384254" y="0"/>
                  </a:lnTo>
                  <a:lnTo>
                    <a:pt x="24384254" y="13716000"/>
                  </a:lnTo>
                  <a:lnTo>
                    <a:pt x="0" y="13716000"/>
                  </a:lnTo>
                  <a:lnTo>
                    <a:pt x="0" y="0"/>
                  </a:lnTo>
                  <a:close/>
                </a:path>
              </a:pathLst>
            </a:custGeom>
            <a:solidFill>
              <a:srgbClr val="FFFFFF"/>
            </a:solidFill>
          </p:spPr>
        </p:sp>
      </p:grpSp>
      <p:grpSp>
        <p:nvGrpSpPr>
          <p:cNvPr name="Group 4" id="4"/>
          <p:cNvGrpSpPr/>
          <p:nvPr/>
        </p:nvGrpSpPr>
        <p:grpSpPr>
          <a:xfrm rot="0">
            <a:off x="0" y="0"/>
            <a:ext cx="18288181" cy="10287000"/>
            <a:chOff x="0" y="0"/>
            <a:chExt cx="24384241" cy="13716000"/>
          </a:xfrm>
        </p:grpSpPr>
        <p:sp>
          <p:nvSpPr>
            <p:cNvPr name="Freeform 5" id="5"/>
            <p:cNvSpPr/>
            <p:nvPr/>
          </p:nvSpPr>
          <p:spPr>
            <a:xfrm flipH="false" flipV="false" rot="0">
              <a:off x="0" y="0"/>
              <a:ext cx="24384254" cy="13716000"/>
            </a:xfrm>
            <a:custGeom>
              <a:avLst/>
              <a:gdLst/>
              <a:ahLst/>
              <a:cxnLst/>
              <a:rect r="r" b="b" t="t" l="l"/>
              <a:pathLst>
                <a:path h="13716000" w="24384254">
                  <a:moveTo>
                    <a:pt x="0" y="0"/>
                  </a:moveTo>
                  <a:lnTo>
                    <a:pt x="24384254" y="0"/>
                  </a:lnTo>
                  <a:lnTo>
                    <a:pt x="24384254" y="13716000"/>
                  </a:lnTo>
                  <a:lnTo>
                    <a:pt x="0" y="13716000"/>
                  </a:lnTo>
                  <a:lnTo>
                    <a:pt x="0" y="0"/>
                  </a:lnTo>
                  <a:close/>
                </a:path>
              </a:pathLst>
            </a:custGeom>
            <a:solidFill>
              <a:srgbClr val="FFFFFF"/>
            </a:solidFill>
          </p:spPr>
        </p:sp>
      </p:grpSp>
      <p:grpSp>
        <p:nvGrpSpPr>
          <p:cNvPr name="Group 6" id="6"/>
          <p:cNvGrpSpPr/>
          <p:nvPr/>
        </p:nvGrpSpPr>
        <p:grpSpPr>
          <a:xfrm rot="0">
            <a:off x="0" y="0"/>
            <a:ext cx="18288181" cy="10287000"/>
            <a:chOff x="0" y="0"/>
            <a:chExt cx="24384241" cy="13716000"/>
          </a:xfrm>
        </p:grpSpPr>
        <p:sp>
          <p:nvSpPr>
            <p:cNvPr name="Freeform 7" id="7"/>
            <p:cNvSpPr/>
            <p:nvPr/>
          </p:nvSpPr>
          <p:spPr>
            <a:xfrm flipH="false" flipV="false" rot="0">
              <a:off x="0" y="0"/>
              <a:ext cx="24384254" cy="13716000"/>
            </a:xfrm>
            <a:custGeom>
              <a:avLst/>
              <a:gdLst/>
              <a:ahLst/>
              <a:cxnLst/>
              <a:rect r="r" b="b" t="t" l="l"/>
              <a:pathLst>
                <a:path h="13716000" w="24384254">
                  <a:moveTo>
                    <a:pt x="0" y="0"/>
                  </a:moveTo>
                  <a:lnTo>
                    <a:pt x="24384254" y="0"/>
                  </a:lnTo>
                  <a:lnTo>
                    <a:pt x="24384254" y="13716000"/>
                  </a:lnTo>
                  <a:lnTo>
                    <a:pt x="0" y="13716000"/>
                  </a:lnTo>
                  <a:lnTo>
                    <a:pt x="0" y="0"/>
                  </a:lnTo>
                  <a:close/>
                </a:path>
              </a:pathLst>
            </a:custGeom>
            <a:solidFill>
              <a:srgbClr val="FFFFFF"/>
            </a:solidFill>
          </p:spPr>
        </p:sp>
      </p:grpSp>
      <p:sp>
        <p:nvSpPr>
          <p:cNvPr name="TextBox 8" id="8"/>
          <p:cNvSpPr txBox="true"/>
          <p:nvPr/>
        </p:nvSpPr>
        <p:spPr>
          <a:xfrm rot="0">
            <a:off x="6527872" y="3363276"/>
            <a:ext cx="5232255" cy="2693214"/>
          </a:xfrm>
          <a:prstGeom prst="rect">
            <a:avLst/>
          </a:prstGeom>
        </p:spPr>
        <p:txBody>
          <a:bodyPr anchor="t" rtlCol="false" tIns="0" lIns="0" bIns="0" rIns="0">
            <a:spAutoFit/>
          </a:bodyPr>
          <a:lstStyle/>
          <a:p>
            <a:pPr algn="l">
              <a:lnSpc>
                <a:spcPts val="22299"/>
              </a:lnSpc>
            </a:pPr>
            <a:r>
              <a:rPr lang="en-US" b="true" sz="18583" spc="-6">
                <a:solidFill>
                  <a:srgbClr val="1F4E79"/>
                </a:solidFill>
                <a:latin typeface="Arial Bold"/>
                <a:ea typeface="Arial Bold"/>
                <a:cs typeface="Arial Bold"/>
                <a:sym typeface="Arial Bold"/>
              </a:rPr>
              <a:t>Q&amp;A</a:t>
            </a:r>
          </a:p>
        </p:txBody>
      </p:sp>
      <p:grpSp>
        <p:nvGrpSpPr>
          <p:cNvPr name="Group 9" id="9"/>
          <p:cNvGrpSpPr/>
          <p:nvPr/>
        </p:nvGrpSpPr>
        <p:grpSpPr>
          <a:xfrm rot="0">
            <a:off x="0" y="0"/>
            <a:ext cx="18288181" cy="143104"/>
            <a:chOff x="0" y="0"/>
            <a:chExt cx="24384241" cy="190805"/>
          </a:xfrm>
        </p:grpSpPr>
        <p:sp>
          <p:nvSpPr>
            <p:cNvPr name="Freeform 10" id="10"/>
            <p:cNvSpPr/>
            <p:nvPr/>
          </p:nvSpPr>
          <p:spPr>
            <a:xfrm flipH="false" flipV="false" rot="0">
              <a:off x="0" y="0"/>
              <a:ext cx="24384254" cy="190754"/>
            </a:xfrm>
            <a:custGeom>
              <a:avLst/>
              <a:gdLst/>
              <a:ahLst/>
              <a:cxnLst/>
              <a:rect r="r" b="b" t="t" l="l"/>
              <a:pathLst>
                <a:path h="190754" w="24384254">
                  <a:moveTo>
                    <a:pt x="0" y="0"/>
                  </a:moveTo>
                  <a:lnTo>
                    <a:pt x="24384254" y="0"/>
                  </a:lnTo>
                  <a:lnTo>
                    <a:pt x="24384254" y="190754"/>
                  </a:lnTo>
                  <a:lnTo>
                    <a:pt x="0" y="190754"/>
                  </a:lnTo>
                  <a:lnTo>
                    <a:pt x="0" y="0"/>
                  </a:lnTo>
                  <a:close/>
                </a:path>
              </a:pathLst>
            </a:custGeom>
            <a:solidFill>
              <a:srgbClr val="1F4E79"/>
            </a:solidFill>
          </p:spPr>
        </p:sp>
      </p:grpSp>
      <p:grpSp>
        <p:nvGrpSpPr>
          <p:cNvPr name="Group 11" id="11"/>
          <p:cNvGrpSpPr/>
          <p:nvPr/>
        </p:nvGrpSpPr>
        <p:grpSpPr>
          <a:xfrm rot="0">
            <a:off x="0" y="9943557"/>
            <a:ext cx="18288181" cy="343443"/>
            <a:chOff x="0" y="0"/>
            <a:chExt cx="24384241" cy="457924"/>
          </a:xfrm>
        </p:grpSpPr>
        <p:sp>
          <p:nvSpPr>
            <p:cNvPr name="Freeform 12" id="12"/>
            <p:cNvSpPr/>
            <p:nvPr/>
          </p:nvSpPr>
          <p:spPr>
            <a:xfrm flipH="false" flipV="false" rot="0">
              <a:off x="0" y="0"/>
              <a:ext cx="24384254" cy="457962"/>
            </a:xfrm>
            <a:custGeom>
              <a:avLst/>
              <a:gdLst/>
              <a:ahLst/>
              <a:cxnLst/>
              <a:rect r="r" b="b" t="t" l="l"/>
              <a:pathLst>
                <a:path h="457962" w="24384254">
                  <a:moveTo>
                    <a:pt x="0" y="0"/>
                  </a:moveTo>
                  <a:lnTo>
                    <a:pt x="24384254" y="0"/>
                  </a:lnTo>
                  <a:lnTo>
                    <a:pt x="24384254" y="457962"/>
                  </a:lnTo>
                  <a:lnTo>
                    <a:pt x="0" y="457962"/>
                  </a:lnTo>
                  <a:lnTo>
                    <a:pt x="0" y="0"/>
                  </a:lnTo>
                  <a:close/>
                </a:path>
              </a:pathLst>
            </a:custGeom>
            <a:solidFill>
              <a:srgbClr val="1F4E79"/>
            </a:solidFill>
          </p:spPr>
        </p:sp>
      </p:grpSp>
      <p:sp>
        <p:nvSpPr>
          <p:cNvPr name="TextBox 13" id="13"/>
          <p:cNvSpPr txBox="true"/>
          <p:nvPr/>
        </p:nvSpPr>
        <p:spPr>
          <a:xfrm rot="0">
            <a:off x="685800" y="250755"/>
            <a:ext cx="4865942" cy="215808"/>
          </a:xfrm>
          <a:prstGeom prst="rect">
            <a:avLst/>
          </a:prstGeom>
        </p:spPr>
        <p:txBody>
          <a:bodyPr anchor="t" rtlCol="false" tIns="0" lIns="0" bIns="0" rIns="0">
            <a:spAutoFit/>
          </a:bodyPr>
          <a:lstStyle/>
          <a:p>
            <a:pPr algn="l">
              <a:lnSpc>
                <a:spcPts val="1764"/>
              </a:lnSpc>
            </a:pPr>
            <a:r>
              <a:rPr lang="en-US" b="true" sz="1470" spc="-1">
                <a:solidFill>
                  <a:srgbClr val="1F4E79"/>
                </a:solidFill>
                <a:latin typeface="Arial Bold"/>
                <a:ea typeface="Arial Bold"/>
                <a:cs typeface="Arial Bold"/>
                <a:sym typeface="Arial Bold"/>
              </a:rPr>
              <a:t>2026 AI-first · Seminar T03 · Mobile Automation Testing</a:t>
            </a:r>
          </a:p>
        </p:txBody>
      </p:sp>
      <p:sp>
        <p:nvSpPr>
          <p:cNvPr name="TextBox 14" id="14"/>
          <p:cNvSpPr txBox="true"/>
          <p:nvPr/>
        </p:nvSpPr>
        <p:spPr>
          <a:xfrm rot="0">
            <a:off x="685800" y="9998488"/>
            <a:ext cx="9144000" cy="211826"/>
          </a:xfrm>
          <a:prstGeom prst="rect">
            <a:avLst/>
          </a:prstGeom>
        </p:spPr>
        <p:txBody>
          <a:bodyPr anchor="t" rtlCol="false" tIns="0" lIns="0" bIns="0" rIns="0" wrap="square">
            <a:noAutofit/>
          </a:bodyPr>
          <a:lstStyle/>
          <a:p>
            <a:pPr algn="l">
              <a:lnSpc>
                <a:spcPts val="1620"/>
              </a:lnSpc>
            </a:pPr>
            <a:r>
              <a:rPr lang="en-US" b="true" sz="1350" spc="-1">
                <a:solidFill>
                  <a:srgbClr val="FFFFFF"/>
                </a:solidFill>
                <a:latin typeface="Arial Bold"/>
                <a:ea typeface="Arial Bold"/>
                <a:cs typeface="Arial Bold"/>
                <a:sym typeface="Arial Bold"/>
              </a:rPr>
              <a:t>14 · Q&amp;A</a:t>
            </a:r>
          </a:p>
        </p:txBody>
      </p:sp>
      <p:sp>
        <p:nvSpPr>
          <p:cNvPr id="15" name="TextBox 14"/>
          <p:cNvSpPr txBox="1"/>
          <p:nvPr/>
        </p:nvSpPr>
        <p:spPr>
          <a:xfrm>
            <a:off x="2743200" y="6400800"/>
            <a:ext cx="12801600" cy="548640"/>
          </a:xfrm>
          <a:prstGeom prst="rect">
            <a:avLst/>
          </a:prstGeom>
          <a:noFill/>
        </p:spPr>
        <p:txBody>
          <a:bodyPr wrap="square">
            <a:spAutoFit/>
          </a:bodyPr>
          <a:lstStyle/>
          <a:p>
            <a:pPr algn="ctr"/>
            <a:r>
              <a:rPr sz="2200" b="1">
                <a:solidFill>
                  <a:srgbClr val="1F4E79"/>
                </a:solidFill>
                <a:latin typeface="Arial"/>
              </a:rPr>
              <a:t>Video demo: </a:t>
            </a:r>
            <a:r>
              <a:rPr sz="2200" b="1">
                <a:solidFill>
                  <a:srgbClr val="1F4E79"/>
                </a:solidFill>
                <a:latin typeface="Arial"/>
                <a:hlinkClick xmlns:ns0="http://schemas.openxmlformats.org/officeDocument/2006/relationships" ns0:id="rId2"/>
              </a:rPr>
              <a:t>https://youtu.be/N3cN5d2LSG4</a:t>
            </a:r>
          </a:p>
        </p:txBody>
      </p:sp>
    </p:spTree>
  </p:cSld>
  <p:clrMapOvr>
    <a:masterClrMapping/>
  </p:clrMapOvr>
  <p:transition spd="fast">
    <p:fade/>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xsi="http://www.w3.org/2001/XMLSchema-instance">
  <dcterms:created xsi:type="dcterms:W3CDTF">2006-08-16T00:00:00Z</dcterms:created>
  <dc:identifier>DAHY0q6yS7E</dc:identifier>
  <dcterms:modified xsi:type="dcterms:W3CDTF">2011-08-01T06:04:30Z</dcterms:modified>
  <cp:revision>1</cp:revision>
  <dc:title>Seminar_Slides.pptx</dc:title>
</cp:coreProperties>
</file>